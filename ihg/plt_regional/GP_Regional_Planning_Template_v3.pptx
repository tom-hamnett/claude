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50.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6.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7.xml" ContentType="application/vnd.openxmlformats-officedocument.them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9.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tags/tag192.xml" ContentType="application/vnd.openxmlformats-officedocument.presentationml.tags+xml"/>
  <Override PartName="/ppt/notesSlides/notesSlide10.xml" ContentType="application/vnd.openxmlformats-officedocument.presentationml.notesSlide+xml"/>
  <Override PartName="/ppt/tags/tag19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13.xml" ContentType="application/vnd.openxmlformats-officedocument.presentationml.notesSlide+xml"/>
  <Override PartName="/ppt/charts/chart19.xml" ContentType="application/vnd.openxmlformats-officedocument.drawingml.chart+xml"/>
  <Override PartName="/ppt/tags/tag23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59.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 id="2147483695" r:id="rId5"/>
    <p:sldMasterId id="2147483758" r:id="rId6"/>
    <p:sldMasterId id="2147483835" r:id="rId7"/>
    <p:sldMasterId id="2147483905" r:id="rId8"/>
    <p:sldMasterId id="2147483941" r:id="rId9"/>
  </p:sldMasterIdLst>
  <p:notesMasterIdLst>
    <p:notesMasterId r:id="rId66"/>
  </p:notesMasterIdLst>
  <p:sldIdLst>
    <p:sldId id="322" r:id="rId22"/>
    <p:sldId id="2147483637" r:id="rId12"/>
    <p:sldId id="262" r:id="rId59"/>
    <p:sldId id="307" r:id="rId23"/>
    <p:sldId id="2147483481" r:id="rId24"/>
    <p:sldId id="2147483487" r:id="rId25"/>
    <p:sldId id="312" r:id="rId26"/>
    <p:sldId id="316" r:id="rId27"/>
    <p:sldId id="309" r:id="rId28"/>
    <p:sldId id="310" r:id="rId29"/>
    <p:sldId id="259" r:id="rId30"/>
    <p:sldId id="276" r:id="rId74"/>
    <p:sldId id="278" r:id="rId75"/>
    <p:sldId id="279" r:id="rId76"/>
    <p:sldId id="280" r:id="rId77"/>
    <p:sldId id="281" r:id="rId78"/>
    <p:sldId id="282" r:id="rId79"/>
    <p:sldId id="283" r:id="rId80"/>
    <p:sldId id="284" r:id="rId81"/>
    <p:sldId id="285" r:id="rId82"/>
    <p:sldId id="286" r:id="rId83"/>
    <p:sldId id="287" r:id="rId84"/>
    <p:sldId id="289" r:id="rId85"/>
    <p:sldId id="290" r:id="rId86"/>
    <p:sldId id="291" r:id="rId87"/>
    <p:sldId id="292" r:id="rId88"/>
    <p:sldId id="293" r:id="rId89"/>
    <p:sldId id="294" r:id="rId90"/>
    <p:sldId id="295" r:id="rId91"/>
    <p:sldId id="369" r:id="rId65"/>
  </p:sldIdLst>
  <p:sldSz cx="12192000" cy="6858000"/>
  <p:notesSz cx="6858000" cy="9144000"/>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72EFCEA-D4F4-4FB0-94FE-4B4AC6FB4919}">
          <p14:sldIdLst>
            <p14:sldId id="340"/>
            <p14:sldId id="2147483636"/>
            <p14:sldId id="2147483637"/>
            <p14:sldId id="7661"/>
            <p14:sldId id="257"/>
            <p14:sldId id="258"/>
            <p14:sldId id="365"/>
            <p14:sldId id="7667"/>
            <p14:sldId id="7669"/>
            <p14:sldId id="7670"/>
            <p14:sldId id="274"/>
            <p14:sldId id="2147483646"/>
          </p14:sldIdLst>
        </p14:section>
        <p14:section name="Appendix" id="{1EC7CB72-5AB4-4AA2-8B81-4D0871EF7EAD}">
          <p14:sldIdLst>
            <p14:sldId id="322"/>
            <p14:sldId id="307"/>
            <p14:sldId id="2147483481"/>
            <p14:sldId id="2147483487"/>
            <p14:sldId id="312"/>
            <p14:sldId id="316"/>
            <p14:sldId id="309"/>
            <p14:sldId id="310"/>
            <p14:sldId id="259"/>
            <p14:sldId id="277"/>
            <p14:sldId id="288"/>
            <p14:sldId id="269"/>
            <p14:sldId id="2147483531"/>
            <p14:sldId id="2147483642"/>
            <p14:sldId id="2147483530"/>
            <p14:sldId id="2147483644"/>
            <p14:sldId id="2147483618"/>
            <p14:sldId id="2147483619"/>
            <p14:sldId id="2147483632"/>
            <p14:sldId id="270"/>
            <p14:sldId id="271"/>
            <p14:sldId id="2147483623"/>
            <p14:sldId id="272"/>
            <p14:sldId id="273"/>
            <p14:sldId id="371"/>
            <p14:sldId id="256"/>
            <p14:sldId id="341"/>
            <p14:sldId id="342"/>
            <p14:sldId id="343"/>
            <p14:sldId id="344"/>
            <p14:sldId id="2147483647"/>
            <p14:sldId id="264"/>
            <p14:sldId id="265"/>
            <p14:sldId id="266"/>
            <p14:sldId id="260"/>
            <p14:sldId id="261"/>
            <p14:sldId id="263"/>
            <p14:sldId id="262"/>
            <p14:sldId id="267"/>
            <p14:sldId id="268"/>
            <p14:sldId id="275"/>
            <p14:sldId id="368"/>
            <p14:sldId id="2147483645"/>
            <p14:sldId id="36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4B173C-FEDE-F00D-A901-6B8451C6768E}" name="Smith, Louise" initials="LS" userId="S::Louise.Smith3@ihg.com::f54b677e-c661-4a02-b549-ba264c557d84" providerId="AD"/>
  <p188:author id="{77BF056E-9460-0023-02A1-9961E2AB752A}" name="Chen, Yuxuan" initials="YC" userId="S::Yuxuan.Chen@ihg.com::e3b0c641-9219-453e-b3d2-98ddf1795b31" providerId="AD"/>
  <p188:author id="{36361C85-FF0F-A52B-BF7C-9939BACE04D2}" name="Hamnett, Tom" initials="TH" userId="S::Tom.Hamnett@ihg.com::46fe7996-7cdb-41ee-b408-395aba67c7ce" providerId="AD"/>
  <p188:author id="{30AED58A-0F4C-DB32-37F8-F762B9D6814A}" name="Sakamaki, Robert" initials="RS" userId="S::Robert.Sakamaki@ihg.com::7dd527e6-8f82-4869-a0a7-f5cf7b60eadc" providerId="AD"/>
  <p188:author id="{4AE91CDB-7089-C6D0-D61A-F04436F0A2C3}" name="Shah, Sopan" initials="SS" userId="S::sopan.shah@ihg.com::c4ef5192-4b65-405e-9a70-49d76ba7a56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1F1F3"/>
    <a:srgbClr val="E7F8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32" y="68"/>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26" Type="http://schemas.openxmlformats.org/officeDocument/2006/relationships/slide" Target="slides/slide17.xml"/><Relationship Id="rId68"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66" Type="http://schemas.openxmlformats.org/officeDocument/2006/relationships/notesMaster" Target="notesMasters/notesMaster1.xml"/><Relationship Id="rId5" Type="http://schemas.openxmlformats.org/officeDocument/2006/relationships/slideMaster" Target="slideMasters/slideMaster2.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69" Type="http://schemas.openxmlformats.org/officeDocument/2006/relationships/viewProps" Target="viewProps.xml"/><Relationship Id="rId8" Type="http://schemas.openxmlformats.org/officeDocument/2006/relationships/slideMaster" Target="slideMasters/slideMaster5.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25" Type="http://schemas.openxmlformats.org/officeDocument/2006/relationships/slide" Target="slides/slide16.xml"/><Relationship Id="rId59" Type="http://schemas.openxmlformats.org/officeDocument/2006/relationships/slide" Target="slides/slide50.xml"/><Relationship Id="rId67" Type="http://schemas.openxmlformats.org/officeDocument/2006/relationships/tags" Target="tags/tag1.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4.xml"/><Relationship Id="rId28" Type="http://schemas.openxmlformats.org/officeDocument/2006/relationships/slide" Target="slides/slide19.xml"/><Relationship Id="rId65" Type="http://schemas.openxmlformats.org/officeDocument/2006/relationships/slide" Target="slides/slide56.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7" Type="http://schemas.openxmlformats.org/officeDocument/2006/relationships/slideMaster" Target="slideMasters/slideMaster4.xml"/><Relationship Id="rId71" Type="http://schemas.openxmlformats.org/officeDocument/2006/relationships/tableStyles" Target="tableStyles.xml"/>  <Relationship Id="rId74" Type="http://schemas.openxmlformats.org/officeDocument/2006/relationships/slide" Target="slides/slide57.xml"/>
  <Relationship Id="rId75" Type="http://schemas.openxmlformats.org/officeDocument/2006/relationships/slide" Target="slides/slide58.xml"/>
  <Relationship Id="rId76" Type="http://schemas.openxmlformats.org/officeDocument/2006/relationships/slide" Target="slides/slide59.xml"/>
  <Relationship Id="rId77" Type="http://schemas.openxmlformats.org/officeDocument/2006/relationships/slide" Target="slides/slide60.xml"/>
  <Relationship Id="rId78" Type="http://schemas.openxmlformats.org/officeDocument/2006/relationships/slide" Target="slides/slide61.xml"/>
  <Relationship Id="rId79" Type="http://schemas.openxmlformats.org/officeDocument/2006/relationships/slide" Target="slides/slide62.xml"/>
  <Relationship Id="rId80" Type="http://schemas.openxmlformats.org/officeDocument/2006/relationships/slide" Target="slides/slide63.xml"/>
  <Relationship Id="rId81" Type="http://schemas.openxmlformats.org/officeDocument/2006/relationships/slide" Target="slides/slide64.xml"/>
  <Relationship Id="rId82" Type="http://schemas.openxmlformats.org/officeDocument/2006/relationships/slide" Target="slides/slide65.xml"/>
  <Relationship Id="rId83" Type="http://schemas.openxmlformats.org/officeDocument/2006/relationships/slide" Target="slides/slide66.xml"/>
  <Relationship Id="rId84" Type="http://schemas.openxmlformats.org/officeDocument/2006/relationships/slide" Target="slides/slide67.xml"/>
  <Relationship Id="rId85" Type="http://schemas.openxmlformats.org/officeDocument/2006/relationships/slide" Target="slides/slide68.xml"/>
  <Relationship Id="rId86" Type="http://schemas.openxmlformats.org/officeDocument/2006/relationships/slide" Target="slides/slide69.xml"/>
  <Relationship Id="rId87" Type="http://schemas.openxmlformats.org/officeDocument/2006/relationships/slide" Target="slides/slide70.xml"/>
  <Relationship Id="rId88" Type="http://schemas.openxmlformats.org/officeDocument/2006/relationships/slide" Target="slides/slide71.xml"/>
  <Relationship Id="rId89" Type="http://schemas.openxmlformats.org/officeDocument/2006/relationships/slide" Target="slides/slide72.xml"/>
  <Relationship Id="rId90" Type="http://schemas.openxmlformats.org/officeDocument/2006/relationships/slide" Target="slides/slide73.xml"/>
  <Relationship Id="rId91" Type="http://schemas.openxmlformats.org/officeDocument/2006/relationships/slide" Target="slides/slide7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nett, Tom" userId="46fe7996-7cdb-41ee-b408-395aba67c7ce" providerId="ADAL" clId="{386EC425-AF82-40BE-B374-197D739C806F}"/>
    <pc:docChg chg="undo custSel modSld">
      <pc:chgData name="Hamnett, Tom" userId="46fe7996-7cdb-41ee-b408-395aba67c7ce" providerId="ADAL" clId="{386EC425-AF82-40BE-B374-197D739C806F}" dt="2026-09-25T16:47:53.960" v="13" actId="478"/>
      <pc:docMkLst>
        <pc:docMk/>
      </pc:docMkLst>
      <pc:sldChg chg="addSp delSp modSp mod">
        <pc:chgData name="Hamnett, Tom" userId="46fe7996-7cdb-41ee-b408-395aba67c7ce" providerId="ADAL" clId="{386EC425-AF82-40BE-B374-197D739C806F}" dt="2026-09-25T16:47:41.553" v="11" actId="478"/>
        <pc:sldMkLst>
          <pc:docMk/>
          <pc:sldMk cId="226903401" sldId="277"/>
        </pc:sldMkLst>
        <pc:spChg chg="add mod">
          <ac:chgData name="Hamnett, Tom" userId="46fe7996-7cdb-41ee-b408-395aba67c7ce" providerId="ADAL" clId="{386EC425-AF82-40BE-B374-197D739C806F}" dt="2026-09-25T16:47:41.553" v="11" actId="478"/>
          <ac:spMkLst>
            <pc:docMk/>
            <pc:sldMk cId="226903401" sldId="277"/>
            <ac:spMk id="7" creationId="{17759E7D-2AF5-AAE3-E502-01D7E26CFA0D}"/>
          </ac:spMkLst>
        </pc:spChg>
        <pc:picChg chg="del">
          <ac:chgData name="Hamnett, Tom" userId="46fe7996-7cdb-41ee-b408-395aba67c7ce" providerId="ADAL" clId="{386EC425-AF82-40BE-B374-197D739C806F}" dt="2026-09-25T16:47:41.553" v="11" actId="478"/>
          <ac:picMkLst>
            <pc:docMk/>
            <pc:sldMk cId="226903401" sldId="277"/>
            <ac:picMk id="10" creationId="{FFC906E2-0923-865A-76B2-3969FCCE79FB}"/>
          </ac:picMkLst>
        </pc:picChg>
      </pc:sldChg>
      <pc:sldChg chg="delSp mod">
        <pc:chgData name="Hamnett, Tom" userId="46fe7996-7cdb-41ee-b408-395aba67c7ce" providerId="ADAL" clId="{386EC425-AF82-40BE-B374-197D739C806F}" dt="2026-09-25T16:47:37.114" v="10" actId="478"/>
        <pc:sldMkLst>
          <pc:docMk/>
          <pc:sldMk cId="158195524" sldId="322"/>
        </pc:sldMkLst>
        <pc:picChg chg="del">
          <ac:chgData name="Hamnett, Tom" userId="46fe7996-7cdb-41ee-b408-395aba67c7ce" providerId="ADAL" clId="{386EC425-AF82-40BE-B374-197D739C806F}" dt="2026-09-25T16:47:37.114" v="10" actId="478"/>
          <ac:picMkLst>
            <pc:docMk/>
            <pc:sldMk cId="158195524" sldId="322"/>
            <ac:picMk id="6" creationId="{EAEFA770-378B-B484-272E-BC9180B606C2}"/>
          </ac:picMkLst>
        </pc:picChg>
      </pc:sldChg>
      <pc:sldChg chg="addSp delSp modSp mod">
        <pc:chgData name="Hamnett, Tom" userId="46fe7996-7cdb-41ee-b408-395aba67c7ce" providerId="ADAL" clId="{386EC425-AF82-40BE-B374-197D739C806F}" dt="2026-09-25T16:47:26.694" v="7" actId="478"/>
        <pc:sldMkLst>
          <pc:docMk/>
          <pc:sldMk cId="452307700" sldId="340"/>
        </pc:sldMkLst>
        <pc:spChg chg="add del mod">
          <ac:chgData name="Hamnett, Tom" userId="46fe7996-7cdb-41ee-b408-395aba67c7ce" providerId="ADAL" clId="{386EC425-AF82-40BE-B374-197D739C806F}" dt="2026-09-25T16:47:26.694" v="7" actId="478"/>
          <ac:spMkLst>
            <pc:docMk/>
            <pc:sldMk cId="452307700" sldId="340"/>
            <ac:spMk id="7" creationId="{9A59F627-BD70-3E63-D455-D1A1C9434DBF}"/>
          </ac:spMkLst>
        </pc:spChg>
        <pc:picChg chg="del">
          <ac:chgData name="Hamnett, Tom" userId="46fe7996-7cdb-41ee-b408-395aba67c7ce" providerId="ADAL" clId="{386EC425-AF82-40BE-B374-197D739C806F}" dt="2026-09-25T16:47:24.773" v="6" actId="478"/>
          <ac:picMkLst>
            <pc:docMk/>
            <pc:sldMk cId="452307700" sldId="340"/>
            <ac:picMk id="3" creationId="{A6672141-DF1E-EF1E-FC35-FBDADE030A44}"/>
          </ac:picMkLst>
        </pc:picChg>
      </pc:sldChg>
      <pc:sldChg chg="addSp delSp modSp mod">
        <pc:chgData name="Hamnett, Tom" userId="46fe7996-7cdb-41ee-b408-395aba67c7ce" providerId="ADAL" clId="{386EC425-AF82-40BE-B374-197D739C806F}" dt="2026-09-25T16:47:53.960" v="13" actId="478"/>
        <pc:sldMkLst>
          <pc:docMk/>
          <pc:sldMk cId="3698538882" sldId="371"/>
        </pc:sldMkLst>
        <pc:spChg chg="add mod">
          <ac:chgData name="Hamnett, Tom" userId="46fe7996-7cdb-41ee-b408-395aba67c7ce" providerId="ADAL" clId="{386EC425-AF82-40BE-B374-197D739C806F}" dt="2026-09-25T16:47:53.960" v="13" actId="478"/>
          <ac:spMkLst>
            <pc:docMk/>
            <pc:sldMk cId="3698538882" sldId="371"/>
            <ac:spMk id="7" creationId="{F6BC4953-15AE-93C4-6A3E-BD1F3582FB50}"/>
          </ac:spMkLst>
        </pc:spChg>
        <pc:picChg chg="del">
          <ac:chgData name="Hamnett, Tom" userId="46fe7996-7cdb-41ee-b408-395aba67c7ce" providerId="ADAL" clId="{386EC425-AF82-40BE-B374-197D739C806F}" dt="2026-09-25T16:47:53.960" v="13" actId="478"/>
          <ac:picMkLst>
            <pc:docMk/>
            <pc:sldMk cId="3698538882" sldId="371"/>
            <ac:picMk id="10" creationId="{ABB340EB-3662-65DD-57EC-D133DE304E7B}"/>
          </ac:picMkLst>
        </pc:picChg>
      </pc:sldChg>
      <pc:sldChg chg="addSp delSp modSp mod">
        <pc:chgData name="Hamnett, Tom" userId="46fe7996-7cdb-41ee-b408-395aba67c7ce" providerId="ADAL" clId="{386EC425-AF82-40BE-B374-197D739C806F}" dt="2026-09-25T16:47:15.853" v="5" actId="207"/>
        <pc:sldMkLst>
          <pc:docMk/>
          <pc:sldMk cId="886101802" sldId="2147483636"/>
        </pc:sldMkLst>
        <pc:spChg chg="add del mod">
          <ac:chgData name="Hamnett, Tom" userId="46fe7996-7cdb-41ee-b408-395aba67c7ce" providerId="ADAL" clId="{386EC425-AF82-40BE-B374-197D739C806F}" dt="2026-09-25T16:47:15.853" v="5" actId="207"/>
          <ac:spMkLst>
            <pc:docMk/>
            <pc:sldMk cId="886101802" sldId="2147483636"/>
            <ac:spMk id="22" creationId="{20B475EE-BF0A-151B-9019-91070BB34010}"/>
          </ac:spMkLst>
        </pc:spChg>
        <pc:spChg chg="del">
          <ac:chgData name="Hamnett, Tom" userId="46fe7996-7cdb-41ee-b408-395aba67c7ce" providerId="ADAL" clId="{386EC425-AF82-40BE-B374-197D739C806F}" dt="2026-09-25T16:46:42.057" v="0" actId="478"/>
          <ac:spMkLst>
            <pc:docMk/>
            <pc:sldMk cId="886101802" sldId="2147483636"/>
            <ac:spMk id="23" creationId="{B2D3DF01-CA87-4179-803C-964F1A77B502}"/>
          </ac:spMkLst>
        </pc:spChg>
        <pc:picChg chg="del">
          <ac:chgData name="Hamnett, Tom" userId="46fe7996-7cdb-41ee-b408-395aba67c7ce" providerId="ADAL" clId="{386EC425-AF82-40BE-B374-197D739C806F}" dt="2026-09-25T16:46:43.708" v="1" actId="478"/>
          <ac:picMkLst>
            <pc:docMk/>
            <pc:sldMk cId="886101802" sldId="2147483636"/>
            <ac:picMk id="21" creationId="{47CA3611-8FFB-DA06-666F-81B2EA9012F0}"/>
          </ac:picMkLst>
        </pc:picChg>
      </pc:sldChg>
      <pc:sldChg chg="addSp delSp modSp mod">
        <pc:chgData name="Hamnett, Tom" userId="46fe7996-7cdb-41ee-b408-395aba67c7ce" providerId="ADAL" clId="{386EC425-AF82-40BE-B374-197D739C806F}" dt="2026-09-25T16:47:34.059" v="9" actId="478"/>
        <pc:sldMkLst>
          <pc:docMk/>
          <pc:sldMk cId="3427548302" sldId="2147483646"/>
        </pc:sldMkLst>
        <pc:spChg chg="add del mod">
          <ac:chgData name="Hamnett, Tom" userId="46fe7996-7cdb-41ee-b408-395aba67c7ce" providerId="ADAL" clId="{386EC425-AF82-40BE-B374-197D739C806F}" dt="2026-09-25T16:47:34.059" v="9" actId="478"/>
          <ac:spMkLst>
            <pc:docMk/>
            <pc:sldMk cId="3427548302" sldId="2147483646"/>
            <ac:spMk id="7" creationId="{9F21D9A5-2921-9B3A-CB14-AB35C83C23B4}"/>
          </ac:spMkLst>
        </pc:spChg>
        <pc:picChg chg="del">
          <ac:chgData name="Hamnett, Tom" userId="46fe7996-7cdb-41ee-b408-395aba67c7ce" providerId="ADAL" clId="{386EC425-AF82-40BE-B374-197D739C806F}" dt="2026-09-25T16:47:32.550" v="8" actId="478"/>
          <ac:picMkLst>
            <pc:docMk/>
            <pc:sldMk cId="3427548302" sldId="2147483646"/>
            <ac:picMk id="2" creationId="{A6D47EF3-EC8C-4863-81EC-C39B0657690E}"/>
          </ac:picMkLst>
        </pc:picChg>
      </pc:sldChg>
      <pc:sldChg chg="addSp delSp modSp mod">
        <pc:chgData name="Hamnett, Tom" userId="46fe7996-7cdb-41ee-b408-395aba67c7ce" providerId="ADAL" clId="{386EC425-AF82-40BE-B374-197D739C806F}" dt="2026-09-25T16:47:47.027" v="12" actId="478"/>
        <pc:sldMkLst>
          <pc:docMk/>
          <pc:sldMk cId="4206292683" sldId="2147483647"/>
        </pc:sldMkLst>
        <pc:spChg chg="add mod">
          <ac:chgData name="Hamnett, Tom" userId="46fe7996-7cdb-41ee-b408-395aba67c7ce" providerId="ADAL" clId="{386EC425-AF82-40BE-B374-197D739C806F}" dt="2026-09-25T16:47:47.027" v="12" actId="478"/>
          <ac:spMkLst>
            <pc:docMk/>
            <pc:sldMk cId="4206292683" sldId="2147483647"/>
            <ac:spMk id="7" creationId="{64B86C05-853D-23FA-9736-0C487E18072C}"/>
          </ac:spMkLst>
        </pc:spChg>
        <pc:picChg chg="del">
          <ac:chgData name="Hamnett, Tom" userId="46fe7996-7cdb-41ee-b408-395aba67c7ce" providerId="ADAL" clId="{386EC425-AF82-40BE-B374-197D739C806F}" dt="2026-09-25T16:47:47.027" v="12" actId="478"/>
          <ac:picMkLst>
            <pc:docMk/>
            <pc:sldMk cId="4206292683" sldId="2147483647"/>
            <ac:picMk id="10" creationId="{1A666684-8F0E-86CE-9742-6CB86E08071A}"/>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Binary_Worksheet16.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Binary_Worksheet17.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Binary_Worksheet18.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47.7</c:v>
                </c:pt>
                <c:pt idx="1">
                  <c:v>4.7</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20.7</c:v>
                </c:pt>
                <c:pt idx="1">
                  <c:v>8.1</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26.8</c:v>
                </c:pt>
                <c:pt idx="1">
                  <c:v>82.7</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4.8</c:v>
                </c:pt>
                <c:pt idx="1">
                  <c:v>4.8</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2.99</c:v>
                </c:pt>
                <c:pt idx="1">
                  <c:v>3.5436</c:v>
                </c:pt>
                <c:pt idx="2">
                  <c:v>1.196</c:v>
                </c:pt>
                <c:pt idx="3">
                  <c:v>0.299</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221.54100707338128</c:v>
                </c:pt>
                <c:pt idx="1">
                  <c:v>228.18723728558271</c:v>
                </c:pt>
                <c:pt idx="2">
                  <c:v>235.03285440415019</c:v>
                </c:pt>
                <c:pt idx="3">
                  <c:v>242.08384003627469</c:v>
                </c:pt>
                <c:pt idx="4">
                  <c:v>249.34635523736299</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51.000000000000028</c:v>
                </c:pt>
                <c:pt idx="2">
                  <c:v>139.99999999999997</c:v>
                </c:pt>
                <c:pt idx="3">
                  <c:v>254.00000000000006</c:v>
                </c:pt>
                <c:pt idx="4">
                  <c:v>365</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0</c:v>
                </c:pt>
                <c:pt idx="2">
                  <c:v>20</c:v>
                </c:pt>
                <c:pt idx="3">
                  <c:v>57</c:v>
                </c:pt>
                <c:pt idx="4">
                  <c:v>92</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6.34635523736301"/>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46.5</c:v>
                </c:pt>
                <c:pt idx="1">
                  <c:v>10.5</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23.3</c:v>
                </c:pt>
                <c:pt idx="1">
                  <c:v>31.2</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25.4</c:v>
                </c:pt>
                <c:pt idx="1">
                  <c:v>46.2</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4.9</c:v>
                </c:pt>
                <c:pt idx="1">
                  <c:v>11.9</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3.5436</c:v>
                </c:pt>
                <c:pt idx="1">
                  <c:v>2.6223</c:v>
                </c:pt>
                <c:pt idx="2">
                  <c:v>1.9136</c:v>
                </c:pt>
                <c:pt idx="3">
                  <c:v>0.3544</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95.24</c:v>
                </c:pt>
                <c:pt idx="1">
                  <c:v>100.0</c:v>
                </c:pt>
                <c:pt idx="2">
                  <c:v>104.76</c:v>
                </c:pt>
                <c:pt idx="3">
                  <c:v>104.76</c:v>
                </c:pt>
                <c:pt idx="4">
                  <c:v>109.52</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3.67</c:v>
                </c:pt>
                <c:pt idx="2">
                  <c:v>7.33</c:v>
                </c:pt>
                <c:pt idx="3">
                  <c:v>14.67</c:v>
                </c:pt>
                <c:pt idx="4">
                  <c:v>22.0</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7.87</c:v>
                </c:pt>
                <c:pt idx="2">
                  <c:v>27.55</c:v>
                </c:pt>
                <c:pt idx="3">
                  <c:v>62.97</c:v>
                </c:pt>
                <c:pt idx="4">
                  <c:v>122.0</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53.52380952380952"/>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3328847016599371E-2"/>
          <c:y val="7.4934036939313983E-2"/>
          <c:w val="0.95334230596680125"/>
          <c:h val="0.85013192612137201"/>
        </c:manualLayout>
      </c:layout>
      <c:barChart>
        <c:barDir val="col"/>
        <c:grouping val="stacked"/>
        <c:varyColors val="0"/>
        <c:ser>
          <c:idx val="0"/>
          <c:order val="0"/>
          <c:spPr>
            <a:solidFill>
              <a:schemeClr val="accent4"/>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47.4</c:v>
                </c:pt>
                <c:pt idx="1">
                  <c:v>1.8</c:v>
                </c:pt>
              </c:numCache>
            </c:numRef>
          </c:val>
          <c:extLst>
            <c:ext xmlns:c16="http://schemas.microsoft.com/office/drawing/2014/chart" uri="{C3380CC4-5D6E-409C-BE32-E72D297353CC}">
              <c16:uniqueId val="{00000002-3927-442D-9D74-5F9BA8EBDA8D}"/>
            </c:ext>
          </c:extLst>
        </c:ser>
        <c:ser>
          <c:idx val="1"/>
          <c:order val="1"/>
          <c:spPr>
            <a:solidFill>
              <a:schemeClr val="accent3"/>
            </a:solidFill>
            <a:ln>
              <a:noFill/>
            </a:ln>
          </c:spPr>
          <c:invertIfNegative val="0"/>
          <c:dLbls>
            <c:dLbl>
              <c:idx val="0"/>
              <c:layout>
                <c:manualLayout>
                  <c:x val="0"/>
                  <c:y val="-5.2770448548812663E-4"/>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24.0</c:v>
                </c:pt>
                <c:pt idx="1">
                  <c:v>26.3</c:v>
                </c:pt>
              </c:numCache>
            </c:numRef>
          </c:val>
          <c:extLst>
            <c:ext xmlns:c16="http://schemas.microsoft.com/office/drawing/2014/chart" uri="{C3380CC4-5D6E-409C-BE32-E72D297353CC}">
              <c16:uniqueId val="{00000005-3927-442D-9D74-5F9BA8EBDA8D}"/>
            </c:ext>
          </c:extLst>
        </c:ser>
        <c:ser>
          <c:idx val="2"/>
          <c:order val="2"/>
          <c:spPr>
            <a:solidFill>
              <a:schemeClr val="accent2"/>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23.4</c:v>
                </c:pt>
                <c:pt idx="1">
                  <c:v>71.9</c:v>
                </c:pt>
              </c:numCache>
            </c:numRef>
          </c:val>
          <c:extLst>
            <c:ext xmlns:c16="http://schemas.microsoft.com/office/drawing/2014/chart" uri="{C3380CC4-5D6E-409C-BE32-E72D297353CC}">
              <c16:uniqueId val="{00000008-3927-442D-9D74-5F9BA8EBDA8D}"/>
            </c:ext>
          </c:extLst>
        </c:ser>
        <c:ser>
          <c:idx val="3"/>
          <c:order val="3"/>
          <c:spPr>
            <a:solidFill>
              <a:schemeClr val="accent1"/>
            </a:solidFill>
            <a:ln>
              <a:noFill/>
            </a:ln>
          </c:spPr>
          <c:invertIfNegative val="0"/>
          <c:dLbls>
            <c:dLbl>
              <c:idx val="0"/>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3927-442D-9D74-5F9BA8EBDA8D}"/>
                </c:ext>
              </c:extLst>
            </c:dLbl>
            <c:dLbl>
              <c:idx val="1"/>
              <c:layout>
                <c:manualLayout>
                  <c:x val="0"/>
                  <c:y val="0"/>
                </c:manualLayout>
              </c:layout>
              <c:numFmt formatCode="[&lt;3]&quot;&quot;;#,##0&quot;%&quot;" sourceLinked="0"/>
              <c:spPr>
                <a:noFill/>
                <a:ln>
                  <a:noFill/>
                </a:ln>
              </c:spPr>
              <c:txPr>
                <a:bodyPr wrap="none"/>
                <a:lstStyle/>
                <a:p>
                  <a:pPr>
                    <a:defRPr sz="10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927-442D-9D74-5F9BA8EBDA8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5.2</c:v>
                </c:pt>
                <c:pt idx="1">
                  <c:v>0.1</c:v>
                </c:pt>
              </c:numCache>
            </c:numRef>
          </c:val>
          <c:extLst>
            <c:ext xmlns:c16="http://schemas.microsoft.com/office/drawing/2014/chart" uri="{C3380CC4-5D6E-409C-BE32-E72D297353CC}">
              <c16:uniqueId val="{0000000B-3927-442D-9D74-5F9BA8EBDA8D}"/>
            </c:ext>
          </c:extLst>
        </c:ser>
        <c:dLbls>
          <c:showLegendKey val="0"/>
          <c:showVal val="0"/>
          <c:showCatName val="0"/>
          <c:showSerName val="0"/>
          <c:showPercent val="0"/>
          <c:showBubbleSize val="0"/>
        </c:dLbls>
        <c:gapWidth val="80"/>
        <c:overlap val="100"/>
        <c:axId val="1371563840"/>
        <c:axId val="1"/>
      </c:barChart>
      <c:catAx>
        <c:axId val="137156384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a:noFill/>
          </a:ln>
        </c:spPr>
        <c:crossAx val="1371563840"/>
        <c:crosses val="min"/>
        <c:crossBetween val="between"/>
      </c:valAx>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5496264674493062E-2"/>
          <c:y val="3.6287508722958828E-2"/>
          <c:w val="0.88900747065101382"/>
          <c:h val="0.92742498255408234"/>
        </c:manualLayout>
      </c:layout>
      <c:barChart>
        <c:barDir val="bar"/>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7A46-44DC-8A51-5C03A58BC6FB}"/>
              </c:ext>
            </c:extLst>
          </c:dPt>
          <c:dPt>
            <c:idx val="2"/>
            <c:invertIfNegative val="0"/>
            <c:bubble3D val="0"/>
            <c:spPr>
              <a:solidFill>
                <a:schemeClr val="accent3"/>
              </a:solidFill>
              <a:ln>
                <a:noFill/>
              </a:ln>
            </c:spPr>
            <c:extLst>
              <c:ext xmlns:c16="http://schemas.microsoft.com/office/drawing/2014/chart" uri="{C3380CC4-5D6E-409C-BE32-E72D297353CC}">
                <c16:uniqueId val="{00000001-7A46-44DC-8A51-5C03A58BC6FB}"/>
              </c:ext>
            </c:extLst>
          </c:dPt>
          <c:dPt>
            <c:idx val="3"/>
            <c:invertIfNegative val="0"/>
            <c:bubble3D val="0"/>
            <c:spPr>
              <a:solidFill>
                <a:schemeClr val="accent4"/>
              </a:solidFill>
              <a:ln>
                <a:noFill/>
              </a:ln>
            </c:spPr>
            <c:extLst>
              <c:ext xmlns:c16="http://schemas.microsoft.com/office/drawing/2014/chart" uri="{C3380CC4-5D6E-409C-BE32-E72D297353CC}">
                <c16:uniqueId val="{00000002-7A46-44DC-8A51-5C03A58BC6FB}"/>
              </c:ext>
            </c:extLst>
          </c:dPt>
          <c:val>
            <c:numRef>
              <c:f>Sheet1!$A$1:$D$1</c:f>
              <c:numCache>
                <c:formatCode>General</c:formatCode>
                <c:ptCount val="4"/>
                <c:pt idx="0">
                  <c:v>0.0345</c:v>
                </c:pt>
                <c:pt idx="1">
                  <c:v>3.5436</c:v>
                </c:pt>
                <c:pt idx="2">
                  <c:v>2.99</c:v>
                </c:pt>
                <c:pt idx="3">
                  <c:v>0.1035</c:v>
                </c:pt>
              </c:numCache>
            </c:numRef>
          </c:val>
          <c:extLst>
            <c:ext xmlns:c16="http://schemas.microsoft.com/office/drawing/2014/chart" uri="{C3380CC4-5D6E-409C-BE32-E72D297353CC}">
              <c16:uniqueId val="{00000003-7A46-44DC-8A51-5C03A58BC6FB}"/>
            </c:ext>
          </c:extLst>
        </c:ser>
        <c:dLbls>
          <c:showLegendKey val="0"/>
          <c:showVal val="0"/>
          <c:showCatName val="0"/>
          <c:showSerName val="0"/>
          <c:showPercent val="0"/>
          <c:showBubbleSize val="0"/>
        </c:dLbls>
        <c:gapWidth val="80"/>
        <c:overlap val="100"/>
        <c:axId val="530591135"/>
        <c:axId val="1"/>
      </c:barChart>
      <c:catAx>
        <c:axId val="53059113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436279454998552"/>
          <c:min val="0"/>
        </c:scaling>
        <c:delete val="0"/>
        <c:axPos val="t"/>
        <c:majorGridlines>
          <c:spPr>
            <a:ln>
              <a:noFill/>
            </a:ln>
          </c:spPr>
        </c:majorGridlines>
        <c:numFmt formatCode="General" sourceLinked="1"/>
        <c:majorTickMark val="none"/>
        <c:minorTickMark val="none"/>
        <c:tickLblPos val="none"/>
        <c:spPr>
          <a:ln>
            <a:noFill/>
          </a:ln>
        </c:spPr>
        <c:crossAx val="530591135"/>
        <c:crosses val="min"/>
        <c:crossBetween val="between"/>
      </c:valAx>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52631578947368E-2"/>
          <c:y val="5.4336468129571575E-2"/>
          <c:w val="0.95789473684210524"/>
          <c:h val="0.8913270637408568"/>
        </c:manualLayout>
      </c:layout>
      <c:barChart>
        <c:barDir val="col"/>
        <c:grouping val="stacked"/>
        <c:varyColors val="0"/>
        <c:ser>
          <c:idx val="0"/>
          <c:order val="0"/>
          <c:spPr>
            <a:solidFill>
              <a:schemeClr val="accent3"/>
            </a:solidFill>
            <a:ln w="9525" cmpd="sng" algn="ctr">
              <a:solidFill>
                <a:schemeClr val="tx1"/>
              </a:solidFill>
              <a:prstDash val="solid"/>
            </a:ln>
          </c:spPr>
          <c:invertIfNegative val="0"/>
          <c:val>
            <c:numRef>
              <c:f>Sheet1!$A$1:$E$1</c:f>
              <c:numCache>
                <c:formatCode>General</c:formatCode>
                <c:ptCount val="5"/>
                <c:pt idx="0">
                  <c:v>875.0</c:v>
                </c:pt>
                <c:pt idx="1">
                  <c:v>900.0</c:v>
                </c:pt>
                <c:pt idx="2">
                  <c:v>925.0</c:v>
                </c:pt>
                <c:pt idx="3">
                  <c:v>954.17</c:v>
                </c:pt>
                <c:pt idx="4">
                  <c:v>983.33</c:v>
                </c:pt>
              </c:numCache>
            </c:numRef>
          </c:val>
          <c:extLst>
            <c:ext xmlns:c16="http://schemas.microsoft.com/office/drawing/2014/chart" uri="{C3380CC4-5D6E-409C-BE32-E72D297353CC}">
              <c16:uniqueId val="{00000000-1A29-4ACA-9674-FF02E6A8049A}"/>
            </c:ext>
          </c:extLst>
        </c:ser>
        <c:ser>
          <c:idx val="1"/>
          <c:order val="1"/>
          <c:spPr>
            <a:solidFill>
              <a:schemeClr val="accent5"/>
            </a:solidFill>
            <a:ln w="9525" cmpd="sng" algn="ctr">
              <a:solidFill>
                <a:schemeClr val="tx1"/>
              </a:solidFill>
              <a:prstDash val="solid"/>
            </a:ln>
          </c:spPr>
          <c:invertIfNegative val="0"/>
          <c:val>
            <c:numRef>
              <c:f>Sheet1!$A$2:$E$2</c:f>
              <c:numCache>
                <c:formatCode>General</c:formatCode>
                <c:ptCount val="5"/>
                <c:pt idx="1">
                  <c:v>108.33</c:v>
                </c:pt>
                <c:pt idx="2">
                  <c:v>216.67</c:v>
                </c:pt>
                <c:pt idx="3">
                  <c:v>383.33</c:v>
                </c:pt>
                <c:pt idx="4">
                  <c:v>545.83</c:v>
                </c:pt>
              </c:numCache>
            </c:numRef>
          </c:val>
          <c:extLst>
            <c:ext xmlns:c16="http://schemas.microsoft.com/office/drawing/2014/chart" uri="{C3380CC4-5D6E-409C-BE32-E72D297353CC}">
              <c16:uniqueId val="{00000001-1A29-4ACA-9674-FF02E6A8049A}"/>
            </c:ext>
          </c:extLst>
        </c:ser>
        <c:ser>
          <c:idx val="2"/>
          <c:order val="2"/>
          <c:spPr>
            <a:solidFill>
              <a:schemeClr val="accent1"/>
            </a:solidFill>
            <a:ln w="9525" cmpd="sng" algn="ctr">
              <a:solidFill>
                <a:schemeClr val="tx1"/>
              </a:solidFill>
              <a:prstDash val="solid"/>
            </a:ln>
          </c:spPr>
          <c:invertIfNegative val="0"/>
          <c:val>
            <c:numRef>
              <c:f>Sheet1!$A$3:$E$3</c:f>
              <c:numCache>
                <c:formatCode>General</c:formatCode>
                <c:ptCount val="5"/>
                <c:pt idx="1">
                  <c:v>83.33</c:v>
                </c:pt>
                <c:pt idx="2">
                  <c:v>166.67</c:v>
                </c:pt>
                <c:pt idx="3">
                  <c:v>300.0</c:v>
                </c:pt>
                <c:pt idx="4">
                  <c:v>437.5</c:v>
                </c:pt>
              </c:numCache>
            </c:numRef>
          </c:val>
          <c:extLst>
            <c:ext xmlns:c16="http://schemas.microsoft.com/office/drawing/2014/chart" uri="{C3380CC4-5D6E-409C-BE32-E72D297353CC}">
              <c16:uniqueId val="{00000002-1A29-4ACA-9674-FF02E6A8049A}"/>
            </c:ext>
          </c:extLst>
        </c:ser>
        <c:dLbls>
          <c:showLegendKey val="0"/>
          <c:showVal val="0"/>
          <c:showCatName val="0"/>
          <c:showSerName val="0"/>
          <c:showPercent val="0"/>
          <c:showBubbleSize val="0"/>
        </c:dLbls>
        <c:gapWidth val="80"/>
        <c:overlap val="100"/>
        <c:axId val="709861776"/>
        <c:axId val="1"/>
      </c:barChart>
      <c:catAx>
        <c:axId val="70986177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966.6666666666665"/>
          <c:min val="0"/>
        </c:scaling>
        <c:delete val="0"/>
        <c:axPos val="l"/>
        <c:majorGridlines>
          <c:spPr>
            <a:ln>
              <a:noFill/>
            </a:ln>
          </c:spPr>
        </c:majorGridlines>
        <c:numFmt formatCode="General" sourceLinked="1"/>
        <c:majorTickMark val="none"/>
        <c:minorTickMark val="none"/>
        <c:tickLblPos val="none"/>
        <c:spPr>
          <a:ln>
            <a:noFill/>
          </a:ln>
        </c:spPr>
        <c:crossAx val="709861776"/>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53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179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A5041-FEE7-1C7E-28DE-1F03B1DCD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78EF6-2E7D-3259-C9DB-2894F6420CC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1E3648E-6843-FC78-664D-3B57CD018C6A}"/>
              </a:ext>
            </a:extLst>
          </p:cNvPr>
          <p:cNvSpPr>
            <a:spLocks noGrp="1"/>
          </p:cNvSpPr>
          <p:nvPr>
            <p:ph type="body" idx="1"/>
          </p:nvPr>
        </p:nvSpPr>
        <p:spPr/>
        <p:txBody>
          <a:bodyPr/>
          <a:lstStyle/>
          <a:p>
            <a:pPr marL="228600" indent="-228600">
              <a:buAutoNum type="arabicPeriod"/>
            </a:pPr>
            <a:endParaRPr lang="en-GB" sz="950">
              <a:ea typeface="Calibri"/>
              <a:cs typeface="Calibri"/>
            </a:endParaRPr>
          </a:p>
          <a:p>
            <a:pPr marL="228600" indent="-228600">
              <a:buAutoNum type="arabicPeriod"/>
            </a:pPr>
            <a:endParaRPr lang="en-GB" sz="950">
              <a:ea typeface="Calibri"/>
              <a:cs typeface="Calibri"/>
            </a:endParaRPr>
          </a:p>
          <a:p>
            <a:pPr marL="228600" indent="-228600">
              <a:buAutoNum type="arabicPeriod"/>
            </a:pPr>
            <a:r>
              <a:rPr lang="en-GB" sz="950">
                <a:ea typeface="Calibri"/>
                <a:cs typeface="Calibri"/>
              </a:rPr>
              <a:t/>
            </a:r>
            <a:endParaRPr lang="en-GB">
              <a:ea typeface="Calibri"/>
              <a:cs typeface="Calibri"/>
            </a:endParaRPr>
          </a:p>
          <a:p>
            <a:pPr marL="228600" indent="-228600">
              <a:buAutoNum type="arabicPeriod"/>
            </a:pPr>
            <a:r>
              <a:rPr lang="en-GB" sz="950">
                <a:ea typeface="Calibri"/>
                <a:cs typeface="Calibri"/>
              </a:rPr>
              <a:t/>
            </a:r>
          </a:p>
        </p:txBody>
      </p:sp>
      <p:sp>
        <p:nvSpPr>
          <p:cNvPr id="4" name="Slide Number Placeholder 3">
            <a:extLst>
              <a:ext uri="{FF2B5EF4-FFF2-40B4-BE49-F238E27FC236}">
                <a16:creationId xmlns:a16="http://schemas.microsoft.com/office/drawing/2014/main" id="{B103E611-C7FD-C8E5-8520-D2F1A58837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751C510-A34C-B44C-8ABF-36841DE3F03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0741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3E6BD-8626-7BC9-802E-2C76A56BB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04322-5B86-1F3F-CE84-467B47DBA81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15694E-F679-3FB1-FE89-C27B504BEB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9482D37-789C-3D34-4D09-107F8363E69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751C510-A34C-B44C-8ABF-36841DE3F03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7126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036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CAED-9FDB-3756-5977-1C53F4EF0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31248-188A-5FE8-411A-D30F9CA5E7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0B9DFE-E94B-DD7A-B719-6B4999A0F26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C542AF3-28EF-ED95-085D-1376F0C1C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848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7995-E91D-2946-D971-F9952A46C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F23-38D1-6020-1663-C7826705F28F}"/>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29BE4EE-7A62-9954-3551-C29941B59C0C}"/>
              </a:ext>
            </a:extLst>
          </p:cNvPr>
          <p:cNvSpPr>
            <a:spLocks noGrp="1"/>
          </p:cNvSpPr>
          <p:nvPr>
            <p:ph type="body" idx="1"/>
          </p:nvPr>
        </p:nvSpPr>
        <p:spPr/>
        <p:txBody>
          <a:bodyPr/>
          <a:lstStyle/>
          <a:p>
            <a:pPr marL="171450" indent="-171450">
              <a:buFont typeface="Arial"/>
              <a:buChar char="•"/>
            </a:pPr>
            <a:r>
              <a:rPr lang="en-US" sz="1200"/>
              <a:t>What are the 3–5 KPIs that truly define success in your area?</a:t>
            </a:r>
          </a:p>
          <a:p>
            <a:pPr marL="171450" indent="-171450">
              <a:buFont typeface="Arial"/>
              <a:buChar char="•"/>
            </a:pPr>
            <a:r>
              <a:rPr lang="en-US" sz="1200"/>
              <a:t>How should we measure value beyond cost savings?</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sz="1200"/>
              <a:t>What does success look like at 6, 12, and 24 months?</a:t>
            </a:r>
          </a:p>
          <a:p>
            <a:pPr marL="171450" indent="-171450">
              <a:buFont typeface="Arial"/>
              <a:buChar char="•"/>
            </a:pPr>
            <a:endParaRPr lang="en-US" sz="1200"/>
          </a:p>
          <a:p>
            <a:endParaRPr lang="en-US"/>
          </a:p>
        </p:txBody>
      </p:sp>
      <p:sp>
        <p:nvSpPr>
          <p:cNvPr id="4" name="Slide Number Placeholder 3">
            <a:extLst>
              <a:ext uri="{FF2B5EF4-FFF2-40B4-BE49-F238E27FC236}">
                <a16:creationId xmlns:a16="http://schemas.microsoft.com/office/drawing/2014/main" id="{FEF66945-ED6E-0CF5-075B-03459E96D1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E2E9FDA-CA54-AE46-8DF8-47D86BBBADF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0210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F3EF8A-641A-47B2-81EC-F79D2BD454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91034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sv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5.xml"/><Relationship Id="rId1" Type="http://schemas.openxmlformats.org/officeDocument/2006/relationships/tags" Target="../tags/tag7.xml"/><Relationship Id="rId4" Type="http://schemas.openxmlformats.org/officeDocument/2006/relationships/image" Target="../media/image16.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5.xml"/><Relationship Id="rId1" Type="http://schemas.openxmlformats.org/officeDocument/2006/relationships/tags" Target="../tags/tag8.xml"/><Relationship Id="rId4" Type="http://schemas.openxmlformats.org/officeDocument/2006/relationships/image" Target="../media/image15.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9.xml"/><Relationship Id="rId4" Type="http://schemas.openxmlformats.org/officeDocument/2006/relationships/image" Target="../media/image15.emf"/></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6.xml"/><Relationship Id="rId1" Type="http://schemas.openxmlformats.org/officeDocument/2006/relationships/tags" Target="../tags/tag11.xml"/><Relationship Id="rId4" Type="http://schemas.openxmlformats.org/officeDocument/2006/relationships/image" Target="../media/image15.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6.xml"/><Relationship Id="rId1" Type="http://schemas.openxmlformats.org/officeDocument/2006/relationships/tags" Target="../tags/tag12.xml"/><Relationship Id="rId4" Type="http://schemas.openxmlformats.org/officeDocument/2006/relationships/image" Target="../media/image15.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13.xml"/><Relationship Id="rId4" Type="http://schemas.openxmlformats.org/officeDocument/2006/relationships/image" Target="../media/image15.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6.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15.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6.xml"/><Relationship Id="rId1" Type="http://schemas.openxmlformats.org/officeDocument/2006/relationships/tags" Target="../tags/tag15.xml"/><Relationship Id="rId5" Type="http://schemas.openxmlformats.org/officeDocument/2006/relationships/image" Target="../media/image13.png"/><Relationship Id="rId4" Type="http://schemas.openxmlformats.org/officeDocument/2006/relationships/image" Target="../media/image15.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15.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6.xml"/><Relationship Id="rId1" Type="http://schemas.openxmlformats.org/officeDocument/2006/relationships/tags" Target="../tags/tag17.xml"/><Relationship Id="rId4" Type="http://schemas.openxmlformats.org/officeDocument/2006/relationships/image" Target="../media/image15.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6.xml"/><Relationship Id="rId1" Type="http://schemas.openxmlformats.org/officeDocument/2006/relationships/tags" Target="../tags/tag18.xml"/><Relationship Id="rId4" Type="http://schemas.openxmlformats.org/officeDocument/2006/relationships/image" Target="../media/image15.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6.xml"/><Relationship Id="rId1" Type="http://schemas.openxmlformats.org/officeDocument/2006/relationships/tags" Target="../tags/tag19.xml"/><Relationship Id="rId5" Type="http://schemas.openxmlformats.org/officeDocument/2006/relationships/image" Target="../media/image14.png"/><Relationship Id="rId4" Type="http://schemas.openxmlformats.org/officeDocument/2006/relationships/image" Target="../media/image15.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20.xml"/><Relationship Id="rId4" Type="http://schemas.openxmlformats.org/officeDocument/2006/relationships/image" Target="../media/image15.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6.xml"/><Relationship Id="rId1" Type="http://schemas.openxmlformats.org/officeDocument/2006/relationships/tags" Target="../tags/tag21.xml"/><Relationship Id="rId4" Type="http://schemas.openxmlformats.org/officeDocument/2006/relationships/image" Target="../media/image17.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6.xml"/><Relationship Id="rId1" Type="http://schemas.openxmlformats.org/officeDocument/2006/relationships/tags" Target="../tags/tag22.xml"/><Relationship Id="rId4" Type="http://schemas.openxmlformats.org/officeDocument/2006/relationships/image" Target="../media/image15.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6.xml"/><Relationship Id="rId1" Type="http://schemas.openxmlformats.org/officeDocument/2006/relationships/tags" Target="../tags/tag23.xml"/><Relationship Id="rId5" Type="http://schemas.openxmlformats.org/officeDocument/2006/relationships/image" Target="../media/image12.png"/><Relationship Id="rId4" Type="http://schemas.openxmlformats.org/officeDocument/2006/relationships/image" Target="../media/image15.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300529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38914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34370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2159012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06013978"/>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2590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2184438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53375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635682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821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593436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144754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765F987-6611-5826-05EC-B9A37AE389BC}"/>
              </a:ext>
            </a:extLst>
          </p:cNvPr>
          <p:cNvSpPr>
            <a:spLocks noGrp="1"/>
          </p:cNvSpPr>
          <p:nvPr>
            <p:ph type="body" sz="quarter" idx="14" hasCustomPrompt="1"/>
          </p:nvPr>
        </p:nvSpPr>
        <p:spPr>
          <a:xfrm>
            <a:off x="4441751" y="1247730"/>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01</a:t>
            </a:r>
            <a:endParaRPr lang="en-US"/>
          </a:p>
        </p:txBody>
      </p:sp>
      <p:sp>
        <p:nvSpPr>
          <p:cNvPr id="39" name="Text Placeholder 37">
            <a:extLst>
              <a:ext uri="{FF2B5EF4-FFF2-40B4-BE49-F238E27FC236}">
                <a16:creationId xmlns:a16="http://schemas.microsoft.com/office/drawing/2014/main" id="{F0D027BF-1B85-18F5-4135-81DDF44A9311}"/>
              </a:ext>
            </a:extLst>
          </p:cNvPr>
          <p:cNvSpPr>
            <a:spLocks noGrp="1"/>
          </p:cNvSpPr>
          <p:nvPr>
            <p:ph type="body" sz="quarter" idx="15" hasCustomPrompt="1"/>
          </p:nvPr>
        </p:nvSpPr>
        <p:spPr>
          <a:xfrm>
            <a:off x="4441751" y="2103604"/>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02</a:t>
            </a:r>
            <a:endParaRPr lang="en-US"/>
          </a:p>
        </p:txBody>
      </p:sp>
      <p:sp>
        <p:nvSpPr>
          <p:cNvPr id="40" name="Text Placeholder 37">
            <a:extLst>
              <a:ext uri="{FF2B5EF4-FFF2-40B4-BE49-F238E27FC236}">
                <a16:creationId xmlns:a16="http://schemas.microsoft.com/office/drawing/2014/main" id="{6EF20232-C0CB-6031-2BA3-649EAF84AC6A}"/>
              </a:ext>
            </a:extLst>
          </p:cNvPr>
          <p:cNvSpPr>
            <a:spLocks noGrp="1"/>
          </p:cNvSpPr>
          <p:nvPr>
            <p:ph type="body" sz="quarter" idx="16" hasCustomPrompt="1"/>
          </p:nvPr>
        </p:nvSpPr>
        <p:spPr>
          <a:xfrm>
            <a:off x="4441751" y="295947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03</a:t>
            </a:r>
            <a:endParaRPr lang="en-US"/>
          </a:p>
        </p:txBody>
      </p:sp>
      <p:sp>
        <p:nvSpPr>
          <p:cNvPr id="42" name="Text Placeholder 37">
            <a:extLst>
              <a:ext uri="{FF2B5EF4-FFF2-40B4-BE49-F238E27FC236}">
                <a16:creationId xmlns:a16="http://schemas.microsoft.com/office/drawing/2014/main" id="{4B71EB16-FDCD-4CA7-D34B-1232842DC200}"/>
              </a:ext>
            </a:extLst>
          </p:cNvPr>
          <p:cNvSpPr>
            <a:spLocks noGrp="1"/>
          </p:cNvSpPr>
          <p:nvPr>
            <p:ph type="body" sz="quarter" idx="17" hasCustomPrompt="1"/>
          </p:nvPr>
        </p:nvSpPr>
        <p:spPr>
          <a:xfrm>
            <a:off x="4441751" y="3815352"/>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04</a:t>
            </a:r>
            <a:endParaRPr lang="en-US"/>
          </a:p>
        </p:txBody>
      </p:sp>
      <p:sp>
        <p:nvSpPr>
          <p:cNvPr id="43" name="Text Placeholder 37">
            <a:extLst>
              <a:ext uri="{FF2B5EF4-FFF2-40B4-BE49-F238E27FC236}">
                <a16:creationId xmlns:a16="http://schemas.microsoft.com/office/drawing/2014/main" id="{D73C0D85-FED3-963B-1993-3DBA738DC59A}"/>
              </a:ext>
            </a:extLst>
          </p:cNvPr>
          <p:cNvSpPr>
            <a:spLocks noGrp="1"/>
          </p:cNvSpPr>
          <p:nvPr>
            <p:ph type="body" sz="quarter" idx="18" hasCustomPrompt="1"/>
          </p:nvPr>
        </p:nvSpPr>
        <p:spPr>
          <a:xfrm>
            <a:off x="5776839" y="1247730"/>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4" name="Text Placeholder 37">
            <a:extLst>
              <a:ext uri="{FF2B5EF4-FFF2-40B4-BE49-F238E27FC236}">
                <a16:creationId xmlns:a16="http://schemas.microsoft.com/office/drawing/2014/main" id="{EA0DF1CF-C6DE-6D92-A17B-A56B11B9B543}"/>
              </a:ext>
            </a:extLst>
          </p:cNvPr>
          <p:cNvSpPr>
            <a:spLocks noGrp="1"/>
          </p:cNvSpPr>
          <p:nvPr>
            <p:ph type="body" sz="quarter" idx="19" hasCustomPrompt="1"/>
          </p:nvPr>
        </p:nvSpPr>
        <p:spPr>
          <a:xfrm>
            <a:off x="5776839" y="2103604"/>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5" name="Text Placeholder 37">
            <a:extLst>
              <a:ext uri="{FF2B5EF4-FFF2-40B4-BE49-F238E27FC236}">
                <a16:creationId xmlns:a16="http://schemas.microsoft.com/office/drawing/2014/main" id="{A0332E3A-5D5F-D7B2-5A9B-D19016D5B93A}"/>
              </a:ext>
            </a:extLst>
          </p:cNvPr>
          <p:cNvSpPr>
            <a:spLocks noGrp="1"/>
          </p:cNvSpPr>
          <p:nvPr>
            <p:ph type="body" sz="quarter" idx="20" hasCustomPrompt="1"/>
          </p:nvPr>
        </p:nvSpPr>
        <p:spPr>
          <a:xfrm>
            <a:off x="5776839" y="295947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6" name="Text Placeholder 37">
            <a:extLst>
              <a:ext uri="{FF2B5EF4-FFF2-40B4-BE49-F238E27FC236}">
                <a16:creationId xmlns:a16="http://schemas.microsoft.com/office/drawing/2014/main" id="{7E0FA794-6E70-3C3D-2431-AC01C1E312F1}"/>
              </a:ext>
            </a:extLst>
          </p:cNvPr>
          <p:cNvSpPr>
            <a:spLocks noGrp="1"/>
          </p:cNvSpPr>
          <p:nvPr>
            <p:ph type="body" sz="quarter" idx="21" hasCustomPrompt="1"/>
          </p:nvPr>
        </p:nvSpPr>
        <p:spPr>
          <a:xfrm>
            <a:off x="5776839" y="3815352"/>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15936" y="1268413"/>
            <a:ext cx="3600000" cy="1440000"/>
          </a:xfrm>
        </p:spPr>
        <p:txBody>
          <a:bodyPr/>
          <a:lstStyle/>
          <a:p>
            <a:r>
              <a:rPr lang="en-GB"/>
              <a:t>Contents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grpSp>
        <p:nvGrpSpPr>
          <p:cNvPr id="36" name="Group 35">
            <a:extLst>
              <a:ext uri="{FF2B5EF4-FFF2-40B4-BE49-F238E27FC236}">
                <a16:creationId xmlns:a16="http://schemas.microsoft.com/office/drawing/2014/main" id="{6F7F0560-66ED-39BF-1B48-2296B67771A8}"/>
              </a:ext>
            </a:extLst>
          </p:cNvPr>
          <p:cNvGrpSpPr/>
          <p:nvPr userDrawn="1"/>
        </p:nvGrpSpPr>
        <p:grpSpPr>
          <a:xfrm>
            <a:off x="4441751" y="1247864"/>
            <a:ext cx="7056000" cy="3425018"/>
            <a:chOff x="4441751" y="1247864"/>
            <a:chExt cx="7056000" cy="3425018"/>
          </a:xfrm>
        </p:grpSpPr>
        <p:cxnSp>
          <p:nvCxnSpPr>
            <p:cNvPr id="31" name="Straight Connector 30">
              <a:extLst>
                <a:ext uri="{FF2B5EF4-FFF2-40B4-BE49-F238E27FC236}">
                  <a16:creationId xmlns:a16="http://schemas.microsoft.com/office/drawing/2014/main" id="{424C8716-64CB-B222-E494-41205496D202}"/>
                </a:ext>
              </a:extLst>
            </p:cNvPr>
            <p:cNvCxnSpPr>
              <a:cxnSpLocks/>
            </p:cNvCxnSpPr>
            <p:nvPr userDrawn="1"/>
          </p:nvCxnSpPr>
          <p:spPr>
            <a:xfrm>
              <a:off x="4441751" y="124786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DC8087-D3FA-8C7D-1732-D42D5855654F}"/>
                </a:ext>
              </a:extLst>
            </p:cNvPr>
            <p:cNvCxnSpPr>
              <a:cxnSpLocks/>
            </p:cNvCxnSpPr>
            <p:nvPr userDrawn="1"/>
          </p:nvCxnSpPr>
          <p:spPr>
            <a:xfrm>
              <a:off x="4441751" y="210411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921AA0B-322D-A6D2-1AC2-E67159B8A7EF}"/>
                </a:ext>
              </a:extLst>
            </p:cNvPr>
            <p:cNvCxnSpPr>
              <a:cxnSpLocks/>
            </p:cNvCxnSpPr>
            <p:nvPr userDrawn="1"/>
          </p:nvCxnSpPr>
          <p:spPr>
            <a:xfrm>
              <a:off x="4441751" y="296037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830663-9213-4F74-EADD-8C97ACD75A78}"/>
                </a:ext>
              </a:extLst>
            </p:cNvPr>
            <p:cNvCxnSpPr>
              <a:cxnSpLocks/>
            </p:cNvCxnSpPr>
            <p:nvPr userDrawn="1"/>
          </p:nvCxnSpPr>
          <p:spPr>
            <a:xfrm>
              <a:off x="4441751" y="381662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B93942F-1BAA-D291-6DFE-5D5396CCAF31}"/>
                </a:ext>
              </a:extLst>
            </p:cNvPr>
            <p:cNvCxnSpPr>
              <a:cxnSpLocks/>
            </p:cNvCxnSpPr>
            <p:nvPr userDrawn="1"/>
          </p:nvCxnSpPr>
          <p:spPr>
            <a:xfrm>
              <a:off x="4441751" y="4672882"/>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 Placeholder 37">
            <a:extLst>
              <a:ext uri="{FF2B5EF4-FFF2-40B4-BE49-F238E27FC236}">
                <a16:creationId xmlns:a16="http://schemas.microsoft.com/office/drawing/2014/main" id="{071B429B-A813-2228-8D88-D0FA31728AD0}"/>
              </a:ext>
            </a:extLst>
          </p:cNvPr>
          <p:cNvSpPr>
            <a:spLocks noGrp="1"/>
          </p:cNvSpPr>
          <p:nvPr>
            <p:ph type="body" sz="quarter" idx="22" hasCustomPrompt="1"/>
          </p:nvPr>
        </p:nvSpPr>
        <p:spPr>
          <a:xfrm>
            <a:off x="4441751" y="467122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05</a:t>
            </a:r>
            <a:endParaRPr lang="en-US"/>
          </a:p>
        </p:txBody>
      </p:sp>
      <p:sp>
        <p:nvSpPr>
          <p:cNvPr id="48" name="Text Placeholder 37">
            <a:extLst>
              <a:ext uri="{FF2B5EF4-FFF2-40B4-BE49-F238E27FC236}">
                <a16:creationId xmlns:a16="http://schemas.microsoft.com/office/drawing/2014/main" id="{9A57FEBE-54BA-1BEA-53B0-B6937E62C91E}"/>
              </a:ext>
            </a:extLst>
          </p:cNvPr>
          <p:cNvSpPr>
            <a:spLocks noGrp="1"/>
          </p:cNvSpPr>
          <p:nvPr>
            <p:ph type="body" sz="quarter" idx="23" hasCustomPrompt="1"/>
          </p:nvPr>
        </p:nvSpPr>
        <p:spPr>
          <a:xfrm>
            <a:off x="5776839" y="467122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Tree>
    <p:extLst>
      <p:ext uri="{BB962C8B-B14F-4D97-AF65-F5344CB8AC3E}">
        <p14:creationId xmlns:p14="http://schemas.microsoft.com/office/powerpoint/2010/main" val="4211858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tx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tx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pic>
        <p:nvPicPr>
          <p:cNvPr id="4" name="Graphic 3">
            <a:extLst>
              <a:ext uri="{FF2B5EF4-FFF2-40B4-BE49-F238E27FC236}">
                <a16:creationId xmlns:a16="http://schemas.microsoft.com/office/drawing/2014/main" id="{373B7848-383C-386D-49E5-E7424283339F}"/>
              </a:ext>
            </a:extLst>
          </p:cNvPr>
          <p:cNvPicPr>
            <a:picLocks noChangeAspect="1"/>
          </p:cNvPicPr>
          <p:nvPr userDrawn="1"/>
        </p:nvPicPr>
        <p:blipFill>
          <a:blip>
            <a:lum bright="-100000"/>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pic>
        <p:nvPicPr>
          <p:cNvPr id="5" name="Graphic 4">
            <a:extLst>
              <a:ext uri="{FF2B5EF4-FFF2-40B4-BE49-F238E27FC236}">
                <a16:creationId xmlns:a16="http://schemas.microsoft.com/office/drawing/2014/main" id="{004E34D7-A790-33B6-52E6-1818515AB6EF}"/>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Tree>
    <p:extLst>
      <p:ext uri="{BB962C8B-B14F-4D97-AF65-F5344CB8AC3E}">
        <p14:creationId xmlns:p14="http://schemas.microsoft.com/office/powerpoint/2010/main" val="154777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pic>
        <p:nvPicPr>
          <p:cNvPr id="4" name="Graphic 3">
            <a:extLst>
              <a:ext uri="{FF2B5EF4-FFF2-40B4-BE49-F238E27FC236}">
                <a16:creationId xmlns:a16="http://schemas.microsoft.com/office/drawing/2014/main" id="{373B7848-383C-386D-49E5-E7424283339F}"/>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1636953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 Full Screen Image">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5186942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843988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219D73-5B6D-1E03-9A9C-7EAD171EA246}"/>
              </a:ext>
            </a:extLst>
          </p:cNvPr>
          <p:cNvSpPr/>
          <p:nvPr userDrawn="1"/>
        </p:nvSpPr>
        <p:spPr>
          <a:xfrm>
            <a:off x="-425" y="0"/>
            <a:ext cx="12204000" cy="639779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1358792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219D73-5B6D-1E03-9A9C-7EAD171EA246}"/>
              </a:ext>
            </a:extLst>
          </p:cNvPr>
          <p:cNvSpPr/>
          <p:nvPr userDrawn="1"/>
        </p:nvSpPr>
        <p:spPr>
          <a:xfrm>
            <a:off x="-12000" y="-36000"/>
            <a:ext cx="12204000" cy="639779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5315605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 Long Paragrap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5668"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a:t>This is a slide for </a:t>
            </a:r>
            <a:br>
              <a:rPr lang="en-GB"/>
            </a:br>
            <a:r>
              <a:rPr lang="en-GB"/>
              <a:t>long paragraph</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5668" y="3067741"/>
            <a:ext cx="2796769" cy="2882209"/>
          </a:xfrm>
        </p:spPr>
        <p:txBody>
          <a:bodyPr/>
          <a:lstStyle>
            <a:lvl1pPr marL="0" indent="0">
              <a:lnSpc>
                <a:spcPct val="90000"/>
              </a:lnSpc>
              <a:spcAft>
                <a:spcPts val="1000"/>
              </a:spcAft>
              <a:buNone/>
              <a:defRPr sz="11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643606" y="3947583"/>
            <a:ext cx="2796769" cy="2002367"/>
          </a:xfrm>
        </p:spPr>
        <p:txBody>
          <a:bodyPr/>
          <a:lstStyle>
            <a:lvl1pPr marL="0" indent="0">
              <a:lnSpc>
                <a:spcPct val="95000"/>
              </a:lnSpc>
              <a:spcAft>
                <a:spcPts val="1000"/>
              </a:spcAft>
              <a:buNone/>
              <a:defRPr sz="11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6" name="Picture Placeholder 16">
            <a:extLst>
              <a:ext uri="{FF2B5EF4-FFF2-40B4-BE49-F238E27FC236}">
                <a16:creationId xmlns:a16="http://schemas.microsoft.com/office/drawing/2014/main" id="{6DC885EA-D5A0-FA2B-4254-3724890BBBE8}"/>
              </a:ext>
            </a:extLst>
          </p:cNvPr>
          <p:cNvSpPr>
            <a:spLocks noGrp="1"/>
          </p:cNvSpPr>
          <p:nvPr>
            <p:ph type="pic" sz="quarter" idx="14"/>
          </p:nvPr>
        </p:nvSpPr>
        <p:spPr>
          <a:xfrm>
            <a:off x="8557154" y="1299410"/>
            <a:ext cx="2880000" cy="4212000"/>
          </a:xfrm>
          <a:solidFill>
            <a:schemeClr val="bg1">
              <a:lumMod val="85000"/>
            </a:schemeClr>
          </a:solidFill>
        </p:spPr>
        <p:txBody>
          <a:bodyPr/>
          <a:lstStyle/>
          <a:p>
            <a:endParaRPr lang="en-US"/>
          </a:p>
        </p:txBody>
      </p:sp>
    </p:spTree>
    <p:extLst>
      <p:ext uri="{BB962C8B-B14F-4D97-AF65-F5344CB8AC3E}">
        <p14:creationId xmlns:p14="http://schemas.microsoft.com/office/powerpoint/2010/main" val="18367953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 Short Paragraph">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7511"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b="0" i="0">
                <a:solidFill>
                  <a:srgbClr val="000000"/>
                </a:solidFill>
                <a:effectLst/>
              </a:rPr>
              <a:t>This is a slide for </a:t>
            </a:r>
            <a:br>
              <a:rPr lang="en-GB" b="0" i="0">
                <a:solidFill>
                  <a:srgbClr val="000000"/>
                </a:solidFill>
                <a:effectLst/>
              </a:rPr>
            </a:br>
            <a:r>
              <a:rPr lang="en-GB" b="0" i="0">
                <a:solidFill>
                  <a:srgbClr val="000000"/>
                </a:solidFill>
                <a:effectLst/>
              </a:rPr>
              <a:t>short paragraph</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7511" y="3147952"/>
            <a:ext cx="2796769" cy="879842"/>
          </a:xfrm>
        </p:spPr>
        <p:txBody>
          <a:bodyPr/>
          <a:lstStyle>
            <a:lvl1pPr marL="0" indent="0">
              <a:lnSpc>
                <a:spcPct val="90000"/>
              </a:lnSpc>
              <a:spcAft>
                <a:spcPts val="1000"/>
              </a:spcAft>
              <a:buNone/>
              <a:defRPr lang="en-GB" sz="26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Lorem ipsum </a:t>
            </a:r>
            <a:br>
              <a:rPr lang="en-GB"/>
            </a:br>
            <a:r>
              <a:rPr lang="en-GB"/>
              <a:t>dolor sit amet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27511" y="4034771"/>
            <a:ext cx="2796769" cy="2002367"/>
          </a:xfrm>
        </p:spPr>
        <p:txBody>
          <a:bodyPr/>
          <a:lstStyle>
            <a:lvl1pPr marL="0" indent="0">
              <a:lnSpc>
                <a:spcPct val="95000"/>
              </a:lnSpc>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6" name="Picture Placeholder 16">
            <a:extLst>
              <a:ext uri="{FF2B5EF4-FFF2-40B4-BE49-F238E27FC236}">
                <a16:creationId xmlns:a16="http://schemas.microsoft.com/office/drawing/2014/main" id="{6DC885EA-D5A0-FA2B-4254-3724890BBBE8}"/>
              </a:ext>
            </a:extLst>
          </p:cNvPr>
          <p:cNvSpPr>
            <a:spLocks noGrp="1"/>
          </p:cNvSpPr>
          <p:nvPr>
            <p:ph type="pic" sz="quarter" idx="14"/>
          </p:nvPr>
        </p:nvSpPr>
        <p:spPr>
          <a:xfrm>
            <a:off x="8110512" y="1299411"/>
            <a:ext cx="3568344" cy="4657518"/>
          </a:xfrm>
          <a:solidFill>
            <a:schemeClr val="bg1">
              <a:lumMod val="85000"/>
            </a:schemeClr>
          </a:solidFill>
        </p:spPr>
        <p:txBody>
          <a:bodyPr/>
          <a:lstStyle/>
          <a:p>
            <a:endParaRPr lang="en-US"/>
          </a:p>
        </p:txBody>
      </p:sp>
      <p:sp>
        <p:nvSpPr>
          <p:cNvPr id="12" name="Text Placeholder 21">
            <a:extLst>
              <a:ext uri="{FF2B5EF4-FFF2-40B4-BE49-F238E27FC236}">
                <a16:creationId xmlns:a16="http://schemas.microsoft.com/office/drawing/2014/main" id="{2BE9BA69-E5D6-5E44-4F44-4441AFBF5FE7}"/>
              </a:ext>
            </a:extLst>
          </p:cNvPr>
          <p:cNvSpPr>
            <a:spLocks noGrp="1"/>
          </p:cNvSpPr>
          <p:nvPr>
            <p:ph type="body" sz="quarter" idx="19" hasCustomPrompt="1"/>
          </p:nvPr>
        </p:nvSpPr>
        <p:spPr>
          <a:xfrm>
            <a:off x="3793500" y="4034771"/>
            <a:ext cx="2796769" cy="2002367"/>
          </a:xfrm>
        </p:spPr>
        <p:txBody>
          <a:bodyPr/>
          <a:lstStyle>
            <a:lvl1pPr marL="0" indent="0">
              <a:lnSpc>
                <a:spcPct val="95000"/>
              </a:lnSpc>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1426122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arge Statment - Split Image">
    <p:bg>
      <p:bgPr>
        <a:solidFill>
          <a:schemeClr val="tx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49510" y="5058"/>
            <a:ext cx="6142490" cy="6876000"/>
          </a:xfrm>
          <a:solidFill>
            <a:schemeClr val="bg1">
              <a:lumMod val="85000"/>
            </a:schemeClr>
          </a:solidFill>
        </p:spPr>
        <p:txBody>
          <a:bodyPr/>
          <a:lstStyle/>
          <a:p>
            <a:endParaRPr lang="en-US"/>
          </a:p>
        </p:txBody>
      </p:sp>
      <p:pic>
        <p:nvPicPr>
          <p:cNvPr id="6" name="Graphic 5">
            <a:extLst>
              <a:ext uri="{FF2B5EF4-FFF2-40B4-BE49-F238E27FC236}">
                <a16:creationId xmlns:a16="http://schemas.microsoft.com/office/drawing/2014/main" id="{02F718EE-F749-6245-360C-62743886D2EA}"/>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8" name="Slide Number Placeholder 5">
            <a:extLst>
              <a:ext uri="{FF2B5EF4-FFF2-40B4-BE49-F238E27FC236}">
                <a16:creationId xmlns:a16="http://schemas.microsoft.com/office/drawing/2014/main" id="{55227DA8-49BF-BC91-6F9E-8D36260C6086}"/>
              </a:ext>
            </a:extLst>
          </p:cNvPr>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sp>
        <p:nvSpPr>
          <p:cNvPr id="11" name="Text Placeholder 10">
            <a:extLst>
              <a:ext uri="{FF2B5EF4-FFF2-40B4-BE49-F238E27FC236}">
                <a16:creationId xmlns:a16="http://schemas.microsoft.com/office/drawing/2014/main" id="{C3CD4768-C978-97ED-767A-3070AEC53FE7}"/>
              </a:ext>
            </a:extLst>
          </p:cNvPr>
          <p:cNvSpPr>
            <a:spLocks noGrp="1"/>
          </p:cNvSpPr>
          <p:nvPr>
            <p:ph type="body" sz="quarter" idx="14" hasCustomPrompt="1"/>
          </p:nvPr>
        </p:nvSpPr>
        <p:spPr>
          <a:xfrm>
            <a:off x="515938" y="1933575"/>
            <a:ext cx="5156200" cy="2522538"/>
          </a:xfrm>
        </p:spPr>
        <p:txBody>
          <a:bodyPr anchor="b"/>
          <a:lstStyle>
            <a:lvl1pPr marL="0" indent="0" algn="ctr">
              <a:lnSpc>
                <a:spcPct val="90000"/>
              </a:lnSpc>
              <a:spcAft>
                <a:spcPts val="0"/>
              </a:spcAft>
              <a:buNone/>
              <a:defRPr lang="en-GB" sz="5000" b="0" i="0" smtClean="0">
                <a:solidFill>
                  <a:schemeClr val="bg1"/>
                </a:solidFill>
                <a:effectLst/>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GB"/>
              <a:t>Large statement</a:t>
            </a:r>
            <a:br>
              <a:rPr lang="en-GB"/>
            </a:br>
            <a:r>
              <a:rPr lang="en-GB"/>
              <a:t>half &amp; half</a:t>
            </a:r>
            <a:br>
              <a:rPr lang="en-GB"/>
            </a:br>
            <a:r>
              <a:rPr lang="en-GB"/>
              <a:t>split image</a:t>
            </a:r>
            <a:endParaRPr lang="en-US"/>
          </a:p>
        </p:txBody>
      </p:sp>
    </p:spTree>
    <p:extLst>
      <p:ext uri="{BB962C8B-B14F-4D97-AF65-F5344CB8AC3E}">
        <p14:creationId xmlns:p14="http://schemas.microsoft.com/office/powerpoint/2010/main" val="2702540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 3 Columns in tabl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440000"/>
          </a:xfrm>
        </p:spPr>
        <p:txBody>
          <a:bodyPr/>
          <a:lstStyle/>
          <a:p>
            <a:r>
              <a:rPr lang="en-GB"/>
              <a:t>Content slide</a:t>
            </a:r>
            <a:br>
              <a:rPr lang="en-GB"/>
            </a:br>
            <a:r>
              <a:rPr lang="en-GB"/>
              <a:t>- 3 Columns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529618" y="3973350"/>
            <a:ext cx="2734945" cy="1941876"/>
          </a:xfrm>
        </p:spPr>
        <p:txBody>
          <a:bodyPr/>
          <a:lstStyle>
            <a:lvl1pPr marL="0" indent="0">
              <a:lnSpc>
                <a:spcPct val="90000"/>
              </a:lnSpc>
              <a:spcAft>
                <a:spcPts val="1000"/>
              </a:spcAft>
              <a:buNone/>
              <a:defRPr sz="1200"/>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Lorem ipsum </a:t>
            </a:r>
            <a:br>
              <a:rPr lang="en-GB"/>
            </a:br>
            <a:r>
              <a:rPr lang="en-GB"/>
              <a:t>dolor sit amet</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713453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 icon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009850"/>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1536355"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a:t>
            </a:r>
            <a:r>
              <a:rPr lang="en-GB" err="1"/>
              <a:t>ut</a:t>
            </a:r>
            <a:r>
              <a:rPr lang="en-GB"/>
              <a:t> </a:t>
            </a:r>
            <a:r>
              <a:rPr lang="en-GB" err="1"/>
              <a:t>perspiciatis</a:t>
            </a:r>
            <a:r>
              <a:rPr lang="en-GB"/>
              <a:t> </a:t>
            </a:r>
            <a:r>
              <a:rPr lang="en-GB" err="1"/>
              <a:t>unde</a:t>
            </a:r>
            <a:r>
              <a:rPr lang="en-GB"/>
              <a:t> omnis </a:t>
            </a:r>
            <a:br>
              <a:rPr lang="en-GB"/>
            </a:br>
            <a:r>
              <a:rPr lang="en-GB" err="1"/>
              <a:t>iste</a:t>
            </a:r>
            <a:r>
              <a:rPr lang="en-GB"/>
              <a:t> </a:t>
            </a:r>
            <a:r>
              <a:rPr lang="en-GB" err="1"/>
              <a:t>natus</a:t>
            </a:r>
            <a:r>
              <a:rPr lang="en-GB"/>
              <a:t> error sit </a:t>
            </a:r>
            <a:r>
              <a:rPr lang="en-GB" err="1"/>
              <a:t>voluptatem</a:t>
            </a:r>
            <a:r>
              <a:rPr lang="en-GB"/>
              <a:t> </a:t>
            </a:r>
            <a:br>
              <a:rPr lang="en-GB"/>
            </a:br>
            <a:r>
              <a:rPr lang="en-GB" err="1"/>
              <a:t>accusanti</a:t>
            </a:r>
            <a:r>
              <a:rPr lang="en-GB"/>
              <a:t> </a:t>
            </a:r>
            <a:r>
              <a:rPr lang="en-GB" err="1"/>
              <a:t>doloremque</a:t>
            </a:r>
            <a:r>
              <a:rPr lang="en-GB"/>
              <a:t> </a:t>
            </a:r>
            <a:r>
              <a:rPr lang="en-GB" err="1"/>
              <a:t>laudanti</a:t>
            </a:r>
            <a:r>
              <a:rPr lang="en-GB"/>
              <a:t>, </a:t>
            </a:r>
            <a:br>
              <a:rPr lang="en-GB"/>
            </a:br>
            <a:r>
              <a:rPr lang="en-GB" err="1"/>
              <a:t>totam</a:t>
            </a:r>
            <a:r>
              <a:rPr lang="en-GB"/>
              <a:t> rem </a:t>
            </a:r>
            <a:r>
              <a:rPr lang="en-GB" err="1"/>
              <a:t>aperiam</a:t>
            </a:r>
            <a:r>
              <a:rPr lang="en-GB"/>
              <a:t>, </a:t>
            </a:r>
            <a:r>
              <a:rPr lang="en-GB" err="1"/>
              <a:t>eaque</a:t>
            </a:r>
            <a:r>
              <a:rPr lang="en-GB"/>
              <a:t> </a:t>
            </a:r>
            <a:r>
              <a:rPr lang="en-GB" err="1"/>
              <a:t>ips</a:t>
            </a:r>
            <a:r>
              <a:rPr lang="en-GB"/>
              <a:t>.</a:t>
            </a:r>
          </a:p>
        </p:txBody>
      </p:sp>
      <p:sp>
        <p:nvSpPr>
          <p:cNvPr id="12" name="Text Placeholder 21">
            <a:extLst>
              <a:ext uri="{FF2B5EF4-FFF2-40B4-BE49-F238E27FC236}">
                <a16:creationId xmlns:a16="http://schemas.microsoft.com/office/drawing/2014/main" id="{A19E6088-A809-42EE-6F48-4C0CF020A0AE}"/>
              </a:ext>
            </a:extLst>
          </p:cNvPr>
          <p:cNvSpPr>
            <a:spLocks noGrp="1"/>
          </p:cNvSpPr>
          <p:nvPr>
            <p:ph type="body" sz="quarter" idx="24" hasCustomPrompt="1"/>
          </p:nvPr>
        </p:nvSpPr>
        <p:spPr>
          <a:xfrm>
            <a:off x="1536355"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Negotiated </a:t>
            </a:r>
            <a:br>
              <a:rPr lang="en-GB" b="0" i="0">
                <a:solidFill>
                  <a:srgbClr val="000000"/>
                </a:solidFill>
                <a:effectLst/>
              </a:rPr>
            </a:br>
            <a:r>
              <a:rPr lang="en-GB" b="0" i="0">
                <a:solidFill>
                  <a:srgbClr val="000000"/>
                </a:solidFill>
                <a:effectLst/>
              </a:rPr>
              <a:t>Pricing</a:t>
            </a:r>
            <a:endParaRPr lang="en-US"/>
          </a:p>
        </p:txBody>
      </p:sp>
      <p:sp>
        <p:nvSpPr>
          <p:cNvPr id="8" name="Text Placeholder 21">
            <a:extLst>
              <a:ext uri="{FF2B5EF4-FFF2-40B4-BE49-F238E27FC236}">
                <a16:creationId xmlns:a16="http://schemas.microsoft.com/office/drawing/2014/main" id="{54361270-642D-39E4-3982-5A003805CD85}"/>
              </a:ext>
            </a:extLst>
          </p:cNvPr>
          <p:cNvSpPr>
            <a:spLocks noGrp="1"/>
          </p:cNvSpPr>
          <p:nvPr>
            <p:ph type="body" sz="quarter" idx="25" hasCustomPrompt="1"/>
          </p:nvPr>
        </p:nvSpPr>
        <p:spPr>
          <a:xfrm>
            <a:off x="5429094"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10" name="Text Placeholder 21">
            <a:extLst>
              <a:ext uri="{FF2B5EF4-FFF2-40B4-BE49-F238E27FC236}">
                <a16:creationId xmlns:a16="http://schemas.microsoft.com/office/drawing/2014/main" id="{396587BB-587D-7309-431E-7FC5409CC282}"/>
              </a:ext>
            </a:extLst>
          </p:cNvPr>
          <p:cNvSpPr>
            <a:spLocks noGrp="1"/>
          </p:cNvSpPr>
          <p:nvPr>
            <p:ph type="body" sz="quarter" idx="26" hasCustomPrompt="1"/>
          </p:nvPr>
        </p:nvSpPr>
        <p:spPr>
          <a:xfrm>
            <a:off x="5429094"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Rebates</a:t>
            </a:r>
            <a:endParaRPr lang="en-US"/>
          </a:p>
        </p:txBody>
      </p:sp>
      <p:sp>
        <p:nvSpPr>
          <p:cNvPr id="17" name="Text Placeholder 21">
            <a:extLst>
              <a:ext uri="{FF2B5EF4-FFF2-40B4-BE49-F238E27FC236}">
                <a16:creationId xmlns:a16="http://schemas.microsoft.com/office/drawing/2014/main" id="{1F79419B-5F52-419F-EB63-35F2E957CA4A}"/>
              </a:ext>
            </a:extLst>
          </p:cNvPr>
          <p:cNvSpPr>
            <a:spLocks noGrp="1"/>
          </p:cNvSpPr>
          <p:nvPr>
            <p:ph type="body" sz="quarter" idx="27" hasCustomPrompt="1"/>
          </p:nvPr>
        </p:nvSpPr>
        <p:spPr>
          <a:xfrm>
            <a:off x="9325973" y="3451901"/>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18" name="Text Placeholder 21">
            <a:extLst>
              <a:ext uri="{FF2B5EF4-FFF2-40B4-BE49-F238E27FC236}">
                <a16:creationId xmlns:a16="http://schemas.microsoft.com/office/drawing/2014/main" id="{DD3D497E-5597-BD9A-4CA8-FEBF23245174}"/>
              </a:ext>
            </a:extLst>
          </p:cNvPr>
          <p:cNvSpPr>
            <a:spLocks noGrp="1"/>
          </p:cNvSpPr>
          <p:nvPr>
            <p:ph type="body" sz="quarter" idx="28" hasCustomPrompt="1"/>
          </p:nvPr>
        </p:nvSpPr>
        <p:spPr>
          <a:xfrm>
            <a:off x="9325973" y="2665724"/>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Dedicated </a:t>
            </a:r>
            <a:br>
              <a:rPr lang="en-GB" b="0" i="0">
                <a:solidFill>
                  <a:srgbClr val="000000"/>
                </a:solidFill>
                <a:effectLst/>
              </a:rPr>
            </a:br>
            <a:r>
              <a:rPr lang="en-GB" b="0" i="0">
                <a:solidFill>
                  <a:srgbClr val="000000"/>
                </a:solidFill>
                <a:effectLst/>
              </a:rPr>
              <a:t>Support</a:t>
            </a:r>
            <a:endParaRPr lang="en-US"/>
          </a:p>
        </p:txBody>
      </p:sp>
      <p:sp>
        <p:nvSpPr>
          <p:cNvPr id="25" name="Text Placeholder 21">
            <a:extLst>
              <a:ext uri="{FF2B5EF4-FFF2-40B4-BE49-F238E27FC236}">
                <a16:creationId xmlns:a16="http://schemas.microsoft.com/office/drawing/2014/main" id="{3B93C8D2-AED3-2AB9-B0F5-1672AA992DC0}"/>
              </a:ext>
            </a:extLst>
          </p:cNvPr>
          <p:cNvSpPr>
            <a:spLocks noGrp="1"/>
          </p:cNvSpPr>
          <p:nvPr>
            <p:ph type="body" sz="quarter" idx="29" hasCustomPrompt="1"/>
          </p:nvPr>
        </p:nvSpPr>
        <p:spPr>
          <a:xfrm>
            <a:off x="1536355"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27" name="Text Placeholder 21">
            <a:extLst>
              <a:ext uri="{FF2B5EF4-FFF2-40B4-BE49-F238E27FC236}">
                <a16:creationId xmlns:a16="http://schemas.microsoft.com/office/drawing/2014/main" id="{FA49DE0A-9167-5E5E-23B4-892A7DE9A70A}"/>
              </a:ext>
            </a:extLst>
          </p:cNvPr>
          <p:cNvSpPr>
            <a:spLocks noGrp="1"/>
          </p:cNvSpPr>
          <p:nvPr>
            <p:ph type="body" sz="quarter" idx="31" hasCustomPrompt="1"/>
          </p:nvPr>
        </p:nvSpPr>
        <p:spPr>
          <a:xfrm>
            <a:off x="5429094"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28" name="Text Placeholder 21">
            <a:extLst>
              <a:ext uri="{FF2B5EF4-FFF2-40B4-BE49-F238E27FC236}">
                <a16:creationId xmlns:a16="http://schemas.microsoft.com/office/drawing/2014/main" id="{AD2217CA-90C3-0603-D715-3F36410F2B06}"/>
              </a:ext>
            </a:extLst>
          </p:cNvPr>
          <p:cNvSpPr>
            <a:spLocks noGrp="1"/>
          </p:cNvSpPr>
          <p:nvPr>
            <p:ph type="body" sz="quarter" idx="32" hasCustomPrompt="1"/>
          </p:nvPr>
        </p:nvSpPr>
        <p:spPr>
          <a:xfrm>
            <a:off x="5429094" y="4374802"/>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Priority Inventory Allocation</a:t>
            </a:r>
            <a:endParaRPr lang="en-US"/>
          </a:p>
        </p:txBody>
      </p:sp>
      <p:sp>
        <p:nvSpPr>
          <p:cNvPr id="29" name="Text Placeholder 21">
            <a:extLst>
              <a:ext uri="{FF2B5EF4-FFF2-40B4-BE49-F238E27FC236}">
                <a16:creationId xmlns:a16="http://schemas.microsoft.com/office/drawing/2014/main" id="{96C4312F-35D9-1855-48F2-8743790ECC7F}"/>
              </a:ext>
            </a:extLst>
          </p:cNvPr>
          <p:cNvSpPr>
            <a:spLocks noGrp="1"/>
          </p:cNvSpPr>
          <p:nvPr>
            <p:ph type="body" sz="quarter" idx="33" hasCustomPrompt="1"/>
          </p:nvPr>
        </p:nvSpPr>
        <p:spPr>
          <a:xfrm>
            <a:off x="9325973" y="5160979"/>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a:t>Sed ut perspiciatis unde omnis </a:t>
            </a:r>
            <a:br>
              <a:rPr lang="en-GB"/>
            </a:br>
            <a:r>
              <a:rPr lang="en-GB"/>
              <a:t>iste natus error sit voluptatem </a:t>
            </a:r>
            <a:br>
              <a:rPr lang="en-GB"/>
            </a:br>
            <a:r>
              <a:rPr lang="en-GB"/>
              <a:t>accusanti doloremque </a:t>
            </a:r>
            <a:r>
              <a:rPr lang="en-GB" err="1"/>
              <a:t>laudanti</a:t>
            </a:r>
            <a:r>
              <a:rPr lang="en-GB"/>
              <a:t>, </a:t>
            </a:r>
            <a:br>
              <a:rPr lang="en-GB"/>
            </a:br>
            <a:r>
              <a:rPr lang="en-GB"/>
              <a:t>totam rem aperiam, eaque </a:t>
            </a:r>
            <a:r>
              <a:rPr lang="en-GB" err="1"/>
              <a:t>ips</a:t>
            </a:r>
            <a:r>
              <a:rPr lang="en-GB"/>
              <a:t>.</a:t>
            </a:r>
          </a:p>
        </p:txBody>
      </p:sp>
      <p:sp>
        <p:nvSpPr>
          <p:cNvPr id="30" name="Text Placeholder 21">
            <a:extLst>
              <a:ext uri="{FF2B5EF4-FFF2-40B4-BE49-F238E27FC236}">
                <a16:creationId xmlns:a16="http://schemas.microsoft.com/office/drawing/2014/main" id="{57167064-2D79-2646-F1CA-B518AAA4EA06}"/>
              </a:ext>
            </a:extLst>
          </p:cNvPr>
          <p:cNvSpPr>
            <a:spLocks noGrp="1"/>
          </p:cNvSpPr>
          <p:nvPr>
            <p:ph type="body" sz="quarter" idx="34" hasCustomPrompt="1"/>
          </p:nvPr>
        </p:nvSpPr>
        <p:spPr>
          <a:xfrm>
            <a:off x="9325973" y="4374802"/>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Tools and </a:t>
            </a:r>
            <a:br>
              <a:rPr lang="en-GB" b="0" i="0">
                <a:solidFill>
                  <a:srgbClr val="000000"/>
                </a:solidFill>
                <a:effectLst/>
              </a:rPr>
            </a:br>
            <a:r>
              <a:rPr lang="en-GB" b="0" i="0">
                <a:solidFill>
                  <a:srgbClr val="000000"/>
                </a:solidFill>
                <a:effectLst/>
              </a:rPr>
              <a:t>Reporting</a:t>
            </a:r>
            <a:endParaRPr lang="en-US"/>
          </a:p>
        </p:txBody>
      </p:sp>
      <p:sp>
        <p:nvSpPr>
          <p:cNvPr id="34" name="Text Placeholder 21">
            <a:extLst>
              <a:ext uri="{FF2B5EF4-FFF2-40B4-BE49-F238E27FC236}">
                <a16:creationId xmlns:a16="http://schemas.microsoft.com/office/drawing/2014/main" id="{655A7C08-A93D-7FAF-0DE7-DD89E3296CB9}"/>
              </a:ext>
            </a:extLst>
          </p:cNvPr>
          <p:cNvSpPr>
            <a:spLocks noGrp="1"/>
          </p:cNvSpPr>
          <p:nvPr>
            <p:ph type="body" sz="quarter" idx="35" hasCustomPrompt="1"/>
          </p:nvPr>
        </p:nvSpPr>
        <p:spPr>
          <a:xfrm>
            <a:off x="1532215" y="4397703"/>
            <a:ext cx="2340000" cy="763276"/>
          </a:xfrm>
        </p:spPr>
        <p:txBody>
          <a:bodyPr/>
          <a:lstStyle>
            <a:lvl1pPr marL="0" indent="0">
              <a:lnSpc>
                <a:spcPct val="90000"/>
              </a:lnSpc>
              <a:spcAft>
                <a:spcPts val="1000"/>
              </a:spcAft>
              <a:buNone/>
              <a:defRPr lang="en-GB"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Purchasing </a:t>
            </a:r>
            <a:br>
              <a:rPr lang="en-GB" b="0" i="0">
                <a:solidFill>
                  <a:srgbClr val="000000"/>
                </a:solidFill>
                <a:effectLst/>
              </a:rPr>
            </a:br>
            <a:r>
              <a:rPr lang="en-GB" b="0" i="0">
                <a:solidFill>
                  <a:srgbClr val="000000"/>
                </a:solidFill>
                <a:effectLst/>
              </a:rPr>
              <a:t>Power</a:t>
            </a:r>
            <a:endParaRPr lang="en-US"/>
          </a:p>
        </p:txBody>
      </p:sp>
    </p:spTree>
    <p:extLst>
      <p:ext uri="{BB962C8B-B14F-4D97-AF65-F5344CB8AC3E}">
        <p14:creationId xmlns:p14="http://schemas.microsoft.com/office/powerpoint/2010/main" val="37352186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x 2 Images - icon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42799" y="1298071"/>
            <a:ext cx="5023174" cy="1044575"/>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891250" y="1268413"/>
            <a:ext cx="2592000" cy="345464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39447" y="2512847"/>
            <a:ext cx="1980000" cy="2736000"/>
          </a:xfrm>
          <a:solidFill>
            <a:schemeClr val="bg1">
              <a:lumMod val="85000"/>
            </a:schemeClr>
          </a:solidFill>
        </p:spPr>
        <p:txBody>
          <a:bodyPr/>
          <a:lstStyle/>
          <a:p>
            <a:endParaRPr lang="en-US"/>
          </a:p>
        </p:txBody>
      </p:sp>
      <p:sp>
        <p:nvSpPr>
          <p:cNvPr id="4" name="Text Placeholder 21">
            <a:extLst>
              <a:ext uri="{FF2B5EF4-FFF2-40B4-BE49-F238E27FC236}">
                <a16:creationId xmlns:a16="http://schemas.microsoft.com/office/drawing/2014/main" id="{F8BE5913-5162-CCD4-4293-7D233AD39EC0}"/>
              </a:ext>
            </a:extLst>
          </p:cNvPr>
          <p:cNvSpPr>
            <a:spLocks noGrp="1"/>
          </p:cNvSpPr>
          <p:nvPr>
            <p:ph type="body" sz="quarter" idx="17" hasCustomPrompt="1"/>
          </p:nvPr>
        </p:nvSpPr>
        <p:spPr>
          <a:xfrm>
            <a:off x="7237720" y="2508374"/>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7" name="Text Placeholder 21">
            <a:extLst>
              <a:ext uri="{FF2B5EF4-FFF2-40B4-BE49-F238E27FC236}">
                <a16:creationId xmlns:a16="http://schemas.microsoft.com/office/drawing/2014/main" id="{257F753F-EED8-E20A-F3D8-5444B331A76A}"/>
              </a:ext>
            </a:extLst>
          </p:cNvPr>
          <p:cNvSpPr>
            <a:spLocks noGrp="1"/>
          </p:cNvSpPr>
          <p:nvPr>
            <p:ph type="body" sz="quarter" idx="18" hasCustomPrompt="1"/>
          </p:nvPr>
        </p:nvSpPr>
        <p:spPr>
          <a:xfrm>
            <a:off x="7237720" y="3298717"/>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8" name="Text Placeholder 21">
            <a:extLst>
              <a:ext uri="{FF2B5EF4-FFF2-40B4-BE49-F238E27FC236}">
                <a16:creationId xmlns:a16="http://schemas.microsoft.com/office/drawing/2014/main" id="{6C7392FB-2448-4759-5036-DE475281EB42}"/>
              </a:ext>
            </a:extLst>
          </p:cNvPr>
          <p:cNvSpPr>
            <a:spLocks noGrp="1"/>
          </p:cNvSpPr>
          <p:nvPr>
            <p:ph type="body" sz="quarter" idx="19" hasCustomPrompt="1"/>
          </p:nvPr>
        </p:nvSpPr>
        <p:spPr>
          <a:xfrm>
            <a:off x="7237720" y="4089060"/>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9" name="Text Placeholder 21">
            <a:extLst>
              <a:ext uri="{FF2B5EF4-FFF2-40B4-BE49-F238E27FC236}">
                <a16:creationId xmlns:a16="http://schemas.microsoft.com/office/drawing/2014/main" id="{C44CBE30-ACCE-13BA-C2CA-72150D909586}"/>
              </a:ext>
            </a:extLst>
          </p:cNvPr>
          <p:cNvSpPr>
            <a:spLocks noGrp="1"/>
          </p:cNvSpPr>
          <p:nvPr>
            <p:ph type="body" sz="quarter" idx="20" hasCustomPrompt="1"/>
          </p:nvPr>
        </p:nvSpPr>
        <p:spPr>
          <a:xfrm>
            <a:off x="7237720" y="4879403"/>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
        <p:nvSpPr>
          <p:cNvPr id="10" name="Text Placeholder 21">
            <a:extLst>
              <a:ext uri="{FF2B5EF4-FFF2-40B4-BE49-F238E27FC236}">
                <a16:creationId xmlns:a16="http://schemas.microsoft.com/office/drawing/2014/main" id="{CADF10BB-1B84-A597-53CB-A1F3EEA37992}"/>
              </a:ext>
            </a:extLst>
          </p:cNvPr>
          <p:cNvSpPr>
            <a:spLocks noGrp="1"/>
          </p:cNvSpPr>
          <p:nvPr>
            <p:ph type="body" sz="quarter" idx="21" hasCustomPrompt="1"/>
          </p:nvPr>
        </p:nvSpPr>
        <p:spPr>
          <a:xfrm>
            <a:off x="7237720" y="5669746"/>
            <a:ext cx="4428253" cy="54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a:t>
            </a:r>
            <a:br>
              <a:rPr lang="en-GB" b="0" i="0">
                <a:solidFill>
                  <a:srgbClr val="000000"/>
                </a:solidFill>
                <a:effectLst/>
              </a:rPr>
            </a:br>
            <a:r>
              <a:rPr lang="en-GB" b="0" i="0">
                <a:solidFill>
                  <a:srgbClr val="000000"/>
                </a:solidFill>
                <a:effectLst/>
              </a:rPr>
              <a:t>sit voluptatem accusanti doloremque </a:t>
            </a:r>
            <a:r>
              <a:rPr lang="en-GB" b="0" i="0" err="1">
                <a:solidFill>
                  <a:srgbClr val="000000"/>
                </a:solidFill>
                <a:effectLst/>
              </a:rPr>
              <a:t>laudanti</a:t>
            </a:r>
            <a:r>
              <a:rPr lang="en-GB" b="0" i="0">
                <a:solidFill>
                  <a:srgbClr val="000000"/>
                </a:solidFill>
                <a:effectLst/>
              </a:rPr>
              <a:t>.</a:t>
            </a:r>
            <a:endParaRPr lang="en-GB"/>
          </a:p>
        </p:txBody>
      </p:sp>
    </p:spTree>
    <p:extLst>
      <p:ext uri="{BB962C8B-B14F-4D97-AF65-F5344CB8AC3E}">
        <p14:creationId xmlns:p14="http://schemas.microsoft.com/office/powerpoint/2010/main" val="20243233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635749" y="1628544"/>
            <a:ext cx="5040313" cy="1044575"/>
          </a:xfrm>
        </p:spPr>
        <p:txBody>
          <a:bodyPr/>
          <a:lstStyle>
            <a:lvl1pPr>
              <a:defRPr sz="4000"/>
            </a:lvl1pPr>
          </a:lstStyle>
          <a:p>
            <a:r>
              <a:rPr lang="en-GB"/>
              <a:t>Content slide</a:t>
            </a:r>
            <a:br>
              <a:rPr lang="en-GB"/>
            </a:br>
            <a:r>
              <a:rPr lang="en-GB"/>
              <a:t>- 2 images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541653" y="1033280"/>
            <a:ext cx="2880000" cy="3672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593149" y="1033280"/>
            <a:ext cx="1980000" cy="2448000"/>
          </a:xfrm>
          <a:solidFill>
            <a:schemeClr val="bg1">
              <a:lumMod val="85000"/>
            </a:schemeClr>
          </a:solidFill>
        </p:spPr>
        <p:txBody>
          <a:bodyPr/>
          <a:lstStyle/>
          <a:p>
            <a:endParaRPr lang="en-US"/>
          </a:p>
        </p:txBody>
      </p:sp>
      <p:sp>
        <p:nvSpPr>
          <p:cNvPr id="4" name="Text Placeholder 21">
            <a:extLst>
              <a:ext uri="{FF2B5EF4-FFF2-40B4-BE49-F238E27FC236}">
                <a16:creationId xmlns:a16="http://schemas.microsoft.com/office/drawing/2014/main" id="{F8BE5913-5162-CCD4-4293-7D233AD39EC0}"/>
              </a:ext>
            </a:extLst>
          </p:cNvPr>
          <p:cNvSpPr>
            <a:spLocks noGrp="1"/>
          </p:cNvSpPr>
          <p:nvPr>
            <p:ph type="body" sz="quarter" idx="17" hasCustomPrompt="1"/>
          </p:nvPr>
        </p:nvSpPr>
        <p:spPr>
          <a:xfrm>
            <a:off x="6635749" y="3428267"/>
            <a:ext cx="5040313" cy="791339"/>
          </a:xfrm>
        </p:spPr>
        <p:txBody>
          <a:bodyPr/>
          <a:lstStyle>
            <a:lvl1pPr marL="0" indent="0">
              <a:lnSpc>
                <a:spcPct val="90000"/>
              </a:lnSpc>
              <a:spcAft>
                <a:spcPts val="1000"/>
              </a:spcAft>
              <a:buNone/>
              <a:defRPr lang="en-GB" sz="26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Lorem ipsum </a:t>
            </a:r>
            <a:br>
              <a:rPr lang="en-GB" b="0" i="0">
                <a:solidFill>
                  <a:srgbClr val="000000"/>
                </a:solidFill>
                <a:effectLst/>
              </a:rPr>
            </a:br>
            <a:r>
              <a:rPr lang="en-GB" b="0" i="0">
                <a:solidFill>
                  <a:srgbClr val="000000"/>
                </a:solidFill>
                <a:effectLst/>
              </a:rPr>
              <a:t>dolor sit amet</a:t>
            </a:r>
            <a:endParaRPr lang="en-US"/>
          </a:p>
        </p:txBody>
      </p:sp>
      <p:sp>
        <p:nvSpPr>
          <p:cNvPr id="7" name="Text Placeholder 21">
            <a:extLst>
              <a:ext uri="{FF2B5EF4-FFF2-40B4-BE49-F238E27FC236}">
                <a16:creationId xmlns:a16="http://schemas.microsoft.com/office/drawing/2014/main" id="{257F753F-EED8-E20A-F3D8-5444B331A76A}"/>
              </a:ext>
            </a:extLst>
          </p:cNvPr>
          <p:cNvSpPr>
            <a:spLocks noGrp="1"/>
          </p:cNvSpPr>
          <p:nvPr>
            <p:ph type="body" sz="quarter" idx="18" hasCustomPrompt="1"/>
          </p:nvPr>
        </p:nvSpPr>
        <p:spPr>
          <a:xfrm>
            <a:off x="6635749" y="4308407"/>
            <a:ext cx="2202862" cy="1135504"/>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a:t>
            </a:r>
            <a:r>
              <a:rPr lang="en-GB" b="0" i="0" err="1">
                <a:solidFill>
                  <a:srgbClr val="000000"/>
                </a:solidFill>
                <a:effectLst/>
              </a:rPr>
              <a:t>ut</a:t>
            </a:r>
            <a:r>
              <a:rPr lang="en-GB" b="0" i="0">
                <a:solidFill>
                  <a:srgbClr val="000000"/>
                </a:solidFill>
                <a:effectLst/>
              </a:rPr>
              <a:t> </a:t>
            </a:r>
            <a:r>
              <a:rPr lang="en-GB" b="0" i="0" err="1">
                <a:solidFill>
                  <a:srgbClr val="000000"/>
                </a:solidFill>
                <a:effectLst/>
              </a:rPr>
              <a:t>perspiciatis</a:t>
            </a:r>
            <a:r>
              <a:rPr lang="en-GB" b="0" i="0">
                <a:solidFill>
                  <a:srgbClr val="000000"/>
                </a:solidFill>
                <a:effectLst/>
              </a:rPr>
              <a:t> </a:t>
            </a:r>
            <a:r>
              <a:rPr lang="en-GB" b="0" i="0" err="1">
                <a:solidFill>
                  <a:srgbClr val="000000"/>
                </a:solidFill>
                <a:effectLst/>
              </a:rPr>
              <a:t>unde</a:t>
            </a:r>
            <a:r>
              <a:rPr lang="en-GB" b="0" i="0">
                <a:solidFill>
                  <a:srgbClr val="000000"/>
                </a:solidFill>
                <a:effectLst/>
              </a:rPr>
              <a:t> omni </a:t>
            </a:r>
            <a:br>
              <a:rPr lang="en-GB" b="0" i="0">
                <a:solidFill>
                  <a:srgbClr val="000000"/>
                </a:solidFill>
                <a:effectLst/>
              </a:rPr>
            </a:br>
            <a:r>
              <a:rPr lang="en-GB" b="0" i="0" err="1">
                <a:solidFill>
                  <a:srgbClr val="000000"/>
                </a:solidFill>
                <a:effectLst/>
              </a:rPr>
              <a:t>iste</a:t>
            </a:r>
            <a:r>
              <a:rPr lang="en-GB" b="0" i="0">
                <a:solidFill>
                  <a:srgbClr val="000000"/>
                </a:solidFill>
                <a:effectLst/>
              </a:rPr>
              <a:t> </a:t>
            </a:r>
            <a:r>
              <a:rPr lang="en-GB" b="0" i="0" err="1">
                <a:solidFill>
                  <a:srgbClr val="000000"/>
                </a:solidFill>
                <a:effectLst/>
              </a:rPr>
              <a:t>natus</a:t>
            </a:r>
            <a:r>
              <a:rPr lang="en-GB" b="0" i="0">
                <a:solidFill>
                  <a:srgbClr val="000000"/>
                </a:solidFill>
                <a:effectLst/>
              </a:rPr>
              <a:t> error sit </a:t>
            </a:r>
            <a:r>
              <a:rPr lang="en-GB" b="0" i="0" err="1">
                <a:solidFill>
                  <a:srgbClr val="000000"/>
                </a:solidFill>
                <a:effectLst/>
              </a:rPr>
              <a:t>voluptatem</a:t>
            </a:r>
            <a:r>
              <a:rPr lang="en-GB" b="0" i="0">
                <a:solidFill>
                  <a:srgbClr val="000000"/>
                </a:solidFill>
                <a:effectLst/>
              </a:rPr>
              <a:t> </a:t>
            </a:r>
            <a:r>
              <a:rPr lang="en-GB" b="0" i="0" err="1">
                <a:solidFill>
                  <a:srgbClr val="000000"/>
                </a:solidFill>
                <a:effectLst/>
              </a:rPr>
              <a:t>accusantium</a:t>
            </a:r>
            <a:r>
              <a:rPr lang="en-GB" b="0" i="0">
                <a:solidFill>
                  <a:srgbClr val="000000"/>
                </a:solidFill>
                <a:effectLst/>
              </a:rPr>
              <a:t> </a:t>
            </a:r>
            <a:r>
              <a:rPr lang="en-GB" b="0" i="0" err="1">
                <a:solidFill>
                  <a:srgbClr val="000000"/>
                </a:solidFill>
                <a:effectLst/>
              </a:rPr>
              <a:t>doloremque</a:t>
            </a:r>
            <a:r>
              <a:rPr lang="en-GB" b="0" i="0">
                <a:solidFill>
                  <a:srgbClr val="000000"/>
                </a:solidFill>
                <a:effectLst/>
              </a:rPr>
              <a:t> </a:t>
            </a:r>
            <a:r>
              <a:rPr lang="en-GB" b="0" i="0" err="1">
                <a:solidFill>
                  <a:srgbClr val="000000"/>
                </a:solidFill>
                <a:effectLst/>
              </a:rPr>
              <a:t>laudantium</a:t>
            </a:r>
            <a:r>
              <a:rPr lang="en-GB" b="0" i="0">
                <a:solidFill>
                  <a:srgbClr val="000000"/>
                </a:solidFill>
                <a:effectLst/>
              </a:rPr>
              <a:t>, </a:t>
            </a:r>
            <a:r>
              <a:rPr lang="en-GB" b="0" i="0" err="1">
                <a:solidFill>
                  <a:srgbClr val="000000"/>
                </a:solidFill>
                <a:effectLst/>
              </a:rPr>
              <a:t>totam</a:t>
            </a:r>
            <a:r>
              <a:rPr lang="en-GB" b="0" i="0">
                <a:solidFill>
                  <a:srgbClr val="000000"/>
                </a:solidFill>
                <a:effectLst/>
              </a:rPr>
              <a:t> rem </a:t>
            </a:r>
            <a:r>
              <a:rPr lang="en-GB" b="0" i="0" err="1">
                <a:solidFill>
                  <a:srgbClr val="000000"/>
                </a:solidFill>
                <a:effectLst/>
              </a:rPr>
              <a:t>aperia</a:t>
            </a:r>
            <a:r>
              <a:rPr lang="en-GB" b="0" i="0">
                <a:solidFill>
                  <a:srgbClr val="000000"/>
                </a:solidFill>
                <a:effectLst/>
              </a:rPr>
              <a:t>, </a:t>
            </a:r>
            <a:r>
              <a:rPr lang="en-GB" b="0" i="0" err="1">
                <a:solidFill>
                  <a:srgbClr val="000000"/>
                </a:solidFill>
                <a:effectLst/>
              </a:rPr>
              <a:t>eaque</a:t>
            </a:r>
            <a:r>
              <a:rPr lang="en-GB" b="0" i="0">
                <a:solidFill>
                  <a:srgbClr val="000000"/>
                </a:solidFill>
                <a:effectLst/>
              </a:rPr>
              <a:t>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r>
              <a:rPr lang="en-GB" b="0" i="0" err="1">
                <a:solidFill>
                  <a:srgbClr val="000000"/>
                </a:solidFill>
                <a:effectLst/>
              </a:rPr>
              <a:t>veritatis</a:t>
            </a:r>
            <a:r>
              <a:rPr lang="en-GB" b="0" i="0">
                <a:solidFill>
                  <a:srgbClr val="000000"/>
                </a:solidFill>
                <a:effectLst/>
              </a:rPr>
              <a:t> et quasi.</a:t>
            </a:r>
            <a:endParaRPr lang="en-GB"/>
          </a:p>
        </p:txBody>
      </p:sp>
      <p:sp>
        <p:nvSpPr>
          <p:cNvPr id="13" name="Text Placeholder 21">
            <a:extLst>
              <a:ext uri="{FF2B5EF4-FFF2-40B4-BE49-F238E27FC236}">
                <a16:creationId xmlns:a16="http://schemas.microsoft.com/office/drawing/2014/main" id="{60720017-6C1B-6F45-EDCA-FC5D32D005DF}"/>
              </a:ext>
            </a:extLst>
          </p:cNvPr>
          <p:cNvSpPr>
            <a:spLocks noGrp="1"/>
          </p:cNvSpPr>
          <p:nvPr>
            <p:ph type="body" sz="quarter" idx="22" hasCustomPrompt="1"/>
          </p:nvPr>
        </p:nvSpPr>
        <p:spPr>
          <a:xfrm>
            <a:off x="8940800" y="4308407"/>
            <a:ext cx="2202862" cy="1135504"/>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voluptatem </a:t>
            </a:r>
            <a:r>
              <a:rPr lang="en-GB" b="0" i="0" err="1">
                <a:solidFill>
                  <a:srgbClr val="000000"/>
                </a:solidFill>
                <a:effectLst/>
              </a:rPr>
              <a:t>accusantium</a:t>
            </a:r>
            <a:r>
              <a:rPr lang="en-GB" b="0" i="0">
                <a:solidFill>
                  <a:srgbClr val="000000"/>
                </a:solidFill>
                <a:effectLst/>
              </a:rPr>
              <a:t> doloremque laudantium, totam rem </a:t>
            </a:r>
            <a:r>
              <a:rPr lang="en-GB" b="0" i="0" err="1">
                <a:solidFill>
                  <a:srgbClr val="000000"/>
                </a:solidFill>
                <a:effectLst/>
              </a:rPr>
              <a:t>aperia</a:t>
            </a:r>
            <a:r>
              <a:rPr lang="en-GB" b="0" i="0">
                <a:solidFill>
                  <a:srgbClr val="000000"/>
                </a:solidFill>
                <a:effectLst/>
              </a:rPr>
              <a:t>, eaque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r>
              <a:rPr lang="en-GB" b="0" i="0" err="1">
                <a:solidFill>
                  <a:srgbClr val="000000"/>
                </a:solidFill>
                <a:effectLst/>
              </a:rPr>
              <a:t>veritatis</a:t>
            </a:r>
            <a:r>
              <a:rPr lang="en-GB" b="0" i="0">
                <a:solidFill>
                  <a:srgbClr val="000000"/>
                </a:solidFill>
                <a:effectLst/>
              </a:rPr>
              <a:t> et quasi.</a:t>
            </a:r>
            <a:endParaRPr lang="en-GB"/>
          </a:p>
        </p:txBody>
      </p:sp>
    </p:spTree>
    <p:extLst>
      <p:ext uri="{BB962C8B-B14F-4D97-AF65-F5344CB8AC3E}">
        <p14:creationId xmlns:p14="http://schemas.microsoft.com/office/powerpoint/2010/main" val="11393166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 4 rows in tabl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440000"/>
          </a:xfrm>
        </p:spPr>
        <p:txBody>
          <a:bodyPr/>
          <a:lstStyle/>
          <a:p>
            <a:r>
              <a:rPr lang="en-GB"/>
              <a:t>Content slide</a:t>
            </a:r>
            <a:br>
              <a:rPr lang="en-GB"/>
            </a:br>
            <a:r>
              <a:rPr lang="en-GB"/>
              <a:t>- 4 rows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hasCustomPrompt="1"/>
          </p:nvPr>
        </p:nvSpPr>
        <p:spPr>
          <a:xfrm>
            <a:off x="534925" y="4032875"/>
            <a:ext cx="2808000" cy="1908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voluptatem </a:t>
            </a:r>
            <a:r>
              <a:rPr lang="en-GB" b="0" i="0" err="1">
                <a:solidFill>
                  <a:srgbClr val="000000"/>
                </a:solidFill>
                <a:effectLst/>
              </a:rPr>
              <a:t>accusantium</a:t>
            </a:r>
            <a:r>
              <a:rPr lang="en-GB" b="0" i="0">
                <a:solidFill>
                  <a:srgbClr val="000000"/>
                </a:solidFill>
                <a:effectLst/>
              </a:rPr>
              <a:t> doloremque </a:t>
            </a:r>
            <a:br>
              <a:rPr lang="en-GB" b="0" i="0">
                <a:solidFill>
                  <a:srgbClr val="000000"/>
                </a:solidFill>
                <a:effectLst/>
              </a:rPr>
            </a:br>
            <a:r>
              <a:rPr lang="en-GB" b="0" i="0">
                <a:solidFill>
                  <a:srgbClr val="000000"/>
                </a:solidFill>
                <a:effectLst/>
              </a:rPr>
              <a:t>laudantium, totam rem </a:t>
            </a:r>
            <a:r>
              <a:rPr lang="en-GB" b="0" i="0" err="1">
                <a:solidFill>
                  <a:srgbClr val="000000"/>
                </a:solidFill>
                <a:effectLst/>
              </a:rPr>
              <a:t>aperia</a:t>
            </a:r>
            <a:r>
              <a:rPr lang="en-GB" b="0" i="0">
                <a:solidFill>
                  <a:srgbClr val="000000"/>
                </a:solidFill>
                <a:effectLst/>
              </a:rPr>
              <a:t>, </a:t>
            </a:r>
            <a:br>
              <a:rPr lang="en-GB" b="0" i="0">
                <a:solidFill>
                  <a:srgbClr val="000000"/>
                </a:solidFill>
                <a:effectLst/>
              </a:rPr>
            </a:br>
            <a:r>
              <a:rPr lang="en-GB" b="0" i="0">
                <a:solidFill>
                  <a:srgbClr val="000000"/>
                </a:solidFill>
                <a:effectLst/>
              </a:rPr>
              <a:t>eaque ipsa </a:t>
            </a:r>
            <a:r>
              <a:rPr lang="en-GB" b="0" i="0" err="1">
                <a:solidFill>
                  <a:srgbClr val="000000"/>
                </a:solidFill>
                <a:effectLst/>
              </a:rPr>
              <a:t>quae</a:t>
            </a:r>
            <a:r>
              <a:rPr lang="en-GB" b="0" i="0">
                <a:solidFill>
                  <a:srgbClr val="000000"/>
                </a:solidFill>
                <a:effectLst/>
              </a:rPr>
              <a:t> ab </a:t>
            </a:r>
            <a:r>
              <a:rPr lang="en-GB" b="0" i="0" err="1">
                <a:solidFill>
                  <a:srgbClr val="000000"/>
                </a:solidFill>
                <a:effectLst/>
              </a:rPr>
              <a:t>illo</a:t>
            </a:r>
            <a:r>
              <a:rPr lang="en-GB" b="0" i="0">
                <a:solidFill>
                  <a:srgbClr val="000000"/>
                </a:solidFill>
                <a:effectLst/>
              </a:rPr>
              <a:t> invent </a:t>
            </a:r>
            <a:br>
              <a:rPr lang="en-GB" b="0" i="0">
                <a:solidFill>
                  <a:srgbClr val="000000"/>
                </a:solidFill>
                <a:effectLst/>
              </a:rPr>
            </a:br>
            <a:r>
              <a:rPr lang="en-GB" b="0" i="0" err="1">
                <a:solidFill>
                  <a:srgbClr val="000000"/>
                </a:solidFill>
                <a:effectLst/>
              </a:rPr>
              <a:t>veritatis</a:t>
            </a:r>
            <a:r>
              <a:rPr lang="en-GB" b="0" i="0">
                <a:solidFill>
                  <a:srgbClr val="000000"/>
                </a:solidFill>
                <a:effectLst/>
              </a:rPr>
              <a:t> et quasi.</a:t>
            </a:r>
            <a:endParaRPr lang="en-US"/>
          </a:p>
        </p:txBody>
      </p:sp>
      <p:sp>
        <p:nvSpPr>
          <p:cNvPr id="10" name="Text Placeholder 21">
            <a:extLst>
              <a:ext uri="{FF2B5EF4-FFF2-40B4-BE49-F238E27FC236}">
                <a16:creationId xmlns:a16="http://schemas.microsoft.com/office/drawing/2014/main" id="{41152381-9B36-13FF-A874-09D4BC7E3059}"/>
              </a:ext>
            </a:extLst>
          </p:cNvPr>
          <p:cNvSpPr>
            <a:spLocks noGrp="1"/>
          </p:cNvSpPr>
          <p:nvPr>
            <p:ph type="body" sz="quarter" idx="29" hasCustomPrompt="1"/>
          </p:nvPr>
        </p:nvSpPr>
        <p:spPr>
          <a:xfrm>
            <a:off x="534925" y="3175163"/>
            <a:ext cx="2808000" cy="792000"/>
          </a:xfrm>
        </p:spPr>
        <p:txBody>
          <a:bodyPr/>
          <a:lstStyle>
            <a:lvl1pPr marL="0" indent="0">
              <a:lnSpc>
                <a:spcPct val="90000"/>
              </a:lnSpc>
              <a:spcAft>
                <a:spcPts val="1000"/>
              </a:spcAft>
              <a:buNone/>
              <a:defRPr lang="en-GB" sz="26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Lorem ipsum </a:t>
            </a:r>
            <a:br>
              <a:rPr lang="en-GB" b="0" i="0">
                <a:solidFill>
                  <a:srgbClr val="000000"/>
                </a:solidFill>
                <a:effectLst/>
              </a:rPr>
            </a:br>
            <a:r>
              <a:rPr lang="en-GB" b="0" i="0">
                <a:solidFill>
                  <a:srgbClr val="000000"/>
                </a:solidFill>
                <a:effectLst/>
              </a:rPr>
              <a:t>dolor sit amet</a:t>
            </a:r>
            <a:endParaRPr lang="en-US"/>
          </a:p>
        </p:txBody>
      </p:sp>
    </p:spTree>
    <p:extLst>
      <p:ext uri="{BB962C8B-B14F-4D97-AF65-F5344CB8AC3E}">
        <p14:creationId xmlns:p14="http://schemas.microsoft.com/office/powerpoint/2010/main" val="2719038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 icons 1 row">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41655" y="1303138"/>
            <a:ext cx="4099793" cy="1009850"/>
          </a:xfrm>
        </p:spPr>
        <p:txBody>
          <a:bodyPr/>
          <a:lstStyle>
            <a:lvl1pPr>
              <a:defRPr sz="2600"/>
            </a:lvl1pPr>
          </a:lstStyle>
          <a:p>
            <a:r>
              <a:rPr lang="en-GB"/>
              <a:t>Content slide</a:t>
            </a:r>
            <a:br>
              <a:rPr lang="en-GB"/>
            </a:br>
            <a:r>
              <a:rPr lang="en-GB"/>
              <a:t>- icons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25" name="Text Placeholder 21">
            <a:extLst>
              <a:ext uri="{FF2B5EF4-FFF2-40B4-BE49-F238E27FC236}">
                <a16:creationId xmlns:a16="http://schemas.microsoft.com/office/drawing/2014/main" id="{3B93C8D2-AED3-2AB9-B0F5-1672AA992DC0}"/>
              </a:ext>
            </a:extLst>
          </p:cNvPr>
          <p:cNvSpPr>
            <a:spLocks noGrp="1"/>
          </p:cNvSpPr>
          <p:nvPr>
            <p:ph type="body" sz="quarter" idx="29" hasCustomPrompt="1"/>
          </p:nvPr>
        </p:nvSpPr>
        <p:spPr>
          <a:xfrm>
            <a:off x="529355"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a:t>
            </a:r>
            <a:r>
              <a:rPr lang="en-GB" b="0" i="0" err="1">
                <a:solidFill>
                  <a:srgbClr val="000000"/>
                </a:solidFill>
                <a:effectLst/>
              </a:rPr>
              <a:t>ut</a:t>
            </a:r>
            <a:r>
              <a:rPr lang="en-GB" b="0" i="0">
                <a:solidFill>
                  <a:srgbClr val="000000"/>
                </a:solidFill>
                <a:effectLst/>
              </a:rPr>
              <a:t> </a:t>
            </a:r>
            <a:r>
              <a:rPr lang="en-GB" b="0" i="0" err="1">
                <a:solidFill>
                  <a:srgbClr val="000000"/>
                </a:solidFill>
                <a:effectLst/>
              </a:rPr>
              <a:t>perspiciatis</a:t>
            </a:r>
            <a:r>
              <a:rPr lang="en-GB" b="0" i="0">
                <a:solidFill>
                  <a:srgbClr val="000000"/>
                </a:solidFill>
                <a:effectLst/>
              </a:rPr>
              <a:t> </a:t>
            </a:r>
            <a:r>
              <a:rPr lang="en-GB" b="0" i="0" err="1">
                <a:solidFill>
                  <a:srgbClr val="000000"/>
                </a:solidFill>
                <a:effectLst/>
              </a:rPr>
              <a:t>unde</a:t>
            </a:r>
            <a:r>
              <a:rPr lang="en-GB" b="0" i="0">
                <a:solidFill>
                  <a:srgbClr val="000000"/>
                </a:solidFill>
                <a:effectLst/>
              </a:rPr>
              <a:t> omnis </a:t>
            </a:r>
            <a:r>
              <a:rPr lang="en-GB" b="0" i="0" err="1">
                <a:solidFill>
                  <a:srgbClr val="000000"/>
                </a:solidFill>
                <a:effectLst/>
              </a:rPr>
              <a:t>iste</a:t>
            </a:r>
            <a:r>
              <a:rPr lang="en-GB" b="0" i="0">
                <a:solidFill>
                  <a:srgbClr val="000000"/>
                </a:solidFill>
                <a:effectLst/>
              </a:rPr>
              <a:t> </a:t>
            </a:r>
            <a:r>
              <a:rPr lang="en-GB" b="0" i="0" err="1">
                <a:solidFill>
                  <a:srgbClr val="000000"/>
                </a:solidFill>
                <a:effectLst/>
              </a:rPr>
              <a:t>natus</a:t>
            </a:r>
            <a:r>
              <a:rPr lang="en-GB" b="0" i="0">
                <a:solidFill>
                  <a:srgbClr val="000000"/>
                </a:solidFill>
                <a:effectLst/>
              </a:rPr>
              <a:t> error sit </a:t>
            </a:r>
            <a:r>
              <a:rPr lang="en-GB" b="0" i="0" err="1">
                <a:solidFill>
                  <a:srgbClr val="000000"/>
                </a:solidFill>
                <a:effectLst/>
              </a:rPr>
              <a:t>voluptatem</a:t>
            </a:r>
            <a:r>
              <a:rPr lang="en-GB" b="0" i="0">
                <a:solidFill>
                  <a:srgbClr val="000000"/>
                </a:solidFill>
                <a:effectLst/>
              </a:rPr>
              <a:t> </a:t>
            </a:r>
            <a:r>
              <a:rPr lang="en-GB" b="0" i="0" err="1">
                <a:solidFill>
                  <a:srgbClr val="000000"/>
                </a:solidFill>
                <a:effectLst/>
              </a:rPr>
              <a:t>accusanti</a:t>
            </a:r>
            <a:r>
              <a:rPr lang="en-GB" b="0" i="0">
                <a:solidFill>
                  <a:srgbClr val="000000"/>
                </a:solidFill>
                <a:effectLst/>
              </a:rPr>
              <a:t> </a:t>
            </a:r>
            <a:r>
              <a:rPr lang="en-GB" b="0" i="0" err="1">
                <a:solidFill>
                  <a:srgbClr val="000000"/>
                </a:solidFill>
                <a:effectLst/>
              </a:rPr>
              <a:t>doloremque</a:t>
            </a:r>
            <a:r>
              <a:rPr lang="en-GB" b="0" i="0">
                <a:solidFill>
                  <a:srgbClr val="000000"/>
                </a:solidFill>
                <a:effectLst/>
              </a:rPr>
              <a:t> </a:t>
            </a:r>
            <a:r>
              <a:rPr lang="en-GB" b="0" i="0" err="1">
                <a:solidFill>
                  <a:srgbClr val="000000"/>
                </a:solidFill>
                <a:effectLst/>
              </a:rPr>
              <a:t>laudantium</a:t>
            </a:r>
            <a:r>
              <a:rPr lang="en-GB" b="0" i="0">
                <a:solidFill>
                  <a:srgbClr val="000000"/>
                </a:solidFill>
                <a:effectLst/>
              </a:rPr>
              <a:t>, </a:t>
            </a:r>
            <a:r>
              <a:rPr lang="en-GB" b="0" i="0" err="1">
                <a:solidFill>
                  <a:srgbClr val="000000"/>
                </a:solidFill>
                <a:effectLst/>
              </a:rPr>
              <a:t>totam</a:t>
            </a:r>
            <a:r>
              <a:rPr lang="en-GB" b="0" i="0">
                <a:solidFill>
                  <a:srgbClr val="000000"/>
                </a:solidFill>
                <a:effectLst/>
              </a:rPr>
              <a:t> rem </a:t>
            </a:r>
            <a:r>
              <a:rPr lang="en-GB" b="0" i="0" err="1">
                <a:solidFill>
                  <a:srgbClr val="000000"/>
                </a:solidFill>
                <a:effectLst/>
              </a:rPr>
              <a:t>aperiam</a:t>
            </a:r>
            <a:r>
              <a:rPr lang="en-GB" b="0" i="0">
                <a:solidFill>
                  <a:srgbClr val="000000"/>
                </a:solidFill>
                <a:effectLst/>
              </a:rPr>
              <a:t>, </a:t>
            </a:r>
            <a:r>
              <a:rPr lang="en-GB" b="0" i="0" err="1">
                <a:solidFill>
                  <a:srgbClr val="000000"/>
                </a:solidFill>
                <a:effectLst/>
              </a:rPr>
              <a:t>eaque</a:t>
            </a:r>
            <a:r>
              <a:rPr lang="en-GB" b="0" i="0">
                <a:solidFill>
                  <a:srgbClr val="000000"/>
                </a:solidFill>
                <a:effectLst/>
              </a:rPr>
              <a:t> ipsa.</a:t>
            </a:r>
            <a:endParaRPr lang="en-GB"/>
          </a:p>
        </p:txBody>
      </p:sp>
      <p:sp>
        <p:nvSpPr>
          <p:cNvPr id="27" name="Text Placeholder 21">
            <a:extLst>
              <a:ext uri="{FF2B5EF4-FFF2-40B4-BE49-F238E27FC236}">
                <a16:creationId xmlns:a16="http://schemas.microsoft.com/office/drawing/2014/main" id="{FA49DE0A-9167-5E5E-23B4-892A7DE9A70A}"/>
              </a:ext>
            </a:extLst>
          </p:cNvPr>
          <p:cNvSpPr>
            <a:spLocks noGrp="1"/>
          </p:cNvSpPr>
          <p:nvPr>
            <p:ph type="body" sz="quarter" idx="31" hasCustomPrompt="1"/>
          </p:nvPr>
        </p:nvSpPr>
        <p:spPr>
          <a:xfrm>
            <a:off x="4389439"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sit voluptatem accusanti doloremque laudantium, totam rem aperiam, eaque ipsa.</a:t>
            </a:r>
            <a:endParaRPr lang="en-GB"/>
          </a:p>
        </p:txBody>
      </p:sp>
      <p:sp>
        <p:nvSpPr>
          <p:cNvPr id="28" name="Text Placeholder 21">
            <a:extLst>
              <a:ext uri="{FF2B5EF4-FFF2-40B4-BE49-F238E27FC236}">
                <a16:creationId xmlns:a16="http://schemas.microsoft.com/office/drawing/2014/main" id="{AD2217CA-90C3-0603-D715-3F36410F2B06}"/>
              </a:ext>
            </a:extLst>
          </p:cNvPr>
          <p:cNvSpPr>
            <a:spLocks noGrp="1"/>
          </p:cNvSpPr>
          <p:nvPr>
            <p:ph type="body" sz="quarter" idx="32" hasCustomPrompt="1"/>
          </p:nvPr>
        </p:nvSpPr>
        <p:spPr>
          <a:xfrm>
            <a:off x="4387369"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HPS</a:t>
            </a:r>
            <a:endParaRPr lang="en-US"/>
          </a:p>
        </p:txBody>
      </p:sp>
      <p:sp>
        <p:nvSpPr>
          <p:cNvPr id="29" name="Text Placeholder 21">
            <a:extLst>
              <a:ext uri="{FF2B5EF4-FFF2-40B4-BE49-F238E27FC236}">
                <a16:creationId xmlns:a16="http://schemas.microsoft.com/office/drawing/2014/main" id="{96C4312F-35D9-1855-48F2-8743790ECC7F}"/>
              </a:ext>
            </a:extLst>
          </p:cNvPr>
          <p:cNvSpPr>
            <a:spLocks noGrp="1"/>
          </p:cNvSpPr>
          <p:nvPr>
            <p:ph type="body" sz="quarter" idx="33" hasCustomPrompt="1"/>
          </p:nvPr>
        </p:nvSpPr>
        <p:spPr>
          <a:xfrm>
            <a:off x="8249523" y="4987356"/>
            <a:ext cx="2340000" cy="900000"/>
          </a:xfrm>
        </p:spPr>
        <p:txBody>
          <a:bodyPr/>
          <a:lstStyle>
            <a:lvl1pPr marL="0" indent="0">
              <a:lnSpc>
                <a:spcPct val="90000"/>
              </a:lnSpc>
              <a:spcAft>
                <a:spcPts val="1000"/>
              </a:spcAft>
              <a:buNone/>
              <a:defRPr lang="en-GB" sz="12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Sed ut perspiciatis unde omnis iste natus error sit voluptatem accusanti doloremque laudantium, totam rem aperiam, eaque ipsa.</a:t>
            </a:r>
            <a:endParaRPr lang="en-GB"/>
          </a:p>
        </p:txBody>
      </p:sp>
      <p:sp>
        <p:nvSpPr>
          <p:cNvPr id="30" name="Text Placeholder 21">
            <a:extLst>
              <a:ext uri="{FF2B5EF4-FFF2-40B4-BE49-F238E27FC236}">
                <a16:creationId xmlns:a16="http://schemas.microsoft.com/office/drawing/2014/main" id="{57167064-2D79-2646-F1CA-B518AAA4EA06}"/>
              </a:ext>
            </a:extLst>
          </p:cNvPr>
          <p:cNvSpPr>
            <a:spLocks noGrp="1"/>
          </p:cNvSpPr>
          <p:nvPr>
            <p:ph type="body" sz="quarter" idx="34" hasCustomPrompt="1"/>
          </p:nvPr>
        </p:nvSpPr>
        <p:spPr>
          <a:xfrm>
            <a:off x="8249523"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Engineering</a:t>
            </a:r>
            <a:endParaRPr lang="en-US"/>
          </a:p>
        </p:txBody>
      </p:sp>
      <p:sp>
        <p:nvSpPr>
          <p:cNvPr id="34" name="Text Placeholder 21">
            <a:extLst>
              <a:ext uri="{FF2B5EF4-FFF2-40B4-BE49-F238E27FC236}">
                <a16:creationId xmlns:a16="http://schemas.microsoft.com/office/drawing/2014/main" id="{655A7C08-A93D-7FAF-0DE7-DD89E3296CB9}"/>
              </a:ext>
            </a:extLst>
          </p:cNvPr>
          <p:cNvSpPr>
            <a:spLocks noGrp="1"/>
          </p:cNvSpPr>
          <p:nvPr>
            <p:ph type="body" sz="quarter" idx="35" hasCustomPrompt="1"/>
          </p:nvPr>
        </p:nvSpPr>
        <p:spPr>
          <a:xfrm>
            <a:off x="525215" y="4455824"/>
            <a:ext cx="2340000" cy="468000"/>
          </a:xfrm>
        </p:spPr>
        <p:txBody>
          <a:bodyPr/>
          <a:lstStyle>
            <a:lvl1pPr marL="0" indent="0">
              <a:lnSpc>
                <a:spcPct val="90000"/>
              </a:lnSpc>
              <a:spcAft>
                <a:spcPts val="1000"/>
              </a:spcAft>
              <a:buNone/>
              <a:defRPr lang="en-GB" sz="1800" b="0" i="0" smtClean="0">
                <a:effectLst/>
              </a:defRPr>
            </a:lvl1pPr>
            <a:lvl2pPr marL="0" indent="0">
              <a:lnSpc>
                <a:spcPct val="90000"/>
              </a:lnSpc>
              <a:spcAft>
                <a:spcPts val="1000"/>
              </a:spcAft>
              <a:buNone/>
              <a:defRPr sz="1100"/>
            </a:lvl2pPr>
            <a:lvl3pPr marL="0" indent="0">
              <a:lnSpc>
                <a:spcPct val="90000"/>
              </a:lnSpc>
              <a:spcAft>
                <a:spcPts val="1000"/>
              </a:spcAft>
              <a:buNone/>
              <a:defRPr sz="1050"/>
            </a:lvl3pPr>
            <a:lvl4pPr marL="0" indent="0">
              <a:lnSpc>
                <a:spcPct val="90000"/>
              </a:lnSpc>
              <a:spcAft>
                <a:spcPts val="1000"/>
              </a:spcAft>
              <a:buNone/>
              <a:defRPr sz="1000"/>
            </a:lvl4pPr>
            <a:lvl5pPr marL="0" indent="0">
              <a:lnSpc>
                <a:spcPct val="90000"/>
              </a:lnSpc>
              <a:spcAft>
                <a:spcPts val="1000"/>
              </a:spcAft>
              <a:buNone/>
              <a:defRPr sz="1000"/>
            </a:lvl5pPr>
          </a:lstStyle>
          <a:p>
            <a:pPr lvl="0"/>
            <a:r>
              <a:rPr lang="en-GB" b="0" i="0">
                <a:solidFill>
                  <a:srgbClr val="000000"/>
                </a:solidFill>
                <a:effectLst/>
              </a:rPr>
              <a:t>FF&amp;E</a:t>
            </a:r>
            <a:endParaRPr lang="en-US"/>
          </a:p>
        </p:txBody>
      </p:sp>
    </p:spTree>
    <p:extLst>
      <p:ext uri="{BB962C8B-B14F-4D97-AF65-F5344CB8AC3E}">
        <p14:creationId xmlns:p14="http://schemas.microsoft.com/office/powerpoint/2010/main" val="13222180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agram slide - char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22058" y="1299410"/>
            <a:ext cx="5603213" cy="1200722"/>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lang="en-GB" b="0" i="0" smtClean="0">
                <a:effectLst/>
              </a:defRPr>
            </a:lvl1pPr>
          </a:lstStyle>
          <a:p>
            <a:r>
              <a:rPr lang="en-GB" b="0" i="0">
                <a:solidFill>
                  <a:srgbClr val="000000"/>
                </a:solidFill>
                <a:effectLst/>
              </a:rPr>
              <a:t>Diagram slide</a:t>
            </a:r>
            <a:br>
              <a:rPr lang="en-GB" b="0" i="0">
                <a:solidFill>
                  <a:srgbClr val="000000"/>
                </a:solidFill>
                <a:effectLst/>
              </a:rPr>
            </a:br>
            <a:r>
              <a:rPr lang="en-GB" b="0" i="0">
                <a:solidFill>
                  <a:srgbClr val="000000"/>
                </a:solidFill>
                <a:effectLst/>
              </a:rPr>
              <a:t>- bar chart</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522058" y="3177194"/>
            <a:ext cx="2796769" cy="713199"/>
          </a:xfrm>
        </p:spPr>
        <p:txBody>
          <a:bodyPr/>
          <a:lstStyle>
            <a:lvl1pPr marL="0" indent="0">
              <a:lnSpc>
                <a:spcPct val="90000"/>
              </a:lnSpc>
              <a:spcAft>
                <a:spcPts val="1000"/>
              </a:spcAft>
              <a:buNone/>
              <a:defRPr lang="en-GB" sz="26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Lorem ipsum </a:t>
            </a:r>
            <a:br>
              <a:rPr lang="en-GB"/>
            </a:br>
            <a:r>
              <a:rPr lang="en-GB"/>
              <a:t>dolor sit amet</a:t>
            </a:r>
            <a:endParaRPr lang="en-US"/>
          </a:p>
        </p:txBody>
      </p:sp>
      <p:sp>
        <p:nvSpPr>
          <p:cNvPr id="15" name="Text Placeholder 21">
            <a:extLst>
              <a:ext uri="{FF2B5EF4-FFF2-40B4-BE49-F238E27FC236}">
                <a16:creationId xmlns:a16="http://schemas.microsoft.com/office/drawing/2014/main" id="{14B8DB10-79D2-FD01-4E5A-968BBC567A8F}"/>
              </a:ext>
            </a:extLst>
          </p:cNvPr>
          <p:cNvSpPr>
            <a:spLocks noGrp="1"/>
          </p:cNvSpPr>
          <p:nvPr>
            <p:ph type="body" sz="quarter" idx="18" hasCustomPrompt="1"/>
          </p:nvPr>
        </p:nvSpPr>
        <p:spPr>
          <a:xfrm>
            <a:off x="522058" y="4043137"/>
            <a:ext cx="2796769" cy="1906813"/>
          </a:xfrm>
        </p:spPr>
        <p:txBody>
          <a:bodyPr/>
          <a:lstStyle>
            <a:lvl1pPr marL="216000" indent="-108000">
              <a:lnSpc>
                <a:spcPct val="95000"/>
              </a:lnSpc>
              <a:spcAft>
                <a:spcPts val="1000"/>
              </a:spcAft>
              <a:buFont typeface="Arial" panose="020B0604020202020204" pitchFamily="34" charset="0"/>
              <a:buChar char="•"/>
              <a:tabLst/>
              <a:defRPr lang="en-GB" sz="1200" b="0" i="0" smtClean="0">
                <a:effectLst/>
              </a:defRPr>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a:p>
            <a:r>
              <a:rPr lang="en-GB" b="0" i="0">
                <a:solidFill>
                  <a:srgbClr val="000000"/>
                </a:solidFill>
                <a:effectLst/>
              </a:rPr>
              <a:t>Sed ut perspiciatis unde omni </a:t>
            </a:r>
            <a:br>
              <a:rPr lang="en-GB" b="0" i="0">
                <a:solidFill>
                  <a:srgbClr val="000000"/>
                </a:solidFill>
                <a:effectLst/>
              </a:rPr>
            </a:br>
            <a:r>
              <a:rPr lang="en-GB" b="0" i="0">
                <a:solidFill>
                  <a:srgbClr val="000000"/>
                </a:solidFill>
                <a:effectLst/>
              </a:rPr>
              <a:t>iste natus error sit </a:t>
            </a:r>
          </a:p>
        </p:txBody>
      </p:sp>
    </p:spTree>
    <p:extLst>
      <p:ext uri="{BB962C8B-B14F-4D97-AF65-F5344CB8AC3E}">
        <p14:creationId xmlns:p14="http://schemas.microsoft.com/office/powerpoint/2010/main" val="16710944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 Diagr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sz="2600"/>
            </a:lvl1pPr>
          </a:lstStyle>
          <a:p>
            <a:r>
              <a:rPr lang="en-GB"/>
              <a:t>Diagram slide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34254092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29368488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9995962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3100822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8372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153661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5763722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IHG_TAB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F52"/>
          </a:solidFill>
          <a:ln w="12700">
            <a:solidFill>
              <a:srgbClr val="173F52"/>
            </a:solidFill>
            <a:prstDash val="solid"/>
          </a:ln>
        </p:spPr>
        <p:txBody>
          <a:bodyPr/>
          <a:lstStyle/>
          <a:p>
            <a:endParaRPr lang="en-GB"/>
          </a:p>
        </p:txBody>
      </p:sp>
      <p:sp>
        <p:nvSpPr>
          <p:cNvPr id="3" name="Text 1"/>
          <p:cNvSpPr/>
          <p:nvPr/>
        </p:nvSpPr>
        <p:spPr>
          <a:xfrm>
            <a:off x="164592" y="73152"/>
            <a:ext cx="1828800" cy="164592"/>
          </a:xfrm>
          <a:prstGeom prst="rect">
            <a:avLst/>
          </a:prstGeom>
          <a:noFill/>
          <a:ln/>
        </p:spPr>
        <p:txBody>
          <a:bodyPr wrap="square" lIns="0" tIns="0" rIns="0" bIns="0" rtlCol="0" anchor="ctr"/>
          <a:lstStyle/>
          <a:p>
            <a:pPr marL="0" indent="0">
              <a:buNone/>
            </a:pPr>
            <a:r>
              <a:rPr lang="en-US" sz="800" b="1">
                <a:solidFill>
                  <a:srgbClr val="FFFFFF"/>
                </a:solidFill>
                <a:latin typeface="Arial" pitchFamily="34" charset="0"/>
                <a:ea typeface="Arial" pitchFamily="34" charset="-122"/>
                <a:cs typeface="Arial" pitchFamily="34" charset="-120"/>
              </a:rPr>
              <a:t>IHG PROCUREMENT</a:t>
            </a:r>
            <a:endParaRPr lang="en-US" sz="800"/>
          </a:p>
        </p:txBody>
      </p:sp>
      <p:sp>
        <p:nvSpPr>
          <p:cNvPr id="4" name="Text 2"/>
          <p:cNvSpPr/>
          <p:nvPr/>
        </p:nvSpPr>
        <p:spPr>
          <a:xfrm>
            <a:off x="10469880" y="6583680"/>
            <a:ext cx="1417320" cy="128016"/>
          </a:xfrm>
          <a:prstGeom prst="rect">
            <a:avLst/>
          </a:prstGeom>
          <a:noFill/>
          <a:ln/>
        </p:spPr>
        <p:txBody>
          <a:bodyPr wrap="square" lIns="0" tIns="0" rIns="0" bIns="0" rtlCol="0" anchor="ctr"/>
          <a:lstStyle/>
          <a:p>
            <a:pPr marL="0" indent="0" algn="r">
              <a:buNone/>
            </a:pPr>
            <a:r>
              <a:rPr lang="en-US" sz="650">
                <a:solidFill>
                  <a:srgbClr val="6B7478"/>
                </a:solidFill>
                <a:latin typeface="Arial" pitchFamily="34" charset="0"/>
                <a:ea typeface="Arial" pitchFamily="34" charset="-122"/>
                <a:cs typeface="Arial" pitchFamily="34" charset="-120"/>
              </a:rPr>
              <a:t>IHG HOTELS &amp; RESORTS</a:t>
            </a:r>
            <a:endParaRPr lang="en-US" sz="650"/>
          </a:p>
        </p:txBody>
      </p:sp>
      <p:sp>
        <p:nvSpPr>
          <p:cNvPr id="5" name="Text 3"/>
          <p:cNvSpPr/>
          <p:nvPr/>
        </p:nvSpPr>
        <p:spPr>
          <a:xfrm>
            <a:off x="164592" y="6583680"/>
            <a:ext cx="3657600" cy="128016"/>
          </a:xfrm>
          <a:prstGeom prst="rect">
            <a:avLst/>
          </a:prstGeom>
          <a:noFill/>
          <a:ln/>
        </p:spPr>
        <p:txBody>
          <a:bodyPr wrap="square" lIns="0" tIns="0" rIns="0" bIns="0" rtlCol="0" anchor="ctr"/>
          <a:lstStyle/>
          <a:p>
            <a:pPr marL="0" indent="0">
              <a:buNone/>
            </a:pPr>
            <a:r>
              <a:rPr lang="en-US" sz="650">
                <a:solidFill>
                  <a:srgbClr val="8A8A8A"/>
                </a:solidFill>
                <a:latin typeface="Arial" pitchFamily="34" charset="0"/>
                <a:ea typeface="Arial" pitchFamily="34" charset="-122"/>
                <a:cs typeface="Arial" pitchFamily="34" charset="-120"/>
              </a:rPr>
              <a:t>HIGHLY CONFIDENTIAL – FOR DISCUSSION PURPOSES ONLY</a:t>
            </a:r>
            <a:endParaRPr lang="en-US" sz="650"/>
          </a:p>
        </p:txBody>
      </p:sp>
      <p:sp>
        <p:nvSpPr>
          <p:cNvPr id="25" name="Slide Number Placeholder 0"/>
          <p:cNvSpPr>
            <a:spLocks noGrp="1"/>
          </p:cNvSpPr>
          <p:nvPr>
            <p:ph type="sldNum" sz="quarter" idx="4294967295"/>
          </p:nvPr>
        </p:nvSpPr>
        <p:spPr>
          <a:xfrm>
            <a:off x="137160" y="6565392"/>
            <a:ext cx="228600" cy="128016"/>
          </a:xfrm>
          <a:prstGeom prst="rect">
            <a:avLst/>
          </a:prstGeom>
          <a:extLst>
            <a:ext uri="{C572A759-6A51-4108-AA02-DFA0A04FC94B}">
              <ma14:wrappingTextBoxFlag xmlns:ma14="http://schemas.microsoft.com/office/mac/drawingml/2011/main" xmlns="" val="0"/>
            </a:ext>
          </a:extLst>
        </p:spPr>
        <p:txBody>
          <a:bodyPr/>
          <a:lstStyle>
            <a:lvl1pPr>
              <a:defRPr sz="650">
                <a:solidFill>
                  <a:srgbClr val="8A8A8A"/>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3336641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669712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5435041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6350721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©2021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875787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alpha val="50000"/>
                  </a:schemeClr>
                </a:solidFill>
                <a:latin typeface="Arial" panose="020B0604020202020204" pitchFamily="34" charset="0"/>
                <a:cs typeface="Arial" panose="020B0604020202020204" pitchFamily="34" charset="0"/>
              </a:rPr>
              <a:t>©2026 IHG</a:t>
            </a:r>
            <a:endParaRPr lang="en-US" sz="701" kern="800" spc="0">
              <a:solidFill>
                <a:schemeClr val="bg1">
                  <a:alpha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23451415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2026252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465827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0597456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Presentation Title Image 1">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
        <p:nvSpPr>
          <p:cNvPr id="25" name="Text Placeholder 3">
            <a:extLst>
              <a:ext uri="{FF2B5EF4-FFF2-40B4-BE49-F238E27FC236}">
                <a16:creationId xmlns:a16="http://schemas.microsoft.com/office/drawing/2014/main" id="{40C7999F-8FBD-E94B-A3FA-EEDE3097A427}"/>
              </a:ext>
            </a:extLst>
          </p:cNvPr>
          <p:cNvSpPr>
            <a:spLocks noGrp="1"/>
          </p:cNvSpPr>
          <p:nvPr>
            <p:ph type="body" sz="quarter" idx="13" hasCustomPrompt="1"/>
          </p:nvPr>
        </p:nvSpPr>
        <p:spPr>
          <a:xfrm>
            <a:off x="2323458" y="4892826"/>
            <a:ext cx="7539528" cy="465827"/>
          </a:xfrm>
          <a:prstGeom prst="rect">
            <a:avLst/>
          </a:prstGeom>
        </p:spPr>
        <p:txBody>
          <a:bodyPr lIns="0" tIns="0" rIns="0" bIns="0" anchor="t"/>
          <a:lstStyle>
            <a:lvl1pPr marL="0" indent="0" algn="ctr">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27" name="Text Placeholder 3">
            <a:extLst>
              <a:ext uri="{FF2B5EF4-FFF2-40B4-BE49-F238E27FC236}">
                <a16:creationId xmlns:a16="http://schemas.microsoft.com/office/drawing/2014/main" id="{2A945782-E3FA-E548-B686-ADD3BA3F6F7B}"/>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4" name="Picture Placeholder 3">
            <a:extLst>
              <a:ext uri="{FF2B5EF4-FFF2-40B4-BE49-F238E27FC236}">
                <a16:creationId xmlns:a16="http://schemas.microsoft.com/office/drawing/2014/main" id="{26A2C0DE-C569-5648-8CAD-895CA1DF68C4}"/>
              </a:ext>
            </a:extLst>
          </p:cNvPr>
          <p:cNvSpPr>
            <a:spLocks noGrp="1"/>
          </p:cNvSpPr>
          <p:nvPr>
            <p:ph type="pic" sz="quarter" idx="14" hasCustomPrompt="1"/>
          </p:nvPr>
        </p:nvSpPr>
        <p:spPr>
          <a:xfrm>
            <a:off x="2106750" y="1305162"/>
            <a:ext cx="7972944" cy="3363479"/>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12" name="Text Placeholder 8">
            <a:extLst>
              <a:ext uri="{FF2B5EF4-FFF2-40B4-BE49-F238E27FC236}">
                <a16:creationId xmlns:a16="http://schemas.microsoft.com/office/drawing/2014/main" id="{7C9F0632-C023-0547-B7FC-2D71ECD23CBA}"/>
              </a:ext>
            </a:extLst>
          </p:cNvPr>
          <p:cNvSpPr>
            <a:spLocks noGrp="1"/>
          </p:cNvSpPr>
          <p:nvPr>
            <p:ph type="body" sz="quarter" idx="15" hasCustomPrompt="1"/>
          </p:nvPr>
        </p:nvSpPr>
        <p:spPr>
          <a:xfrm>
            <a:off x="2066991" y="4688518"/>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2597279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02996208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6061650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42098055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1866299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5134690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©2021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793237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alpha val="50000"/>
                  </a:schemeClr>
                </a:solidFill>
                <a:latin typeface="Arial" panose="020B0604020202020204" pitchFamily="34" charset="0"/>
                <a:cs typeface="Arial" panose="020B0604020202020204" pitchFamily="34" charset="0"/>
              </a:rPr>
              <a:t>©2021 IHG</a:t>
            </a:r>
            <a:endParaRPr lang="en-US" sz="701" kern="800" spc="0">
              <a:solidFill>
                <a:schemeClr val="bg1">
                  <a:alpha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28410253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606549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18319154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3516170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Presentation Title White">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3006306"/>
            <a:ext cx="7539528" cy="465827"/>
          </a:xfrm>
          <a:prstGeom prst="rect">
            <a:avLst/>
          </a:prstGeom>
        </p:spPr>
        <p:txBody>
          <a:bodyPr lIns="0" tIns="0" rIns="0" bIns="0" anchor="b"/>
          <a:lstStyle>
            <a:lvl1pPr marL="0" indent="0" algn="ctr">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3604344"/>
            <a:ext cx="7539528" cy="247351"/>
          </a:xfrm>
          <a:prstGeom prst="rect">
            <a:avLst/>
          </a:prstGeom>
        </p:spPr>
        <p:txBody>
          <a:bodyPr lIns="0" tIns="0" rIns="0" bIns="0"/>
          <a:lstStyle>
            <a:lvl1pPr marL="0" indent="0" algn="ctr">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lnSpc>
                <a:spcPct val="90000"/>
              </a:lnSpc>
              <a:spcBef>
                <a:spcPts val="0"/>
              </a:spcBef>
              <a:buNone/>
              <a:defRPr sz="800" cap="all"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12052257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Presentation Title Cool Gray">
    <p:bg>
      <p:bgPr>
        <a:solidFill>
          <a:srgbClr val="C2C7CA"/>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3006306"/>
            <a:ext cx="7539528" cy="465827"/>
          </a:xfrm>
          <a:prstGeom prst="rect">
            <a:avLst/>
          </a:prstGeom>
        </p:spPr>
        <p:txBody>
          <a:bodyPr lIns="0" tIns="0" rIns="0" bIns="0" anchor="b"/>
          <a:lstStyle>
            <a:lvl1pPr marL="0" indent="0" algn="ctr">
              <a:lnSpc>
                <a:spcPct val="90000"/>
              </a:lnSpc>
              <a:spcBef>
                <a:spcPts val="0"/>
              </a:spcBef>
              <a:buNone/>
              <a:defRPr sz="3750">
                <a:solidFill>
                  <a:srgbClr val="262626"/>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3604344"/>
            <a:ext cx="7539528" cy="247351"/>
          </a:xfrm>
          <a:prstGeom prst="rect">
            <a:avLst/>
          </a:prstGeom>
        </p:spPr>
        <p:txBody>
          <a:bodyPr lIns="0" tIns="0" rIns="0" bIns="0"/>
          <a:lstStyle>
            <a:lvl1pPr marL="0" indent="0" algn="ctr">
              <a:lnSpc>
                <a:spcPct val="90000"/>
              </a:lnSpc>
              <a:spcBef>
                <a:spcPts val="0"/>
              </a:spcBef>
              <a:buNone/>
              <a:defRPr sz="2000">
                <a:solidFill>
                  <a:srgbClr val="262626"/>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12057553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Presentation Title Image Gallery">
    <p:spTree>
      <p:nvGrpSpPr>
        <p:cNvPr id="1" name=""/>
        <p:cNvGrpSpPr/>
        <p:nvPr/>
      </p:nvGrpSpPr>
      <p:grpSpPr>
        <a:xfrm>
          <a:off x="0" y="0"/>
          <a:ext cx="0" cy="0"/>
          <a:chOff x="0" y="0"/>
          <a:chExt cx="0" cy="0"/>
        </a:xfrm>
      </p:grpSpPr>
      <p:sp>
        <p:nvSpPr>
          <p:cNvPr id="17" name="Picture Placeholder 3">
            <a:extLst>
              <a:ext uri="{FF2B5EF4-FFF2-40B4-BE49-F238E27FC236}">
                <a16:creationId xmlns:a16="http://schemas.microsoft.com/office/drawing/2014/main" id="{D8585B6A-9C3E-BF4A-A865-E0C828397480}"/>
              </a:ext>
            </a:extLst>
          </p:cNvPr>
          <p:cNvSpPr>
            <a:spLocks noGrp="1"/>
          </p:cNvSpPr>
          <p:nvPr>
            <p:ph type="pic" sz="quarter" idx="14" hasCustomPrompt="1"/>
          </p:nvPr>
        </p:nvSpPr>
        <p:spPr>
          <a:xfrm>
            <a:off x="-1" y="1403748"/>
            <a:ext cx="3010502" cy="29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2" name="Picture Placeholder 3">
            <a:extLst>
              <a:ext uri="{FF2B5EF4-FFF2-40B4-BE49-F238E27FC236}">
                <a16:creationId xmlns:a16="http://schemas.microsoft.com/office/drawing/2014/main" id="{DEBF2340-24F5-7449-A747-E6C8095E6A54}"/>
              </a:ext>
            </a:extLst>
          </p:cNvPr>
          <p:cNvSpPr>
            <a:spLocks noGrp="1"/>
          </p:cNvSpPr>
          <p:nvPr>
            <p:ph type="pic" sz="quarter" idx="15" hasCustomPrompt="1"/>
          </p:nvPr>
        </p:nvSpPr>
        <p:spPr>
          <a:xfrm>
            <a:off x="3095093" y="1403748"/>
            <a:ext cx="1849682" cy="20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5" name="Picture Placeholder 3">
            <a:extLst>
              <a:ext uri="{FF2B5EF4-FFF2-40B4-BE49-F238E27FC236}">
                <a16:creationId xmlns:a16="http://schemas.microsoft.com/office/drawing/2014/main" id="{D43A5DDA-E27A-CD48-98DD-4F2254AD49AD}"/>
              </a:ext>
            </a:extLst>
          </p:cNvPr>
          <p:cNvSpPr>
            <a:spLocks noGrp="1"/>
          </p:cNvSpPr>
          <p:nvPr>
            <p:ph type="pic" sz="quarter" idx="16" hasCustomPrompt="1"/>
          </p:nvPr>
        </p:nvSpPr>
        <p:spPr>
          <a:xfrm>
            <a:off x="5029527" y="1403748"/>
            <a:ext cx="2813494" cy="2448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6" name="Picture Placeholder 3">
            <a:extLst>
              <a:ext uri="{FF2B5EF4-FFF2-40B4-BE49-F238E27FC236}">
                <a16:creationId xmlns:a16="http://schemas.microsoft.com/office/drawing/2014/main" id="{4424DC3B-BD2A-ED4E-BB51-AFC701DA0B84}"/>
              </a:ext>
            </a:extLst>
          </p:cNvPr>
          <p:cNvSpPr>
            <a:spLocks noGrp="1"/>
          </p:cNvSpPr>
          <p:nvPr>
            <p:ph type="pic" sz="quarter" idx="17" hasCustomPrompt="1"/>
          </p:nvPr>
        </p:nvSpPr>
        <p:spPr>
          <a:xfrm>
            <a:off x="7925316" y="1403748"/>
            <a:ext cx="2189033" cy="20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27" name="Picture Placeholder 3">
            <a:extLst>
              <a:ext uri="{FF2B5EF4-FFF2-40B4-BE49-F238E27FC236}">
                <a16:creationId xmlns:a16="http://schemas.microsoft.com/office/drawing/2014/main" id="{5622D332-7D21-DE49-BB27-39E5CD04E3C8}"/>
              </a:ext>
            </a:extLst>
          </p:cNvPr>
          <p:cNvSpPr>
            <a:spLocks noGrp="1"/>
          </p:cNvSpPr>
          <p:nvPr>
            <p:ph type="pic" sz="quarter" idx="18" hasCustomPrompt="1"/>
          </p:nvPr>
        </p:nvSpPr>
        <p:spPr>
          <a:xfrm>
            <a:off x="10199740" y="1403748"/>
            <a:ext cx="1992260" cy="2970000"/>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4892826"/>
            <a:ext cx="7539528" cy="465827"/>
          </a:xfrm>
          <a:prstGeom prst="rect">
            <a:avLst/>
          </a:prstGeom>
        </p:spPr>
        <p:txBody>
          <a:bodyPr lIns="0" tIns="0" rIns="0" bIns="0" anchor="b"/>
          <a:lstStyle>
            <a:lvl1pPr marL="0" indent="0" algn="ctr">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lnSpc>
                <a:spcPct val="90000"/>
              </a:lnSpc>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Tree>
    <p:extLst>
      <p:ext uri="{BB962C8B-B14F-4D97-AF65-F5344CB8AC3E}">
        <p14:creationId xmlns:p14="http://schemas.microsoft.com/office/powerpoint/2010/main" val="26940535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Presentation Title Image 1">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endParaRPr lang="en-US"/>
          </a:p>
        </p:txBody>
      </p:sp>
      <p:sp>
        <p:nvSpPr>
          <p:cNvPr id="25" name="Text Placeholder 3">
            <a:extLst>
              <a:ext uri="{FF2B5EF4-FFF2-40B4-BE49-F238E27FC236}">
                <a16:creationId xmlns:a16="http://schemas.microsoft.com/office/drawing/2014/main" id="{40C7999F-8FBD-E94B-A3FA-EEDE3097A427}"/>
              </a:ext>
            </a:extLst>
          </p:cNvPr>
          <p:cNvSpPr>
            <a:spLocks noGrp="1"/>
          </p:cNvSpPr>
          <p:nvPr>
            <p:ph type="body" sz="quarter" idx="13" hasCustomPrompt="1"/>
          </p:nvPr>
        </p:nvSpPr>
        <p:spPr>
          <a:xfrm>
            <a:off x="2323458" y="4892826"/>
            <a:ext cx="7539528" cy="465827"/>
          </a:xfrm>
          <a:prstGeom prst="rect">
            <a:avLst/>
          </a:prstGeom>
        </p:spPr>
        <p:txBody>
          <a:bodyPr lIns="0" tIns="0" rIns="0" bIns="0" anchor="t"/>
          <a:lstStyle>
            <a:lvl1pPr marL="0" indent="0" algn="ctr">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endParaRPr lang="en-US"/>
          </a:p>
        </p:txBody>
      </p:sp>
      <p:sp>
        <p:nvSpPr>
          <p:cNvPr id="27" name="Text Placeholder 3">
            <a:extLst>
              <a:ext uri="{FF2B5EF4-FFF2-40B4-BE49-F238E27FC236}">
                <a16:creationId xmlns:a16="http://schemas.microsoft.com/office/drawing/2014/main" id="{2A945782-E3FA-E548-B686-ADD3BA3F6F7B}"/>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endParaRPr lang="en-US"/>
          </a:p>
        </p:txBody>
      </p:sp>
      <p:sp>
        <p:nvSpPr>
          <p:cNvPr id="4" name="Picture Placeholder 3">
            <a:extLst>
              <a:ext uri="{FF2B5EF4-FFF2-40B4-BE49-F238E27FC236}">
                <a16:creationId xmlns:a16="http://schemas.microsoft.com/office/drawing/2014/main" id="{26A2C0DE-C569-5648-8CAD-895CA1DF68C4}"/>
              </a:ext>
            </a:extLst>
          </p:cNvPr>
          <p:cNvSpPr>
            <a:spLocks noGrp="1"/>
          </p:cNvSpPr>
          <p:nvPr>
            <p:ph type="pic" sz="quarter" idx="14" hasCustomPrompt="1"/>
          </p:nvPr>
        </p:nvSpPr>
        <p:spPr>
          <a:xfrm>
            <a:off x="2106750" y="1305162"/>
            <a:ext cx="7972944" cy="3363479"/>
          </a:xfrm>
          <a:prstGeom prst="rect">
            <a:avLst/>
          </a:prstGeom>
          <a:solidFill>
            <a:srgbClr val="C2C7CA"/>
          </a:solidFill>
          <a:ln>
            <a:noFill/>
          </a:ln>
        </p:spPr>
        <p:txBody>
          <a:bodyPr anchor="ctr" anchorCtr="0"/>
          <a:lstStyle>
            <a:lvl1pPr algn="ctr">
              <a:buFontTx/>
              <a:buNone/>
              <a:defRPr sz="1500">
                <a:solidFill>
                  <a:srgbClr val="262626"/>
                </a:solidFill>
              </a:defRPr>
            </a:lvl1pPr>
          </a:lstStyle>
          <a:p>
            <a:r>
              <a:rPr lang="en-US"/>
              <a:t>Insert image here</a:t>
            </a:r>
          </a:p>
        </p:txBody>
      </p:sp>
      <p:sp>
        <p:nvSpPr>
          <p:cNvPr id="12" name="Text Placeholder 8">
            <a:extLst>
              <a:ext uri="{FF2B5EF4-FFF2-40B4-BE49-F238E27FC236}">
                <a16:creationId xmlns:a16="http://schemas.microsoft.com/office/drawing/2014/main" id="{7C9F0632-C023-0547-B7FC-2D71ECD23CBA}"/>
              </a:ext>
            </a:extLst>
          </p:cNvPr>
          <p:cNvSpPr>
            <a:spLocks noGrp="1"/>
          </p:cNvSpPr>
          <p:nvPr>
            <p:ph type="body" sz="quarter" idx="15" hasCustomPrompt="1"/>
          </p:nvPr>
        </p:nvSpPr>
        <p:spPr>
          <a:xfrm>
            <a:off x="2066991" y="4688518"/>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6285352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Content – 4 Items">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D4DF87-569C-194E-AF13-D5ACF2199681}"/>
              </a:ext>
            </a:extLst>
          </p:cNvPr>
          <p:cNvSpPr>
            <a:spLocks noGrp="1"/>
          </p:cNvSpPr>
          <p:nvPr>
            <p:ph type="body" sz="quarter" idx="13" hasCustomPrompt="1"/>
          </p:nvPr>
        </p:nvSpPr>
        <p:spPr>
          <a:xfrm>
            <a:off x="5717753" y="1650751"/>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9" name="Text Placeholder 7">
            <a:extLst>
              <a:ext uri="{FF2B5EF4-FFF2-40B4-BE49-F238E27FC236}">
                <a16:creationId xmlns:a16="http://schemas.microsoft.com/office/drawing/2014/main" id="{7D4F191A-468A-0B47-9694-51DD0F5EDB0C}"/>
              </a:ext>
            </a:extLst>
          </p:cNvPr>
          <p:cNvSpPr>
            <a:spLocks noGrp="1"/>
          </p:cNvSpPr>
          <p:nvPr>
            <p:ph type="body" sz="quarter" idx="14" hasCustomPrompt="1"/>
          </p:nvPr>
        </p:nvSpPr>
        <p:spPr>
          <a:xfrm>
            <a:off x="3306713" y="2014818"/>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1" name="Text Placeholder 7">
            <a:extLst>
              <a:ext uri="{FF2B5EF4-FFF2-40B4-BE49-F238E27FC236}">
                <a16:creationId xmlns:a16="http://schemas.microsoft.com/office/drawing/2014/main" id="{B01885B0-BC8D-0047-9820-553FF145A972}"/>
              </a:ext>
            </a:extLst>
          </p:cNvPr>
          <p:cNvSpPr>
            <a:spLocks noGrp="1"/>
          </p:cNvSpPr>
          <p:nvPr>
            <p:ph type="body" sz="quarter" idx="15" hasCustomPrompt="1"/>
          </p:nvPr>
        </p:nvSpPr>
        <p:spPr>
          <a:xfrm>
            <a:off x="5717753" y="2618773"/>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12" name="Text Placeholder 7">
            <a:extLst>
              <a:ext uri="{FF2B5EF4-FFF2-40B4-BE49-F238E27FC236}">
                <a16:creationId xmlns:a16="http://schemas.microsoft.com/office/drawing/2014/main" id="{22CB42D7-A228-A445-86EE-C66D7DCA7846}"/>
              </a:ext>
            </a:extLst>
          </p:cNvPr>
          <p:cNvSpPr>
            <a:spLocks noGrp="1"/>
          </p:cNvSpPr>
          <p:nvPr>
            <p:ph type="body" sz="quarter" idx="16" hasCustomPrompt="1"/>
          </p:nvPr>
        </p:nvSpPr>
        <p:spPr>
          <a:xfrm>
            <a:off x="3306713" y="2982840"/>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3" name="Text Placeholder 7">
            <a:extLst>
              <a:ext uri="{FF2B5EF4-FFF2-40B4-BE49-F238E27FC236}">
                <a16:creationId xmlns:a16="http://schemas.microsoft.com/office/drawing/2014/main" id="{FD669008-FDBC-7B43-95E5-CD26317A4D03}"/>
              </a:ext>
            </a:extLst>
          </p:cNvPr>
          <p:cNvSpPr>
            <a:spLocks noGrp="1"/>
          </p:cNvSpPr>
          <p:nvPr>
            <p:ph type="body" sz="quarter" idx="17" hasCustomPrompt="1"/>
          </p:nvPr>
        </p:nvSpPr>
        <p:spPr>
          <a:xfrm>
            <a:off x="5717753" y="3586795"/>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14" name="Text Placeholder 7">
            <a:extLst>
              <a:ext uri="{FF2B5EF4-FFF2-40B4-BE49-F238E27FC236}">
                <a16:creationId xmlns:a16="http://schemas.microsoft.com/office/drawing/2014/main" id="{832D8033-FE92-C044-AA8D-7C92B60BA393}"/>
              </a:ext>
            </a:extLst>
          </p:cNvPr>
          <p:cNvSpPr>
            <a:spLocks noGrp="1"/>
          </p:cNvSpPr>
          <p:nvPr>
            <p:ph type="body" sz="quarter" idx="18" hasCustomPrompt="1"/>
          </p:nvPr>
        </p:nvSpPr>
        <p:spPr>
          <a:xfrm>
            <a:off x="3306713" y="3950862"/>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7" name="Text Placeholder 7">
            <a:extLst>
              <a:ext uri="{FF2B5EF4-FFF2-40B4-BE49-F238E27FC236}">
                <a16:creationId xmlns:a16="http://schemas.microsoft.com/office/drawing/2014/main" id="{022593AB-861B-A842-BAC3-E1B344120E0C}"/>
              </a:ext>
            </a:extLst>
          </p:cNvPr>
          <p:cNvSpPr>
            <a:spLocks noGrp="1"/>
          </p:cNvSpPr>
          <p:nvPr>
            <p:ph type="body" sz="quarter" idx="19" hasCustomPrompt="1"/>
          </p:nvPr>
        </p:nvSpPr>
        <p:spPr>
          <a:xfrm>
            <a:off x="5717753" y="4554818"/>
            <a:ext cx="754112" cy="304932"/>
          </a:xfrm>
          <a:prstGeom prst="rect">
            <a:avLst/>
          </a:prstGeom>
        </p:spPr>
        <p:txBody>
          <a:bodyPr/>
          <a:lstStyle>
            <a:lvl1pPr marL="0" indent="0" algn="ctr">
              <a:lnSpc>
                <a:spcPct val="90000"/>
              </a:lnSpc>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18" name="Text Placeholder 7">
            <a:extLst>
              <a:ext uri="{FF2B5EF4-FFF2-40B4-BE49-F238E27FC236}">
                <a16:creationId xmlns:a16="http://schemas.microsoft.com/office/drawing/2014/main" id="{9C81EC5F-F6EB-894D-B3E8-3700D49938CC}"/>
              </a:ext>
            </a:extLst>
          </p:cNvPr>
          <p:cNvSpPr>
            <a:spLocks noGrp="1"/>
          </p:cNvSpPr>
          <p:nvPr>
            <p:ph type="body" sz="quarter" idx="20" hasCustomPrompt="1"/>
          </p:nvPr>
        </p:nvSpPr>
        <p:spPr>
          <a:xfrm>
            <a:off x="3306713" y="4918884"/>
            <a:ext cx="5591804" cy="304932"/>
          </a:xfrm>
          <a:prstGeom prst="rect">
            <a:avLst/>
          </a:prstGeom>
        </p:spPr>
        <p:txBody>
          <a:bodyPr/>
          <a:lstStyle>
            <a:lvl1pPr marL="0" indent="0" algn="ctr">
              <a:lnSpc>
                <a:spcPct val="90000"/>
              </a:lnSpc>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6" name="Text Placeholder 5">
            <a:extLst>
              <a:ext uri="{FF2B5EF4-FFF2-40B4-BE49-F238E27FC236}">
                <a16:creationId xmlns:a16="http://schemas.microsoft.com/office/drawing/2014/main" id="{47D4D53E-A1FE-7C44-A246-3D519699B529}"/>
              </a:ext>
            </a:extLst>
          </p:cNvPr>
          <p:cNvSpPr>
            <a:spLocks noGrp="1"/>
          </p:cNvSpPr>
          <p:nvPr>
            <p:ph type="body" sz="quarter" idx="21"/>
          </p:nvPr>
        </p:nvSpPr>
        <p:spPr>
          <a:xfrm>
            <a:off x="5192712" y="332105"/>
            <a:ext cx="1806575" cy="490538"/>
          </a:xfrm>
        </p:spPr>
        <p:txBody>
          <a:bodyPr/>
          <a:lstStyle>
            <a:lvl1pPr marL="0" indent="0" algn="ctr">
              <a:lnSpc>
                <a:spcPct val="100000"/>
              </a:lnSpc>
              <a:spcAft>
                <a:spcPts val="0"/>
              </a:spcAft>
              <a:buNone/>
              <a:defRPr sz="800" b="0" i="0" cap="all" spc="150" baseline="0">
                <a:solidFill>
                  <a:schemeClr val="accent1"/>
                </a:solidFill>
                <a:latin typeface="+mn-lt"/>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6A349FCB-ED24-4741-9BDC-D72EE8643283}"/>
              </a:ext>
            </a:extLst>
          </p:cNvPr>
          <p:cNvSpPr>
            <a:spLocks noGrp="1"/>
          </p:cNvSpPr>
          <p:nvPr>
            <p:ph type="sldNum" sz="quarter" idx="22"/>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2419369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 – 12 Items">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94D4DF87-569C-194E-AF13-D5ACF2199681}"/>
              </a:ext>
            </a:extLst>
          </p:cNvPr>
          <p:cNvSpPr>
            <a:spLocks noGrp="1"/>
          </p:cNvSpPr>
          <p:nvPr>
            <p:ph type="body" sz="quarter" idx="13" hasCustomPrompt="1"/>
          </p:nvPr>
        </p:nvSpPr>
        <p:spPr>
          <a:xfrm>
            <a:off x="5717753"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05</a:t>
            </a:r>
          </a:p>
        </p:txBody>
      </p:sp>
      <p:sp>
        <p:nvSpPr>
          <p:cNvPr id="9" name="Text Placeholder 7">
            <a:extLst>
              <a:ext uri="{FF2B5EF4-FFF2-40B4-BE49-F238E27FC236}">
                <a16:creationId xmlns:a16="http://schemas.microsoft.com/office/drawing/2014/main" id="{7D4F191A-468A-0B47-9694-51DD0F5EDB0C}"/>
              </a:ext>
            </a:extLst>
          </p:cNvPr>
          <p:cNvSpPr>
            <a:spLocks noGrp="1"/>
          </p:cNvSpPr>
          <p:nvPr>
            <p:ph type="body" sz="quarter" idx="14" hasCustomPrompt="1"/>
          </p:nvPr>
        </p:nvSpPr>
        <p:spPr>
          <a:xfrm>
            <a:off x="4271182" y="2014818"/>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1" name="Text Placeholder 7">
            <a:extLst>
              <a:ext uri="{FF2B5EF4-FFF2-40B4-BE49-F238E27FC236}">
                <a16:creationId xmlns:a16="http://schemas.microsoft.com/office/drawing/2014/main" id="{B01885B0-BC8D-0047-9820-553FF145A972}"/>
              </a:ext>
            </a:extLst>
          </p:cNvPr>
          <p:cNvSpPr>
            <a:spLocks noGrp="1"/>
          </p:cNvSpPr>
          <p:nvPr>
            <p:ph type="body" sz="quarter" idx="15" hasCustomPrompt="1"/>
          </p:nvPr>
        </p:nvSpPr>
        <p:spPr>
          <a:xfrm>
            <a:off x="5717753"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06</a:t>
            </a:r>
          </a:p>
        </p:txBody>
      </p:sp>
      <p:sp>
        <p:nvSpPr>
          <p:cNvPr id="12" name="Text Placeholder 7">
            <a:extLst>
              <a:ext uri="{FF2B5EF4-FFF2-40B4-BE49-F238E27FC236}">
                <a16:creationId xmlns:a16="http://schemas.microsoft.com/office/drawing/2014/main" id="{22CB42D7-A228-A445-86EE-C66D7DCA7846}"/>
              </a:ext>
            </a:extLst>
          </p:cNvPr>
          <p:cNvSpPr>
            <a:spLocks noGrp="1"/>
          </p:cNvSpPr>
          <p:nvPr>
            <p:ph type="body" sz="quarter" idx="16" hasCustomPrompt="1"/>
          </p:nvPr>
        </p:nvSpPr>
        <p:spPr>
          <a:xfrm>
            <a:off x="4271182" y="2982840"/>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3" name="Text Placeholder 7">
            <a:extLst>
              <a:ext uri="{FF2B5EF4-FFF2-40B4-BE49-F238E27FC236}">
                <a16:creationId xmlns:a16="http://schemas.microsoft.com/office/drawing/2014/main" id="{FD669008-FDBC-7B43-95E5-CD26317A4D03}"/>
              </a:ext>
            </a:extLst>
          </p:cNvPr>
          <p:cNvSpPr>
            <a:spLocks noGrp="1"/>
          </p:cNvSpPr>
          <p:nvPr>
            <p:ph type="body" sz="quarter" idx="17" hasCustomPrompt="1"/>
          </p:nvPr>
        </p:nvSpPr>
        <p:spPr>
          <a:xfrm>
            <a:off x="5717753"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07</a:t>
            </a:r>
          </a:p>
        </p:txBody>
      </p:sp>
      <p:sp>
        <p:nvSpPr>
          <p:cNvPr id="14" name="Text Placeholder 7">
            <a:extLst>
              <a:ext uri="{FF2B5EF4-FFF2-40B4-BE49-F238E27FC236}">
                <a16:creationId xmlns:a16="http://schemas.microsoft.com/office/drawing/2014/main" id="{832D8033-FE92-C044-AA8D-7C92B60BA393}"/>
              </a:ext>
            </a:extLst>
          </p:cNvPr>
          <p:cNvSpPr>
            <a:spLocks noGrp="1"/>
          </p:cNvSpPr>
          <p:nvPr>
            <p:ph type="body" sz="quarter" idx="18" hasCustomPrompt="1"/>
          </p:nvPr>
        </p:nvSpPr>
        <p:spPr>
          <a:xfrm>
            <a:off x="4271182" y="3950862"/>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17" name="Text Placeholder 7">
            <a:extLst>
              <a:ext uri="{FF2B5EF4-FFF2-40B4-BE49-F238E27FC236}">
                <a16:creationId xmlns:a16="http://schemas.microsoft.com/office/drawing/2014/main" id="{022593AB-861B-A842-BAC3-E1B344120E0C}"/>
              </a:ext>
            </a:extLst>
          </p:cNvPr>
          <p:cNvSpPr>
            <a:spLocks noGrp="1"/>
          </p:cNvSpPr>
          <p:nvPr>
            <p:ph type="body" sz="quarter" idx="19" hasCustomPrompt="1"/>
          </p:nvPr>
        </p:nvSpPr>
        <p:spPr>
          <a:xfrm>
            <a:off x="5717753"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08</a:t>
            </a:r>
          </a:p>
        </p:txBody>
      </p:sp>
      <p:sp>
        <p:nvSpPr>
          <p:cNvPr id="18" name="Text Placeholder 7">
            <a:extLst>
              <a:ext uri="{FF2B5EF4-FFF2-40B4-BE49-F238E27FC236}">
                <a16:creationId xmlns:a16="http://schemas.microsoft.com/office/drawing/2014/main" id="{9C81EC5F-F6EB-894D-B3E8-3700D49938CC}"/>
              </a:ext>
            </a:extLst>
          </p:cNvPr>
          <p:cNvSpPr>
            <a:spLocks noGrp="1"/>
          </p:cNvSpPr>
          <p:nvPr>
            <p:ph type="body" sz="quarter" idx="20" hasCustomPrompt="1"/>
          </p:nvPr>
        </p:nvSpPr>
        <p:spPr>
          <a:xfrm>
            <a:off x="4271182" y="4918884"/>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2" name="Text Placeholder 7">
            <a:extLst>
              <a:ext uri="{FF2B5EF4-FFF2-40B4-BE49-F238E27FC236}">
                <a16:creationId xmlns:a16="http://schemas.microsoft.com/office/drawing/2014/main" id="{7DE89564-3D86-6A4B-B1B4-1A34B216009C}"/>
              </a:ext>
            </a:extLst>
          </p:cNvPr>
          <p:cNvSpPr>
            <a:spLocks noGrp="1"/>
          </p:cNvSpPr>
          <p:nvPr>
            <p:ph type="body" sz="quarter" idx="21" hasCustomPrompt="1"/>
          </p:nvPr>
        </p:nvSpPr>
        <p:spPr>
          <a:xfrm>
            <a:off x="1822832"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376262" y="2014818"/>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4" name="Text Placeholder 7">
            <a:extLst>
              <a:ext uri="{FF2B5EF4-FFF2-40B4-BE49-F238E27FC236}">
                <a16:creationId xmlns:a16="http://schemas.microsoft.com/office/drawing/2014/main" id="{E629CDAD-BE53-794D-B16D-A31E8ABD0E75}"/>
              </a:ext>
            </a:extLst>
          </p:cNvPr>
          <p:cNvSpPr>
            <a:spLocks noGrp="1"/>
          </p:cNvSpPr>
          <p:nvPr>
            <p:ph type="body" sz="quarter" idx="23" hasCustomPrompt="1"/>
          </p:nvPr>
        </p:nvSpPr>
        <p:spPr>
          <a:xfrm>
            <a:off x="1822832"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25" name="Text Placeholder 7">
            <a:extLst>
              <a:ext uri="{FF2B5EF4-FFF2-40B4-BE49-F238E27FC236}">
                <a16:creationId xmlns:a16="http://schemas.microsoft.com/office/drawing/2014/main" id="{142C852B-EAF1-6D47-B065-5F1A70B5F721}"/>
              </a:ext>
            </a:extLst>
          </p:cNvPr>
          <p:cNvSpPr>
            <a:spLocks noGrp="1"/>
          </p:cNvSpPr>
          <p:nvPr>
            <p:ph type="body" sz="quarter" idx="24" hasCustomPrompt="1"/>
          </p:nvPr>
        </p:nvSpPr>
        <p:spPr>
          <a:xfrm>
            <a:off x="376262" y="2982840"/>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6" name="Text Placeholder 7">
            <a:extLst>
              <a:ext uri="{FF2B5EF4-FFF2-40B4-BE49-F238E27FC236}">
                <a16:creationId xmlns:a16="http://schemas.microsoft.com/office/drawing/2014/main" id="{A1E4F1F2-EDD6-F24A-BB64-0F0C6958EB2B}"/>
              </a:ext>
            </a:extLst>
          </p:cNvPr>
          <p:cNvSpPr>
            <a:spLocks noGrp="1"/>
          </p:cNvSpPr>
          <p:nvPr>
            <p:ph type="body" sz="quarter" idx="25" hasCustomPrompt="1"/>
          </p:nvPr>
        </p:nvSpPr>
        <p:spPr>
          <a:xfrm>
            <a:off x="1822832"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27" name="Text Placeholder 7">
            <a:extLst>
              <a:ext uri="{FF2B5EF4-FFF2-40B4-BE49-F238E27FC236}">
                <a16:creationId xmlns:a16="http://schemas.microsoft.com/office/drawing/2014/main" id="{EC01DE91-7802-D249-9166-84016C43FA8D}"/>
              </a:ext>
            </a:extLst>
          </p:cNvPr>
          <p:cNvSpPr>
            <a:spLocks noGrp="1"/>
          </p:cNvSpPr>
          <p:nvPr>
            <p:ph type="body" sz="quarter" idx="26" hasCustomPrompt="1"/>
          </p:nvPr>
        </p:nvSpPr>
        <p:spPr>
          <a:xfrm>
            <a:off x="376262" y="3950862"/>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28" name="Text Placeholder 7">
            <a:extLst>
              <a:ext uri="{FF2B5EF4-FFF2-40B4-BE49-F238E27FC236}">
                <a16:creationId xmlns:a16="http://schemas.microsoft.com/office/drawing/2014/main" id="{7905CC71-9C6A-6746-A544-306C02F37508}"/>
              </a:ext>
            </a:extLst>
          </p:cNvPr>
          <p:cNvSpPr>
            <a:spLocks noGrp="1"/>
          </p:cNvSpPr>
          <p:nvPr>
            <p:ph type="body" sz="quarter" idx="27" hasCustomPrompt="1"/>
          </p:nvPr>
        </p:nvSpPr>
        <p:spPr>
          <a:xfrm>
            <a:off x="1822832"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29" name="Text Placeholder 7">
            <a:extLst>
              <a:ext uri="{FF2B5EF4-FFF2-40B4-BE49-F238E27FC236}">
                <a16:creationId xmlns:a16="http://schemas.microsoft.com/office/drawing/2014/main" id="{2DB730D9-2B4A-DD4C-9132-A5E9CF86E103}"/>
              </a:ext>
            </a:extLst>
          </p:cNvPr>
          <p:cNvSpPr>
            <a:spLocks noGrp="1"/>
          </p:cNvSpPr>
          <p:nvPr>
            <p:ph type="body" sz="quarter" idx="28" hasCustomPrompt="1"/>
          </p:nvPr>
        </p:nvSpPr>
        <p:spPr>
          <a:xfrm>
            <a:off x="376262" y="4918884"/>
            <a:ext cx="3663395" cy="304932"/>
          </a:xfrm>
          <a:prstGeom prst="rect">
            <a:avLst/>
          </a:prstGeom>
        </p:spPr>
        <p:txBody>
          <a:bodyPr/>
          <a:lstStyle>
            <a:lvl1pPr algn="ctr">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0" name="Text Placeholder 7">
            <a:extLst>
              <a:ext uri="{FF2B5EF4-FFF2-40B4-BE49-F238E27FC236}">
                <a16:creationId xmlns:a16="http://schemas.microsoft.com/office/drawing/2014/main" id="{4DBDD958-96F5-CA41-82B3-D04E99E2813D}"/>
              </a:ext>
            </a:extLst>
          </p:cNvPr>
          <p:cNvSpPr>
            <a:spLocks noGrp="1"/>
          </p:cNvSpPr>
          <p:nvPr>
            <p:ph type="body" sz="quarter" idx="29" hasCustomPrompt="1"/>
          </p:nvPr>
        </p:nvSpPr>
        <p:spPr>
          <a:xfrm>
            <a:off x="9587271" y="1650751"/>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09</a:t>
            </a:r>
          </a:p>
        </p:txBody>
      </p:sp>
      <p:sp>
        <p:nvSpPr>
          <p:cNvPr id="31" name="Text Placeholder 7">
            <a:extLst>
              <a:ext uri="{FF2B5EF4-FFF2-40B4-BE49-F238E27FC236}">
                <a16:creationId xmlns:a16="http://schemas.microsoft.com/office/drawing/2014/main" id="{25C35F83-7E1F-E744-84C3-6426C523D2F8}"/>
              </a:ext>
            </a:extLst>
          </p:cNvPr>
          <p:cNvSpPr>
            <a:spLocks noGrp="1"/>
          </p:cNvSpPr>
          <p:nvPr>
            <p:ph type="body" sz="quarter" idx="30" hasCustomPrompt="1"/>
          </p:nvPr>
        </p:nvSpPr>
        <p:spPr>
          <a:xfrm>
            <a:off x="8140701" y="2014818"/>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2" name="Text Placeholder 7">
            <a:extLst>
              <a:ext uri="{FF2B5EF4-FFF2-40B4-BE49-F238E27FC236}">
                <a16:creationId xmlns:a16="http://schemas.microsoft.com/office/drawing/2014/main" id="{7D422FB8-785A-D949-9552-786401E6B53F}"/>
              </a:ext>
            </a:extLst>
          </p:cNvPr>
          <p:cNvSpPr>
            <a:spLocks noGrp="1"/>
          </p:cNvSpPr>
          <p:nvPr>
            <p:ph type="body" sz="quarter" idx="31" hasCustomPrompt="1"/>
          </p:nvPr>
        </p:nvSpPr>
        <p:spPr>
          <a:xfrm>
            <a:off x="9587271" y="2618773"/>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10</a:t>
            </a:r>
          </a:p>
        </p:txBody>
      </p:sp>
      <p:sp>
        <p:nvSpPr>
          <p:cNvPr id="33" name="Text Placeholder 7">
            <a:extLst>
              <a:ext uri="{FF2B5EF4-FFF2-40B4-BE49-F238E27FC236}">
                <a16:creationId xmlns:a16="http://schemas.microsoft.com/office/drawing/2014/main" id="{9A6C5EF8-331B-184E-A8CA-1EA076380093}"/>
              </a:ext>
            </a:extLst>
          </p:cNvPr>
          <p:cNvSpPr>
            <a:spLocks noGrp="1"/>
          </p:cNvSpPr>
          <p:nvPr>
            <p:ph type="body" sz="quarter" idx="32" hasCustomPrompt="1"/>
          </p:nvPr>
        </p:nvSpPr>
        <p:spPr>
          <a:xfrm>
            <a:off x="8140701" y="2982840"/>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4" name="Text Placeholder 7">
            <a:extLst>
              <a:ext uri="{FF2B5EF4-FFF2-40B4-BE49-F238E27FC236}">
                <a16:creationId xmlns:a16="http://schemas.microsoft.com/office/drawing/2014/main" id="{F298F245-372D-664C-82AC-0EA99AA96DFB}"/>
              </a:ext>
            </a:extLst>
          </p:cNvPr>
          <p:cNvSpPr>
            <a:spLocks noGrp="1"/>
          </p:cNvSpPr>
          <p:nvPr>
            <p:ph type="body" sz="quarter" idx="33" hasCustomPrompt="1"/>
          </p:nvPr>
        </p:nvSpPr>
        <p:spPr>
          <a:xfrm>
            <a:off x="9587271" y="3586795"/>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11</a:t>
            </a:r>
          </a:p>
        </p:txBody>
      </p:sp>
      <p:sp>
        <p:nvSpPr>
          <p:cNvPr id="35" name="Text Placeholder 7">
            <a:extLst>
              <a:ext uri="{FF2B5EF4-FFF2-40B4-BE49-F238E27FC236}">
                <a16:creationId xmlns:a16="http://schemas.microsoft.com/office/drawing/2014/main" id="{6C25C4D9-4B4C-6A4E-8294-F0CB6D741B0C}"/>
              </a:ext>
            </a:extLst>
          </p:cNvPr>
          <p:cNvSpPr>
            <a:spLocks noGrp="1"/>
          </p:cNvSpPr>
          <p:nvPr>
            <p:ph type="body" sz="quarter" idx="34" hasCustomPrompt="1"/>
          </p:nvPr>
        </p:nvSpPr>
        <p:spPr>
          <a:xfrm>
            <a:off x="8140701" y="3950862"/>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6" name="Text Placeholder 7">
            <a:extLst>
              <a:ext uri="{FF2B5EF4-FFF2-40B4-BE49-F238E27FC236}">
                <a16:creationId xmlns:a16="http://schemas.microsoft.com/office/drawing/2014/main" id="{BCF49705-81E2-484F-885F-3CAFC2DBCFE8}"/>
              </a:ext>
            </a:extLst>
          </p:cNvPr>
          <p:cNvSpPr>
            <a:spLocks noGrp="1"/>
          </p:cNvSpPr>
          <p:nvPr>
            <p:ph type="body" sz="quarter" idx="35" hasCustomPrompt="1"/>
          </p:nvPr>
        </p:nvSpPr>
        <p:spPr>
          <a:xfrm>
            <a:off x="9587271" y="4554818"/>
            <a:ext cx="754112" cy="304932"/>
          </a:xfrm>
          <a:prstGeom prst="rect">
            <a:avLst/>
          </a:prstGeom>
        </p:spPr>
        <p:txBody>
          <a:bodyPr/>
          <a:lstStyle>
            <a:lvl1pPr marL="0" indent="0" algn="ctr">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12</a:t>
            </a:r>
          </a:p>
        </p:txBody>
      </p:sp>
      <p:sp>
        <p:nvSpPr>
          <p:cNvPr id="37" name="Text Placeholder 7">
            <a:extLst>
              <a:ext uri="{FF2B5EF4-FFF2-40B4-BE49-F238E27FC236}">
                <a16:creationId xmlns:a16="http://schemas.microsoft.com/office/drawing/2014/main" id="{40B4473D-6754-8342-9A07-86CC7A1B3420}"/>
              </a:ext>
            </a:extLst>
          </p:cNvPr>
          <p:cNvSpPr>
            <a:spLocks noGrp="1"/>
          </p:cNvSpPr>
          <p:nvPr>
            <p:ph type="body" sz="quarter" idx="36" hasCustomPrompt="1"/>
          </p:nvPr>
        </p:nvSpPr>
        <p:spPr>
          <a:xfrm>
            <a:off x="8140701" y="4918884"/>
            <a:ext cx="3663395" cy="304932"/>
          </a:xfrm>
          <a:prstGeom prst="rect">
            <a:avLst/>
          </a:prstGeom>
        </p:spPr>
        <p:txBody>
          <a:bodyPr/>
          <a:lstStyle>
            <a:lvl1pPr marL="0" indent="0" algn="ctr">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0" name="Text Placeholder 5">
            <a:extLst>
              <a:ext uri="{FF2B5EF4-FFF2-40B4-BE49-F238E27FC236}">
                <a16:creationId xmlns:a16="http://schemas.microsoft.com/office/drawing/2014/main" id="{CEADB049-8DCC-7C49-ABD0-8275BFBF419D}"/>
              </a:ext>
            </a:extLst>
          </p:cNvPr>
          <p:cNvSpPr>
            <a:spLocks noGrp="1"/>
          </p:cNvSpPr>
          <p:nvPr>
            <p:ph type="body" sz="quarter" idx="37"/>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EE064EB3-029B-5B4D-80C2-832784DB86B4}"/>
              </a:ext>
            </a:extLst>
          </p:cNvPr>
          <p:cNvSpPr>
            <a:spLocks noGrp="1"/>
          </p:cNvSpPr>
          <p:nvPr>
            <p:ph type="sldNum" sz="quarter" idx="38"/>
          </p:nvPr>
        </p:nvSpPr>
        <p:spPr/>
        <p:txBody>
          <a:bodyPr/>
          <a:lstStyle/>
          <a:p>
            <a:fld id="{BF1B362E-304B-D74F-8E05-F581CCD55911}" type="slidenum">
              <a:rPr lang="en-US" smtClean="0"/>
              <a:pPr/>
              <a:t>‹#›</a:t>
            </a:fld>
            <a:endParaRPr lang="en-US"/>
          </a:p>
        </p:txBody>
      </p:sp>
      <p:sp>
        <p:nvSpPr>
          <p:cNvPr id="2" name="Footer Placeholder 1">
            <a:extLst>
              <a:ext uri="{FF2B5EF4-FFF2-40B4-BE49-F238E27FC236}">
                <a16:creationId xmlns:a16="http://schemas.microsoft.com/office/drawing/2014/main" id="{68177566-42A2-7F46-B679-1AD5C431B3A1}"/>
              </a:ext>
            </a:extLst>
          </p:cNvPr>
          <p:cNvSpPr>
            <a:spLocks noGrp="1"/>
          </p:cNvSpPr>
          <p:nvPr>
            <p:ph type="ftr" sz="quarter" idx="39"/>
          </p:nvPr>
        </p:nvSpPr>
        <p:spPr>
          <a:xfrm>
            <a:off x="1133608" y="6482159"/>
            <a:ext cx="4114800" cy="365125"/>
          </a:xfrm>
          <a:prstGeom prst="rect">
            <a:avLst/>
          </a:prstGeom>
        </p:spPr>
        <p:txBody>
          <a:bodyPr/>
          <a:lstStyle/>
          <a:p>
            <a:endParaRPr lang="en-US"/>
          </a:p>
        </p:txBody>
      </p:sp>
    </p:spTree>
    <p:extLst>
      <p:ext uri="{BB962C8B-B14F-4D97-AF65-F5344CB8AC3E}">
        <p14:creationId xmlns:p14="http://schemas.microsoft.com/office/powerpoint/2010/main" val="17257709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ntent – 6 Items">
    <p:bg>
      <p:bgPr>
        <a:solidFill>
          <a:schemeClr val="bg1"/>
        </a:solidFill>
        <a:effectLst/>
      </p:bgPr>
    </p:bg>
    <p:spTree>
      <p:nvGrpSpPr>
        <p:cNvPr id="1" name=""/>
        <p:cNvGrpSpPr/>
        <p:nvPr/>
      </p:nvGrpSpPr>
      <p:grpSpPr>
        <a:xfrm>
          <a:off x="0" y="0"/>
          <a:ext cx="0" cy="0"/>
          <a:chOff x="0" y="0"/>
          <a:chExt cx="0" cy="0"/>
        </a:xfrm>
      </p:grpSpPr>
      <p:sp>
        <p:nvSpPr>
          <p:cNvPr id="28" name="Text Placeholder 6">
            <a:extLst>
              <a:ext uri="{FF2B5EF4-FFF2-40B4-BE49-F238E27FC236}">
                <a16:creationId xmlns:a16="http://schemas.microsoft.com/office/drawing/2014/main" id="{C7CB6926-D637-424D-B815-5143BAF1025A}"/>
              </a:ext>
            </a:extLst>
          </p:cNvPr>
          <p:cNvSpPr>
            <a:spLocks noGrp="1"/>
          </p:cNvSpPr>
          <p:nvPr>
            <p:ph type="body" sz="quarter" idx="47" hasCustomPrompt="1"/>
          </p:nvPr>
        </p:nvSpPr>
        <p:spPr>
          <a:xfrm>
            <a:off x="874342" y="244632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22" name="Text Placeholder 7">
            <a:extLst>
              <a:ext uri="{FF2B5EF4-FFF2-40B4-BE49-F238E27FC236}">
                <a16:creationId xmlns:a16="http://schemas.microsoft.com/office/drawing/2014/main" id="{7DE89564-3D86-6A4B-B1B4-1A34B216009C}"/>
              </a:ext>
            </a:extLst>
          </p:cNvPr>
          <p:cNvSpPr>
            <a:spLocks noGrp="1"/>
          </p:cNvSpPr>
          <p:nvPr>
            <p:ph type="body" sz="quarter" idx="21" hasCustomPrompt="1"/>
          </p:nvPr>
        </p:nvSpPr>
        <p:spPr>
          <a:xfrm>
            <a:off x="874536"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01</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874536"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38" name="Text Placeholder 7">
            <a:extLst>
              <a:ext uri="{FF2B5EF4-FFF2-40B4-BE49-F238E27FC236}">
                <a16:creationId xmlns:a16="http://schemas.microsoft.com/office/drawing/2014/main" id="{46033030-1FD8-9C46-9D0E-3A1C760719C6}"/>
              </a:ext>
            </a:extLst>
          </p:cNvPr>
          <p:cNvSpPr>
            <a:spLocks noGrp="1"/>
          </p:cNvSpPr>
          <p:nvPr>
            <p:ph type="body" sz="quarter" idx="26" hasCustomPrompt="1"/>
          </p:nvPr>
        </p:nvSpPr>
        <p:spPr>
          <a:xfrm>
            <a:off x="874536"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04</a:t>
            </a:r>
          </a:p>
        </p:txBody>
      </p:sp>
      <p:sp>
        <p:nvSpPr>
          <p:cNvPr id="39" name="Text Placeholder 7">
            <a:extLst>
              <a:ext uri="{FF2B5EF4-FFF2-40B4-BE49-F238E27FC236}">
                <a16:creationId xmlns:a16="http://schemas.microsoft.com/office/drawing/2014/main" id="{07138A3A-6D3C-9E43-89C2-910FBC22DD9E}"/>
              </a:ext>
            </a:extLst>
          </p:cNvPr>
          <p:cNvSpPr>
            <a:spLocks noGrp="1"/>
          </p:cNvSpPr>
          <p:nvPr>
            <p:ph type="body" sz="quarter" idx="27" hasCustomPrompt="1"/>
          </p:nvPr>
        </p:nvSpPr>
        <p:spPr>
          <a:xfrm>
            <a:off x="874536"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1" name="Text Placeholder 7">
            <a:extLst>
              <a:ext uri="{FF2B5EF4-FFF2-40B4-BE49-F238E27FC236}">
                <a16:creationId xmlns:a16="http://schemas.microsoft.com/office/drawing/2014/main" id="{C7491F39-C5AE-5C46-8F35-731F4F57BFE5}"/>
              </a:ext>
            </a:extLst>
          </p:cNvPr>
          <p:cNvSpPr>
            <a:spLocks noGrp="1"/>
          </p:cNvSpPr>
          <p:nvPr>
            <p:ph type="body" sz="quarter" idx="29" hasCustomPrompt="1"/>
          </p:nvPr>
        </p:nvSpPr>
        <p:spPr>
          <a:xfrm>
            <a:off x="4752521"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02</a:t>
            </a:r>
          </a:p>
        </p:txBody>
      </p:sp>
      <p:sp>
        <p:nvSpPr>
          <p:cNvPr id="42" name="Text Placeholder 7">
            <a:extLst>
              <a:ext uri="{FF2B5EF4-FFF2-40B4-BE49-F238E27FC236}">
                <a16:creationId xmlns:a16="http://schemas.microsoft.com/office/drawing/2014/main" id="{E026E508-BFE4-374B-A21D-7527F5B219E6}"/>
              </a:ext>
            </a:extLst>
          </p:cNvPr>
          <p:cNvSpPr>
            <a:spLocks noGrp="1"/>
          </p:cNvSpPr>
          <p:nvPr>
            <p:ph type="body" sz="quarter" idx="30" hasCustomPrompt="1"/>
          </p:nvPr>
        </p:nvSpPr>
        <p:spPr>
          <a:xfrm>
            <a:off x="4752521"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4" name="Text Placeholder 7">
            <a:extLst>
              <a:ext uri="{FF2B5EF4-FFF2-40B4-BE49-F238E27FC236}">
                <a16:creationId xmlns:a16="http://schemas.microsoft.com/office/drawing/2014/main" id="{5C04C770-EC63-5C41-8ADD-9C654FF5BB5A}"/>
              </a:ext>
            </a:extLst>
          </p:cNvPr>
          <p:cNvSpPr>
            <a:spLocks noGrp="1"/>
          </p:cNvSpPr>
          <p:nvPr>
            <p:ph type="body" sz="quarter" idx="32" hasCustomPrompt="1"/>
          </p:nvPr>
        </p:nvSpPr>
        <p:spPr>
          <a:xfrm>
            <a:off x="4752521"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05</a:t>
            </a:r>
          </a:p>
        </p:txBody>
      </p:sp>
      <p:sp>
        <p:nvSpPr>
          <p:cNvPr id="45" name="Text Placeholder 7">
            <a:extLst>
              <a:ext uri="{FF2B5EF4-FFF2-40B4-BE49-F238E27FC236}">
                <a16:creationId xmlns:a16="http://schemas.microsoft.com/office/drawing/2014/main" id="{CECA01C6-8ED7-6D49-A33A-0DBC92EAB4C0}"/>
              </a:ext>
            </a:extLst>
          </p:cNvPr>
          <p:cNvSpPr>
            <a:spLocks noGrp="1"/>
          </p:cNvSpPr>
          <p:nvPr>
            <p:ph type="body" sz="quarter" idx="33" hasCustomPrompt="1"/>
          </p:nvPr>
        </p:nvSpPr>
        <p:spPr>
          <a:xfrm>
            <a:off x="4752521"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47" name="Text Placeholder 7">
            <a:extLst>
              <a:ext uri="{FF2B5EF4-FFF2-40B4-BE49-F238E27FC236}">
                <a16:creationId xmlns:a16="http://schemas.microsoft.com/office/drawing/2014/main" id="{ED85B806-C7BE-9B48-8112-9647339EF3FF}"/>
              </a:ext>
            </a:extLst>
          </p:cNvPr>
          <p:cNvSpPr>
            <a:spLocks noGrp="1"/>
          </p:cNvSpPr>
          <p:nvPr>
            <p:ph type="body" sz="quarter" idx="35" hasCustomPrompt="1"/>
          </p:nvPr>
        </p:nvSpPr>
        <p:spPr>
          <a:xfrm>
            <a:off x="8630507" y="1330288"/>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03</a:t>
            </a:r>
          </a:p>
        </p:txBody>
      </p:sp>
      <p:sp>
        <p:nvSpPr>
          <p:cNvPr id="48" name="Text Placeholder 7">
            <a:extLst>
              <a:ext uri="{FF2B5EF4-FFF2-40B4-BE49-F238E27FC236}">
                <a16:creationId xmlns:a16="http://schemas.microsoft.com/office/drawing/2014/main" id="{81AE5496-9C96-814D-B403-912DCD608CDC}"/>
              </a:ext>
            </a:extLst>
          </p:cNvPr>
          <p:cNvSpPr>
            <a:spLocks noGrp="1"/>
          </p:cNvSpPr>
          <p:nvPr>
            <p:ph type="body" sz="quarter" idx="36" hasCustomPrompt="1"/>
          </p:nvPr>
        </p:nvSpPr>
        <p:spPr>
          <a:xfrm>
            <a:off x="8630507" y="1694354"/>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50" name="Text Placeholder 7">
            <a:extLst>
              <a:ext uri="{FF2B5EF4-FFF2-40B4-BE49-F238E27FC236}">
                <a16:creationId xmlns:a16="http://schemas.microsoft.com/office/drawing/2014/main" id="{1C4B70E9-A3D8-8140-882A-57E352DEEC43}"/>
              </a:ext>
            </a:extLst>
          </p:cNvPr>
          <p:cNvSpPr>
            <a:spLocks noGrp="1"/>
          </p:cNvSpPr>
          <p:nvPr>
            <p:ph type="body" sz="quarter" idx="38" hasCustomPrompt="1"/>
          </p:nvPr>
        </p:nvSpPr>
        <p:spPr>
          <a:xfrm>
            <a:off x="8630507" y="3811020"/>
            <a:ext cx="754112" cy="304932"/>
          </a:xfrm>
          <a:prstGeom prst="rect">
            <a:avLst/>
          </a:prstGeom>
        </p:spPr>
        <p:txBody>
          <a:bodyPr lIns="0" tIns="0" rIns="0" bIns="0"/>
          <a:lstStyle>
            <a:lvl1pPr marL="0" indent="0" algn="l">
              <a:spcBef>
                <a:spcPts val="0"/>
              </a:spcBef>
              <a:buNone/>
              <a:defRPr sz="2250">
                <a:solidFill>
                  <a:schemeClr val="accent1"/>
                </a:solidFill>
                <a:latin typeface="Arial" panose="020B0604020202020204" pitchFamily="34" charset="0"/>
                <a:cs typeface="Arial" panose="020B0604020202020204" pitchFamily="34" charset="0"/>
              </a:defRPr>
            </a:lvl1pPr>
          </a:lstStyle>
          <a:p>
            <a:pPr lvl="0"/>
            <a:r>
              <a:rPr lang="en-GB"/>
              <a:t>06</a:t>
            </a:r>
          </a:p>
        </p:txBody>
      </p:sp>
      <p:sp>
        <p:nvSpPr>
          <p:cNvPr id="51" name="Text Placeholder 7">
            <a:extLst>
              <a:ext uri="{FF2B5EF4-FFF2-40B4-BE49-F238E27FC236}">
                <a16:creationId xmlns:a16="http://schemas.microsoft.com/office/drawing/2014/main" id="{5A584C78-6A8C-D744-B84D-BFA2BE72A63E}"/>
              </a:ext>
            </a:extLst>
          </p:cNvPr>
          <p:cNvSpPr>
            <a:spLocks noGrp="1"/>
          </p:cNvSpPr>
          <p:nvPr>
            <p:ph type="body" sz="quarter" idx="39" hasCustomPrompt="1"/>
          </p:nvPr>
        </p:nvSpPr>
        <p:spPr>
          <a:xfrm>
            <a:off x="8630507" y="4175086"/>
            <a:ext cx="2690194" cy="304932"/>
          </a:xfrm>
          <a:prstGeom prst="rect">
            <a:avLst/>
          </a:prstGeom>
        </p:spPr>
        <p:txBody>
          <a:bodyPr lIns="0" tIns="0" rIns="0" bIns="0"/>
          <a:lstStyle>
            <a:lvl1pPr marL="0" indent="0" algn="l">
              <a:spcBef>
                <a:spcPts val="0"/>
              </a:spcBef>
              <a:buNone/>
              <a:defRPr sz="2250">
                <a:solidFill>
                  <a:schemeClr val="tx1"/>
                </a:solidFill>
                <a:latin typeface="Arial" panose="020B0604020202020204" pitchFamily="34" charset="0"/>
                <a:cs typeface="Arial" panose="020B0604020202020204" pitchFamily="34" charset="0"/>
              </a:defRPr>
            </a:lvl1pPr>
          </a:lstStyle>
          <a:p>
            <a:pPr lvl="0"/>
            <a:r>
              <a:rPr lang="en-GB"/>
              <a:t>Content Item</a:t>
            </a:r>
          </a:p>
        </p:txBody>
      </p:sp>
      <p:sp>
        <p:nvSpPr>
          <p:cNvPr id="54" name="Text Placeholder 6">
            <a:extLst>
              <a:ext uri="{FF2B5EF4-FFF2-40B4-BE49-F238E27FC236}">
                <a16:creationId xmlns:a16="http://schemas.microsoft.com/office/drawing/2014/main" id="{2AA72E63-4A39-D54E-9DAC-A17D37DEA9D3}"/>
              </a:ext>
            </a:extLst>
          </p:cNvPr>
          <p:cNvSpPr>
            <a:spLocks noGrp="1"/>
          </p:cNvSpPr>
          <p:nvPr>
            <p:ph type="body" sz="quarter" idx="41" hasCustomPrompt="1"/>
          </p:nvPr>
        </p:nvSpPr>
        <p:spPr>
          <a:xfrm>
            <a:off x="4752521" y="245033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5" name="Text Placeholder 6">
            <a:extLst>
              <a:ext uri="{FF2B5EF4-FFF2-40B4-BE49-F238E27FC236}">
                <a16:creationId xmlns:a16="http://schemas.microsoft.com/office/drawing/2014/main" id="{A7B05BD2-7343-8F44-AFDB-68A61C7D2A81}"/>
              </a:ext>
            </a:extLst>
          </p:cNvPr>
          <p:cNvSpPr>
            <a:spLocks noGrp="1"/>
          </p:cNvSpPr>
          <p:nvPr>
            <p:ph type="body" sz="quarter" idx="42" hasCustomPrompt="1"/>
          </p:nvPr>
        </p:nvSpPr>
        <p:spPr>
          <a:xfrm>
            <a:off x="8630507" y="2450336"/>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6" name="Text Placeholder 6">
            <a:extLst>
              <a:ext uri="{FF2B5EF4-FFF2-40B4-BE49-F238E27FC236}">
                <a16:creationId xmlns:a16="http://schemas.microsoft.com/office/drawing/2014/main" id="{E02EB98D-8001-C140-B797-4EAE8CEBD8B0}"/>
              </a:ext>
            </a:extLst>
          </p:cNvPr>
          <p:cNvSpPr>
            <a:spLocks noGrp="1"/>
          </p:cNvSpPr>
          <p:nvPr>
            <p:ph type="body" sz="quarter" idx="43" hasCustomPrompt="1"/>
          </p:nvPr>
        </p:nvSpPr>
        <p:spPr>
          <a:xfrm>
            <a:off x="874536"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7" name="Text Placeholder 6">
            <a:extLst>
              <a:ext uri="{FF2B5EF4-FFF2-40B4-BE49-F238E27FC236}">
                <a16:creationId xmlns:a16="http://schemas.microsoft.com/office/drawing/2014/main" id="{BEE77B86-2134-1941-9281-BD4A5B33BBBE}"/>
              </a:ext>
            </a:extLst>
          </p:cNvPr>
          <p:cNvSpPr>
            <a:spLocks noGrp="1"/>
          </p:cNvSpPr>
          <p:nvPr>
            <p:ph type="body" sz="quarter" idx="44" hasCustomPrompt="1"/>
          </p:nvPr>
        </p:nvSpPr>
        <p:spPr>
          <a:xfrm>
            <a:off x="4752521"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58" name="Text Placeholder 6">
            <a:extLst>
              <a:ext uri="{FF2B5EF4-FFF2-40B4-BE49-F238E27FC236}">
                <a16:creationId xmlns:a16="http://schemas.microsoft.com/office/drawing/2014/main" id="{8C0FFCF9-3ACE-C946-866A-46965381EF5C}"/>
              </a:ext>
            </a:extLst>
          </p:cNvPr>
          <p:cNvSpPr>
            <a:spLocks noGrp="1"/>
          </p:cNvSpPr>
          <p:nvPr>
            <p:ph type="body" sz="quarter" idx="45" hasCustomPrompt="1"/>
          </p:nvPr>
        </p:nvSpPr>
        <p:spPr>
          <a:xfrm>
            <a:off x="8630507" y="4931069"/>
            <a:ext cx="2690194" cy="720000"/>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US"/>
              <a:t>Short description</a:t>
            </a:r>
          </a:p>
        </p:txBody>
      </p:sp>
      <p:sp>
        <p:nvSpPr>
          <p:cNvPr id="27" name="Text Placeholder 5">
            <a:extLst>
              <a:ext uri="{FF2B5EF4-FFF2-40B4-BE49-F238E27FC236}">
                <a16:creationId xmlns:a16="http://schemas.microsoft.com/office/drawing/2014/main" id="{5B590D74-D674-1D4D-BAFD-A962E0930F44}"/>
              </a:ext>
            </a:extLst>
          </p:cNvPr>
          <p:cNvSpPr>
            <a:spLocks noGrp="1"/>
          </p:cNvSpPr>
          <p:nvPr>
            <p:ph type="body" sz="quarter" idx="48"/>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3ECAFD9B-17FF-814E-AA73-AAC4D9BA9DC9}"/>
              </a:ext>
            </a:extLst>
          </p:cNvPr>
          <p:cNvSpPr>
            <a:spLocks noGrp="1"/>
          </p:cNvSpPr>
          <p:nvPr>
            <p:ph type="sldNum" sz="quarter" idx="4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7956854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Large Statement on White">
    <p:bg>
      <p:bgPr>
        <a:solidFill>
          <a:schemeClr val="bg1"/>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 slide</a:t>
            </a:r>
          </a:p>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p>
          <a:p>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a:t>
            </a:r>
          </a:p>
        </p:txBody>
      </p:sp>
      <p:sp>
        <p:nvSpPr>
          <p:cNvPr id="8" name="Text Placeholder 5">
            <a:extLst>
              <a:ext uri="{FF2B5EF4-FFF2-40B4-BE49-F238E27FC236}">
                <a16:creationId xmlns:a16="http://schemas.microsoft.com/office/drawing/2014/main" id="{49FC7FBE-03F6-334E-A5A3-D09D05F1076D}"/>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9C9A8B2E-8739-9C47-B972-58CF98368312}"/>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64878542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userDrawn="1">
  <p:cSld name="Large Statement on Cool Gray">
    <p:bg>
      <p:bgPr>
        <a:solidFill>
          <a:srgbClr val="C2C7CA"/>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 slide</a:t>
            </a:r>
          </a:p>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p>
          <a:p>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a:t>
            </a:r>
          </a:p>
        </p:txBody>
      </p:sp>
      <p:pic>
        <p:nvPicPr>
          <p:cNvPr id="6" name="Picture 5" descr="Shape&#10;&#10;Description automatically generated with medium confidence">
            <a:extLst>
              <a:ext uri="{FF2B5EF4-FFF2-40B4-BE49-F238E27FC236}">
                <a16:creationId xmlns:a16="http://schemas.microsoft.com/office/drawing/2014/main" id="{B0E731FA-57E5-EA47-9E99-637C85B12EE9}"/>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C13338DB-9211-4F47-8732-A312AE9E381C}"/>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8" name="Text Placeholder 5">
            <a:extLst>
              <a:ext uri="{FF2B5EF4-FFF2-40B4-BE49-F238E27FC236}">
                <a16:creationId xmlns:a16="http://schemas.microsoft.com/office/drawing/2014/main" id="{D2758A77-F788-DA44-AD7B-3863A3684DEC}"/>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84DBD541-6283-E246-A2D6-1EA740B3B33A}"/>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6062346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Large Statement Deep Blue w/Image">
    <p:bg>
      <p:bgPr>
        <a:solidFill>
          <a:srgbClr val="1E4456"/>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96696E-2B00-A54E-B25A-316A4BA4A07C}"/>
              </a:ext>
            </a:extLst>
          </p:cNvPr>
          <p:cNvSpPr>
            <a:spLocks noGrp="1"/>
          </p:cNvSpPr>
          <p:nvPr>
            <p:ph type="pic" sz="quarter" idx="24" hasCustomPrompt="1"/>
          </p:nvPr>
        </p:nvSpPr>
        <p:spPr>
          <a:xfrm>
            <a:off x="6095603" y="0"/>
            <a:ext cx="6096397" cy="6858000"/>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7" name="Slide Number Placeholder 5">
            <a:extLst>
              <a:ext uri="{FF2B5EF4-FFF2-40B4-BE49-F238E27FC236}">
                <a16:creationId xmlns:a16="http://schemas.microsoft.com/office/drawing/2014/main" id="{E99E5B68-137F-C549-8350-7194A11AF3DF}"/>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10" name="Text Placeholder 3">
            <a:extLst>
              <a:ext uri="{FF2B5EF4-FFF2-40B4-BE49-F238E27FC236}">
                <a16:creationId xmlns:a16="http://schemas.microsoft.com/office/drawing/2014/main" id="{1BEDAD56-5332-A34C-AD2A-951B1F360771}"/>
              </a:ext>
            </a:extLst>
          </p:cNvPr>
          <p:cNvSpPr>
            <a:spLocks noGrp="1"/>
          </p:cNvSpPr>
          <p:nvPr>
            <p:ph type="body" sz="quarter" idx="23" hasCustomPrompt="1"/>
          </p:nvPr>
        </p:nvSpPr>
        <p:spPr>
          <a:xfrm>
            <a:off x="633058" y="1461010"/>
            <a:ext cx="4826049" cy="3935980"/>
          </a:xfrm>
          <a:prstGeom prst="rect">
            <a:avLst/>
          </a:prstGeom>
        </p:spPr>
        <p:txBody>
          <a:bodyPr anchor="ctr"/>
          <a:lstStyle>
            <a:lvl1pPr marL="0" indent="0" algn="ctr">
              <a:lnSpc>
                <a:spcPct val="100000"/>
              </a:lnSpc>
              <a:spcBef>
                <a:spcPts val="0"/>
              </a:spcBef>
              <a:buNone/>
              <a:defRPr sz="3750">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US"/>
              <a:t>Large statement </a:t>
            </a:r>
            <a:br>
              <a:rPr lang="en-US"/>
            </a:br>
            <a:r>
              <a:rPr lang="en-US"/>
              <a:t>half &amp; half split slide lorem ipsum dolor</a:t>
            </a:r>
          </a:p>
        </p:txBody>
      </p:sp>
      <p:sp>
        <p:nvSpPr>
          <p:cNvPr id="11" name="Text Placeholder 8">
            <a:extLst>
              <a:ext uri="{FF2B5EF4-FFF2-40B4-BE49-F238E27FC236}">
                <a16:creationId xmlns:a16="http://schemas.microsoft.com/office/drawing/2014/main" id="{E5493704-F781-C246-9417-1AEE86583174}"/>
              </a:ext>
            </a:extLst>
          </p:cNvPr>
          <p:cNvSpPr>
            <a:spLocks noGrp="1"/>
          </p:cNvSpPr>
          <p:nvPr>
            <p:ph type="body" sz="quarter" idx="15" hasCustomPrompt="1"/>
          </p:nvPr>
        </p:nvSpPr>
        <p:spPr>
          <a:xfrm>
            <a:off x="6202766" y="6651300"/>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8" name="Text Placeholder 5">
            <a:extLst>
              <a:ext uri="{FF2B5EF4-FFF2-40B4-BE49-F238E27FC236}">
                <a16:creationId xmlns:a16="http://schemas.microsoft.com/office/drawing/2014/main" id="{75594FCB-0CEA-F943-8FD9-A27B9DB2D15B}"/>
              </a:ext>
            </a:extLst>
          </p:cNvPr>
          <p:cNvSpPr>
            <a:spLocks noGrp="1"/>
          </p:cNvSpPr>
          <p:nvPr>
            <p:ph type="body" sz="quarter" idx="21"/>
          </p:nvPr>
        </p:nvSpPr>
        <p:spPr>
          <a:xfrm>
            <a:off x="390525" y="332105"/>
            <a:ext cx="1806575" cy="490538"/>
          </a:xfrm>
        </p:spPr>
        <p:txBody>
          <a:bodyPr lIns="0"/>
          <a:lstStyle>
            <a:lvl1pPr marL="0" indent="0" algn="l">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Tree>
    <p:extLst>
      <p:ext uri="{BB962C8B-B14F-4D97-AF65-F5344CB8AC3E}">
        <p14:creationId xmlns:p14="http://schemas.microsoft.com/office/powerpoint/2010/main" val="14473760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Large Statement White w/Image">
    <p:bg>
      <p:bgPr>
        <a:solidFill>
          <a:schemeClr val="bg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52B899B9-1B22-C049-87C1-73824541DDA8}"/>
              </a:ext>
            </a:extLst>
          </p:cNvPr>
          <p:cNvSpPr>
            <a:spLocks noGrp="1"/>
          </p:cNvSpPr>
          <p:nvPr>
            <p:ph type="pic" sz="quarter" idx="24" hasCustomPrompt="1"/>
          </p:nvPr>
        </p:nvSpPr>
        <p:spPr>
          <a:xfrm>
            <a:off x="0" y="0"/>
            <a:ext cx="6117790" cy="6858000"/>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6" name="Text Placeholder 7">
            <a:extLst>
              <a:ext uri="{FF2B5EF4-FFF2-40B4-BE49-F238E27FC236}">
                <a16:creationId xmlns:a16="http://schemas.microsoft.com/office/drawing/2014/main" id="{151BCC00-A03E-EE4B-8FAF-7FDF791EC96A}"/>
              </a:ext>
            </a:extLst>
          </p:cNvPr>
          <p:cNvSpPr>
            <a:spLocks noGrp="1"/>
          </p:cNvSpPr>
          <p:nvPr>
            <p:ph type="body" sz="quarter" idx="23" hasCustomPrompt="1"/>
          </p:nvPr>
        </p:nvSpPr>
        <p:spPr>
          <a:xfrm>
            <a:off x="6830465" y="1461010"/>
            <a:ext cx="4627070" cy="3935980"/>
          </a:xfrm>
          <a:prstGeom prst="rect">
            <a:avLst/>
          </a:prstGeom>
        </p:spPr>
        <p:txBody>
          <a:bodyPr anchor="ctr"/>
          <a:lstStyle>
            <a:lvl1pPr marL="0" indent="0" algn="ctr">
              <a:lnSpc>
                <a:spcPct val="100000"/>
              </a:lnSpc>
              <a:spcBef>
                <a:spcPts val="0"/>
              </a:spcBef>
              <a:buNone/>
              <a:defRPr sz="375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Large statement</a:t>
            </a:r>
            <a:br>
              <a:rPr lang="en-GB">
                <a:effectLst/>
                <a:latin typeface="Arial" panose="020B0604020202020204" pitchFamily="34" charset="0"/>
              </a:rPr>
            </a:br>
            <a:r>
              <a:rPr lang="en-GB">
                <a:effectLst/>
                <a:latin typeface="Arial" panose="020B0604020202020204" pitchFamily="34" charset="0"/>
              </a:rPr>
              <a:t>half &amp; half split slide lorem ipsum </a:t>
            </a:r>
            <a:r>
              <a:rPr lang="en-GB" err="1">
                <a:effectLst/>
                <a:latin typeface="Arial" panose="020B0604020202020204" pitchFamily="34" charset="0"/>
              </a:rPr>
              <a:t>dolor</a:t>
            </a:r>
            <a:endParaRPr lang="en-GB">
              <a:effectLst/>
              <a:latin typeface="Arial" panose="020B0604020202020204" pitchFamily="34" charset="0"/>
            </a:endParaRPr>
          </a:p>
          <a:p>
            <a:endParaRPr lang="en-GB">
              <a:effectLst/>
              <a:latin typeface="Arial" panose="020B0604020202020204" pitchFamily="34" charset="0"/>
            </a:endParaRPr>
          </a:p>
        </p:txBody>
      </p:sp>
      <p:sp>
        <p:nvSpPr>
          <p:cNvPr id="7" name="Slide Number Placeholder 5">
            <a:extLst>
              <a:ext uri="{FF2B5EF4-FFF2-40B4-BE49-F238E27FC236}">
                <a16:creationId xmlns:a16="http://schemas.microsoft.com/office/drawing/2014/main" id="{85A261EE-94E8-CA40-B47B-33D11618EE62}"/>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pic>
        <p:nvPicPr>
          <p:cNvPr id="9" name="Picture 8" descr="Shape&#10;&#10;Description automatically generated with medium confidence">
            <a:extLst>
              <a:ext uri="{FF2B5EF4-FFF2-40B4-BE49-F238E27FC236}">
                <a16:creationId xmlns:a16="http://schemas.microsoft.com/office/drawing/2014/main" id="{A16842B3-6BDD-8D48-AC87-DEC172FD7BD4}"/>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1" name="Text Placeholder 8">
            <a:extLst>
              <a:ext uri="{FF2B5EF4-FFF2-40B4-BE49-F238E27FC236}">
                <a16:creationId xmlns:a16="http://schemas.microsoft.com/office/drawing/2014/main" id="{BCC5396B-B91B-3D49-9916-52108D881B85}"/>
              </a:ext>
            </a:extLst>
          </p:cNvPr>
          <p:cNvSpPr>
            <a:spLocks noGrp="1"/>
          </p:cNvSpPr>
          <p:nvPr>
            <p:ph type="body" sz="quarter" idx="15" hasCustomPrompt="1"/>
          </p:nvPr>
        </p:nvSpPr>
        <p:spPr>
          <a:xfrm>
            <a:off x="4591516" y="6651300"/>
            <a:ext cx="1424080" cy="153889"/>
          </a:xfrm>
          <a:prstGeom prst="rect">
            <a:avLst/>
          </a:prstGeom>
        </p:spPr>
        <p:txBody>
          <a:bodyPr/>
          <a:lstStyle>
            <a:lvl1pPr algn="r">
              <a:lnSpc>
                <a:spcPct val="100000"/>
              </a:lnSpc>
              <a:buNone/>
              <a:defRPr sz="700">
                <a:solidFill>
                  <a:schemeClr val="bg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8" name="Text Placeholder 5">
            <a:extLst>
              <a:ext uri="{FF2B5EF4-FFF2-40B4-BE49-F238E27FC236}">
                <a16:creationId xmlns:a16="http://schemas.microsoft.com/office/drawing/2014/main" id="{00B23AD4-0733-FE4F-953F-9268D9B725AD}"/>
              </a:ext>
            </a:extLst>
          </p:cNvPr>
          <p:cNvSpPr>
            <a:spLocks noGrp="1"/>
          </p:cNvSpPr>
          <p:nvPr>
            <p:ph type="body" sz="quarter" idx="21"/>
          </p:nvPr>
        </p:nvSpPr>
        <p:spPr>
          <a:xfrm>
            <a:off x="390525" y="332105"/>
            <a:ext cx="1806575" cy="490538"/>
          </a:xfrm>
        </p:spPr>
        <p:txBody>
          <a:bodyPr lIns="0"/>
          <a:lstStyle>
            <a:lvl1pPr marL="0" indent="0" algn="l">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Tree>
    <p:extLst>
      <p:ext uri="{BB962C8B-B14F-4D97-AF65-F5344CB8AC3E}">
        <p14:creationId xmlns:p14="http://schemas.microsoft.com/office/powerpoint/2010/main" val="25907892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Section Divider White">
    <p:bg>
      <p:bgPr>
        <a:solidFill>
          <a:schemeClr val="bg1"/>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9" name="Text Placeholder 5">
            <a:extLst>
              <a:ext uri="{FF2B5EF4-FFF2-40B4-BE49-F238E27FC236}">
                <a16:creationId xmlns:a16="http://schemas.microsoft.com/office/drawing/2014/main" id="{D5AAF991-AC14-AD42-A380-59B9638A7DAE}"/>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0219824A-5618-4D4E-8857-5BDF374FC97F}"/>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7143294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Section Divider Warm White">
    <p:bg>
      <p:bgPr>
        <a:solidFill>
          <a:srgbClr val="F0EEED"/>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8" name="Text Placeholder 5">
            <a:extLst>
              <a:ext uri="{FF2B5EF4-FFF2-40B4-BE49-F238E27FC236}">
                <a16:creationId xmlns:a16="http://schemas.microsoft.com/office/drawing/2014/main" id="{97B7E5DC-1AD9-884A-A5D4-2B7A443659B3}"/>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7E255AF1-C1E3-E64D-BBA4-1FE6E1B252FF}"/>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1171949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Section Divider Cool Gray">
    <p:bg>
      <p:bgPr>
        <a:solidFill>
          <a:srgbClr val="C2C7CA"/>
        </a:solidFill>
        <a:effectLst/>
      </p:bgPr>
    </p:bg>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461010"/>
            <a:ext cx="9481167" cy="3935980"/>
          </a:xfrm>
          <a:prstGeom prst="rect">
            <a:avLst/>
          </a:prstGeom>
        </p:spPr>
        <p:txBody>
          <a:bodyPr anchor="ctr"/>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pic>
        <p:nvPicPr>
          <p:cNvPr id="6" name="Picture 5" descr="Shape&#10;&#10;Description automatically generated with medium confidence">
            <a:extLst>
              <a:ext uri="{FF2B5EF4-FFF2-40B4-BE49-F238E27FC236}">
                <a16:creationId xmlns:a16="http://schemas.microsoft.com/office/drawing/2014/main" id="{EFCD742D-BCB5-F645-91FA-4F20736C2E61}"/>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5471DD50-A0B2-C94A-B42A-040831E7518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8" name="Text Placeholder 5">
            <a:extLst>
              <a:ext uri="{FF2B5EF4-FFF2-40B4-BE49-F238E27FC236}">
                <a16:creationId xmlns:a16="http://schemas.microsoft.com/office/drawing/2014/main" id="{280C8013-5EEE-6A46-B2F4-56D76C4D8EA5}"/>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8AFB20F7-B062-3447-AA99-22CCF6F6FF78}"/>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870337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Section Divider Window Image White">
    <p:bg>
      <p:bgPr>
        <a:solidFill>
          <a:schemeClr val="bg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471AC2EF-FED5-0043-8DCC-D2A4865B028D}"/>
              </a:ext>
            </a:extLst>
          </p:cNvPr>
          <p:cNvSpPr>
            <a:spLocks noGrp="1"/>
          </p:cNvSpPr>
          <p:nvPr>
            <p:ph type="pic" sz="quarter" idx="24" hasCustomPrompt="1"/>
          </p:nvPr>
        </p:nvSpPr>
        <p:spPr>
          <a:xfrm>
            <a:off x="1354225" y="1562099"/>
            <a:ext cx="9481166"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4" name="Text Placeholder 7">
            <a:extLst>
              <a:ext uri="{FF2B5EF4-FFF2-40B4-BE49-F238E27FC236}">
                <a16:creationId xmlns:a16="http://schemas.microsoft.com/office/drawing/2014/main" id="{C470CE37-4C56-0040-BDFF-0002E1619604}"/>
              </a:ext>
            </a:extLst>
          </p:cNvPr>
          <p:cNvSpPr>
            <a:spLocks noGrp="1"/>
          </p:cNvSpPr>
          <p:nvPr>
            <p:ph type="body" sz="quarter" idx="23" hasCustomPrompt="1"/>
          </p:nvPr>
        </p:nvSpPr>
        <p:spPr>
          <a:xfrm>
            <a:off x="1354226" y="4818044"/>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sp>
        <p:nvSpPr>
          <p:cNvPr id="17" name="Vertical Text Placeholder 2">
            <a:extLst>
              <a:ext uri="{FF2B5EF4-FFF2-40B4-BE49-F238E27FC236}">
                <a16:creationId xmlns:a16="http://schemas.microsoft.com/office/drawing/2014/main" id="{A52F7CB4-38B5-E34B-8F19-ACDA8E60395F}"/>
              </a:ext>
            </a:extLst>
          </p:cNvPr>
          <p:cNvSpPr>
            <a:spLocks noGrp="1"/>
          </p:cNvSpPr>
          <p:nvPr>
            <p:ph type="body" orient="vert" sz="quarter" idx="25" hasCustomPrompt="1"/>
          </p:nvPr>
        </p:nvSpPr>
        <p:spPr>
          <a:xfrm>
            <a:off x="1210149" y="2454148"/>
            <a:ext cx="288150" cy="1949450"/>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4" name="Text Placeholder 5">
            <a:extLst>
              <a:ext uri="{FF2B5EF4-FFF2-40B4-BE49-F238E27FC236}">
                <a16:creationId xmlns:a16="http://schemas.microsoft.com/office/drawing/2014/main" id="{5673FF86-614E-6549-82A2-4E4ABE4F13F0}"/>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AC17933A-8E67-E545-A744-9654A2C7DC39}"/>
              </a:ext>
            </a:extLst>
          </p:cNvPr>
          <p:cNvSpPr>
            <a:spLocks noGrp="1"/>
          </p:cNvSpPr>
          <p:nvPr>
            <p:ph type="sldNum" sz="quarter" idx="26"/>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2705433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userDrawn="1">
  <p:cSld name="Section Divider Window Image Cool Gray">
    <p:bg>
      <p:bgPr>
        <a:solidFill>
          <a:srgbClr val="C2C7CA"/>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3E912886-6A75-7A49-87FF-C24AE965BDC6}"/>
              </a:ext>
            </a:extLst>
          </p:cNvPr>
          <p:cNvSpPr>
            <a:spLocks noGrp="1"/>
          </p:cNvSpPr>
          <p:nvPr>
            <p:ph type="pic" sz="quarter" idx="24" hasCustomPrompt="1"/>
          </p:nvPr>
        </p:nvSpPr>
        <p:spPr>
          <a:xfrm>
            <a:off x="1354225" y="1562099"/>
            <a:ext cx="9481166" cy="3733801"/>
          </a:xfrm>
          <a:prstGeom prst="rect">
            <a:avLst/>
          </a:prstGeom>
          <a:solidFill>
            <a:schemeClr val="bg1"/>
          </a:solidFill>
        </p:spPr>
        <p:txBody>
          <a:bodyPr anchor="ctr" anchorCtr="0"/>
          <a:lstStyle>
            <a:lvl1pPr algn="ctr">
              <a:buFontTx/>
              <a:buNone/>
              <a:defRPr sz="1500">
                <a:solidFill>
                  <a:srgbClr val="262626"/>
                </a:solidFill>
              </a:defRPr>
            </a:lvl1pPr>
          </a:lstStyle>
          <a:p>
            <a:r>
              <a:rPr lang="en-US"/>
              <a:t>Insert image here</a:t>
            </a:r>
          </a:p>
        </p:txBody>
      </p:sp>
      <p:pic>
        <p:nvPicPr>
          <p:cNvPr id="10" name="Picture 9" descr="Shape&#10;&#10;Description automatically generated with medium confidence">
            <a:extLst>
              <a:ext uri="{FF2B5EF4-FFF2-40B4-BE49-F238E27FC236}">
                <a16:creationId xmlns:a16="http://schemas.microsoft.com/office/drawing/2014/main" id="{BF3B4964-809E-624C-A47C-6E99FB65F65A}"/>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3" name="Subtitle 2">
            <a:extLst>
              <a:ext uri="{FF2B5EF4-FFF2-40B4-BE49-F238E27FC236}">
                <a16:creationId xmlns:a16="http://schemas.microsoft.com/office/drawing/2014/main" id="{DFAAAF9A-9F8B-154C-8E7E-1EFAF70E1BF6}"/>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18" name="Text Placeholder 7">
            <a:extLst>
              <a:ext uri="{FF2B5EF4-FFF2-40B4-BE49-F238E27FC236}">
                <a16:creationId xmlns:a16="http://schemas.microsoft.com/office/drawing/2014/main" id="{00BC248E-CA2F-1E44-AD8E-F7731F5224FC}"/>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19" name="Text Placeholder 7">
            <a:extLst>
              <a:ext uri="{FF2B5EF4-FFF2-40B4-BE49-F238E27FC236}">
                <a16:creationId xmlns:a16="http://schemas.microsoft.com/office/drawing/2014/main" id="{AEE902A9-CDEC-194C-9673-0E5D13B8FB72}"/>
              </a:ext>
            </a:extLst>
          </p:cNvPr>
          <p:cNvSpPr>
            <a:spLocks noGrp="1"/>
          </p:cNvSpPr>
          <p:nvPr>
            <p:ph type="body" sz="quarter" idx="23" hasCustomPrompt="1"/>
          </p:nvPr>
        </p:nvSpPr>
        <p:spPr>
          <a:xfrm>
            <a:off x="1354226" y="4818044"/>
            <a:ext cx="9481167" cy="477857"/>
          </a:xfrm>
          <a:prstGeom prst="rect">
            <a:avLst/>
          </a:prstGeom>
        </p:spPr>
        <p:txBody>
          <a:bodyPr anchor="t"/>
          <a:lstStyle>
            <a:lvl1pPr marL="0" indent="0" algn="ctr">
              <a:lnSpc>
                <a:spcPct val="90000"/>
              </a:lnSpc>
              <a:spcBef>
                <a:spcPts val="0"/>
              </a:spcBef>
              <a:buNone/>
              <a:defRPr sz="6000">
                <a:solidFill>
                  <a:schemeClr val="tx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sp>
        <p:nvSpPr>
          <p:cNvPr id="11" name="Text Placeholder 5">
            <a:extLst>
              <a:ext uri="{FF2B5EF4-FFF2-40B4-BE49-F238E27FC236}">
                <a16:creationId xmlns:a16="http://schemas.microsoft.com/office/drawing/2014/main" id="{95A756F1-5E3A-0B4E-88FA-E07D907CEA93}"/>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Vertical Text Placeholder 2">
            <a:extLst>
              <a:ext uri="{FF2B5EF4-FFF2-40B4-BE49-F238E27FC236}">
                <a16:creationId xmlns:a16="http://schemas.microsoft.com/office/drawing/2014/main" id="{F6A28BC8-5CE3-6942-8851-DC15F34FC663}"/>
              </a:ext>
            </a:extLst>
          </p:cNvPr>
          <p:cNvSpPr>
            <a:spLocks noGrp="1"/>
          </p:cNvSpPr>
          <p:nvPr>
            <p:ph type="body" orient="vert" sz="quarter" idx="25" hasCustomPrompt="1"/>
          </p:nvPr>
        </p:nvSpPr>
        <p:spPr>
          <a:xfrm>
            <a:off x="1210149" y="2454148"/>
            <a:ext cx="288150" cy="1949450"/>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2" name="Slide Number Placeholder 1">
            <a:extLst>
              <a:ext uri="{FF2B5EF4-FFF2-40B4-BE49-F238E27FC236}">
                <a16:creationId xmlns:a16="http://schemas.microsoft.com/office/drawing/2014/main" id="{22905263-EDB0-9F46-9A13-EF415D1DFE97}"/>
              </a:ext>
            </a:extLst>
          </p:cNvPr>
          <p:cNvSpPr>
            <a:spLocks noGrp="1"/>
          </p:cNvSpPr>
          <p:nvPr>
            <p:ph type="sldNum" sz="quarter" idx="26"/>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9894399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Section Divider Window Image Deep Blue">
    <p:bg>
      <p:bgPr>
        <a:solidFill>
          <a:srgbClr val="1E4456"/>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4842A29D-CDCF-B447-AAFF-CA7B47CD58A5}"/>
              </a:ext>
            </a:extLst>
          </p:cNvPr>
          <p:cNvSpPr>
            <a:spLocks noGrp="1"/>
          </p:cNvSpPr>
          <p:nvPr>
            <p:ph type="pic" sz="quarter" idx="24" hasCustomPrompt="1"/>
          </p:nvPr>
        </p:nvSpPr>
        <p:spPr>
          <a:xfrm>
            <a:off x="1354225" y="1562099"/>
            <a:ext cx="9481166"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1354226" y="1084243"/>
            <a:ext cx="9481167" cy="477857"/>
          </a:xfrm>
          <a:prstGeom prst="rect">
            <a:avLst/>
          </a:prstGeom>
        </p:spPr>
        <p:txBody>
          <a:bodyPr anchor="t"/>
          <a:lstStyle>
            <a:lvl1pPr marL="0" indent="0" algn="ctr">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p:txBody>
      </p:sp>
      <p:sp>
        <p:nvSpPr>
          <p:cNvPr id="4" name="Text Placeholder 7">
            <a:extLst>
              <a:ext uri="{FF2B5EF4-FFF2-40B4-BE49-F238E27FC236}">
                <a16:creationId xmlns:a16="http://schemas.microsoft.com/office/drawing/2014/main" id="{C470CE37-4C56-0040-BDFF-0002E1619604}"/>
              </a:ext>
            </a:extLst>
          </p:cNvPr>
          <p:cNvSpPr>
            <a:spLocks noGrp="1"/>
          </p:cNvSpPr>
          <p:nvPr>
            <p:ph type="body" sz="quarter" idx="23" hasCustomPrompt="1"/>
          </p:nvPr>
        </p:nvSpPr>
        <p:spPr>
          <a:xfrm>
            <a:off x="1354226" y="4818043"/>
            <a:ext cx="9481167" cy="477857"/>
          </a:xfrm>
          <a:prstGeom prst="rect">
            <a:avLst/>
          </a:prstGeom>
        </p:spPr>
        <p:txBody>
          <a:bodyPr anchor="t"/>
          <a:lstStyle>
            <a:lvl1pPr marL="0" indent="0" algn="ctr">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Window Image</a:t>
            </a:r>
          </a:p>
        </p:txBody>
      </p:sp>
      <p:pic>
        <p:nvPicPr>
          <p:cNvPr id="10" name="Picture 9">
            <a:extLst>
              <a:ext uri="{FF2B5EF4-FFF2-40B4-BE49-F238E27FC236}">
                <a16:creationId xmlns:a16="http://schemas.microsoft.com/office/drawing/2014/main" id="{181883DC-2517-064A-AE60-75833BEE3A2C}"/>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12" name="Subtitle 2">
            <a:extLst>
              <a:ext uri="{FF2B5EF4-FFF2-40B4-BE49-F238E27FC236}">
                <a16:creationId xmlns:a16="http://schemas.microsoft.com/office/drawing/2014/main" id="{C815FE3F-28F7-1640-840A-FDD80B185E49}"/>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bg1"/>
                </a:solidFill>
                <a:latin typeface="Arial" panose="020B0604020202020204" pitchFamily="34" charset="0"/>
                <a:cs typeface="Arial" panose="020B0604020202020204" pitchFamily="34" charset="0"/>
              </a:rPr>
              <a:t>©2021 IHG</a:t>
            </a:r>
            <a:endParaRPr lang="en-US" sz="701" kern="800" spc="0">
              <a:solidFill>
                <a:schemeClr val="bg1"/>
              </a:solidFill>
              <a:latin typeface="Arial" panose="020B0604020202020204" pitchFamily="34" charset="0"/>
              <a:cs typeface="Arial" panose="020B0604020202020204" pitchFamily="34" charset="0"/>
            </a:endParaRPr>
          </a:p>
        </p:txBody>
      </p:sp>
      <p:sp>
        <p:nvSpPr>
          <p:cNvPr id="3" name="Vertical Text Placeholder 2">
            <a:extLst>
              <a:ext uri="{FF2B5EF4-FFF2-40B4-BE49-F238E27FC236}">
                <a16:creationId xmlns:a16="http://schemas.microsoft.com/office/drawing/2014/main" id="{55C4B106-0F46-2B4D-9EBB-5AE8EB647462}"/>
              </a:ext>
            </a:extLst>
          </p:cNvPr>
          <p:cNvSpPr>
            <a:spLocks noGrp="1"/>
          </p:cNvSpPr>
          <p:nvPr>
            <p:ph type="body" orient="vert" sz="quarter" idx="25" hasCustomPrompt="1"/>
          </p:nvPr>
        </p:nvSpPr>
        <p:spPr>
          <a:xfrm>
            <a:off x="1210149" y="2454148"/>
            <a:ext cx="288150" cy="1949450"/>
          </a:xfrm>
          <a:prstGeom prst="rect">
            <a:avLst/>
          </a:prstGeom>
          <a:solidFill>
            <a:srgbClr val="E8542A"/>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3" name="Text Placeholder 5">
            <a:extLst>
              <a:ext uri="{FF2B5EF4-FFF2-40B4-BE49-F238E27FC236}">
                <a16:creationId xmlns:a16="http://schemas.microsoft.com/office/drawing/2014/main" id="{66B90CA6-546C-EA4E-BA5C-06A87AE41AF5}"/>
              </a:ext>
            </a:extLst>
          </p:cNvPr>
          <p:cNvSpPr>
            <a:spLocks noGrp="1"/>
          </p:cNvSpPr>
          <p:nvPr>
            <p:ph type="body" sz="quarter" idx="21"/>
          </p:nvPr>
        </p:nvSpPr>
        <p:spPr>
          <a:xfrm>
            <a:off x="5192712" y="320675"/>
            <a:ext cx="1806575" cy="490538"/>
          </a:xfrm>
        </p:spPr>
        <p:txBody>
          <a:bodyPr/>
          <a:lstStyle>
            <a:lvl1pPr marL="0" indent="0" algn="ctr">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 name="Slide Number Placeholder 1">
            <a:extLst>
              <a:ext uri="{FF2B5EF4-FFF2-40B4-BE49-F238E27FC236}">
                <a16:creationId xmlns:a16="http://schemas.microsoft.com/office/drawing/2014/main" id="{0E5EEAFB-AE60-E240-B04C-CD774088BCD7}"/>
              </a:ext>
            </a:extLst>
          </p:cNvPr>
          <p:cNvSpPr>
            <a:spLocks noGrp="1"/>
          </p:cNvSpPr>
          <p:nvPr>
            <p:ph type="sldNum" sz="quarter" idx="26"/>
          </p:nvPr>
        </p:nvSpPr>
        <p:spPr/>
        <p:txBody>
          <a:bodyPr/>
          <a:lstStyle>
            <a:lvl1pPr>
              <a:defRPr>
                <a:solidFill>
                  <a:schemeClr val="bg1"/>
                </a:solidFill>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339532059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ntent Slide – 1 Image">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21DD1ECD-5D1D-3D4D-A0E6-7E9952CA26F5}"/>
              </a:ext>
            </a:extLst>
          </p:cNvPr>
          <p:cNvSpPr>
            <a:spLocks noGrp="1"/>
          </p:cNvSpPr>
          <p:nvPr>
            <p:ph type="pic" sz="quarter" idx="24" hasCustomPrompt="1"/>
          </p:nvPr>
        </p:nvSpPr>
        <p:spPr>
          <a:xfrm>
            <a:off x="4718280" y="1562099"/>
            <a:ext cx="7473720" cy="373380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23" name="Text Placeholder 7">
            <a:extLst>
              <a:ext uri="{FF2B5EF4-FFF2-40B4-BE49-F238E27FC236}">
                <a16:creationId xmlns:a16="http://schemas.microsoft.com/office/drawing/2014/main" id="{6EAD5AE8-5659-9448-9DCB-3C8C4517320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7" name="Text Placeholder 6">
            <a:extLst>
              <a:ext uri="{FF2B5EF4-FFF2-40B4-BE49-F238E27FC236}">
                <a16:creationId xmlns:a16="http://schemas.microsoft.com/office/drawing/2014/main" id="{35DD635A-E185-3A47-B621-983D2FF2C15A}"/>
              </a:ext>
            </a:extLst>
          </p:cNvPr>
          <p:cNvSpPr>
            <a:spLocks noGrp="1"/>
          </p:cNvSpPr>
          <p:nvPr>
            <p:ph type="body" sz="quarter" idx="25" hasCustomPrompt="1"/>
          </p:nvPr>
        </p:nvSpPr>
        <p:spPr>
          <a:xfrm>
            <a:off x="411024" y="1553601"/>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18" name="Vertical Text Placeholder 2">
            <a:extLst>
              <a:ext uri="{FF2B5EF4-FFF2-40B4-BE49-F238E27FC236}">
                <a16:creationId xmlns:a16="http://schemas.microsoft.com/office/drawing/2014/main" id="{2DFB45B2-7483-D847-96A3-6AF946C4CCDF}"/>
              </a:ext>
            </a:extLst>
          </p:cNvPr>
          <p:cNvSpPr>
            <a:spLocks noGrp="1"/>
          </p:cNvSpPr>
          <p:nvPr>
            <p:ph type="body" orient="vert" sz="quarter" idx="26" hasCustomPrompt="1"/>
          </p:nvPr>
        </p:nvSpPr>
        <p:spPr>
          <a:xfrm>
            <a:off x="4574205" y="2454148"/>
            <a:ext cx="288150" cy="1949450"/>
          </a:xfrm>
          <a:prstGeom prst="rect">
            <a:avLst/>
          </a:prstGeom>
          <a:solidFill>
            <a:srgbClr val="E8542A"/>
          </a:solidFill>
        </p:spPr>
        <p:txBody>
          <a:bodyPr vert="eaVert" lIns="90000" tIns="0" bIns="0" anchor="ctr" anchorCtr="0"/>
          <a:lstStyle>
            <a:lvl1pPr algn="ctr">
              <a:buFontTx/>
              <a:buNone/>
              <a:defRPr sz="1100">
                <a:solidFill>
                  <a:srgbClr val="262626"/>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11" name="Text Placeholder 5">
            <a:extLst>
              <a:ext uri="{FF2B5EF4-FFF2-40B4-BE49-F238E27FC236}">
                <a16:creationId xmlns:a16="http://schemas.microsoft.com/office/drawing/2014/main" id="{CF187817-1AC7-5744-8A96-43CA271F91BE}"/>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4" name="Slide Number Placeholder 3">
            <a:extLst>
              <a:ext uri="{FF2B5EF4-FFF2-40B4-BE49-F238E27FC236}">
                <a16:creationId xmlns:a16="http://schemas.microsoft.com/office/drawing/2014/main" id="{A5062B26-C736-D74C-A621-82A4988E179D}"/>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83347741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ontent Slide – 1 Text Block">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13814B9F-28D6-484B-9B58-FC527E36831C}"/>
              </a:ext>
            </a:extLst>
          </p:cNvPr>
          <p:cNvSpPr>
            <a:spLocks noGrp="1"/>
          </p:cNvSpPr>
          <p:nvPr>
            <p:ph type="body" sz="quarter" idx="26"/>
          </p:nvPr>
        </p:nvSpPr>
        <p:spPr>
          <a:xfrm>
            <a:off x="411023" y="1520340"/>
            <a:ext cx="11458248" cy="4216677"/>
          </a:xfrm>
          <a:prstGeom prst="rect">
            <a:avLst/>
          </a:prstGeom>
        </p:spPr>
        <p:txBody>
          <a:bodyPr lIns="0" tIns="0" rIns="0" bIns="0"/>
          <a:lstStyle>
            <a:lvl1pPr>
              <a:lnSpc>
                <a:spcPct val="100000"/>
              </a:lnSpc>
              <a:spcBef>
                <a:spcPts val="600"/>
              </a:spcBef>
              <a:buNone/>
              <a:defRPr sz="2400">
                <a:solidFill>
                  <a:schemeClr val="tx1"/>
                </a:solidFill>
              </a:defRPr>
            </a:lvl1pPr>
            <a:lvl2pPr>
              <a:lnSpc>
                <a:spcPct val="100000"/>
              </a:lnSpc>
              <a:spcBef>
                <a:spcPts val="600"/>
              </a:spcBef>
              <a:defRPr sz="2400">
                <a:solidFill>
                  <a:schemeClr val="tx1"/>
                </a:solidFill>
              </a:defRPr>
            </a:lvl2pPr>
            <a:lvl3pPr>
              <a:lnSpc>
                <a:spcPct val="100000"/>
              </a:lnSpc>
              <a:spcBef>
                <a:spcPts val="600"/>
              </a:spcBef>
              <a:defRPr sz="2400">
                <a:solidFill>
                  <a:schemeClr val="tx1"/>
                </a:solidFill>
              </a:defRPr>
            </a:lvl3pPr>
            <a:lvl4pPr>
              <a:lnSpc>
                <a:spcPct val="100000"/>
              </a:lnSpc>
              <a:spcBef>
                <a:spcPts val="600"/>
              </a:spcBef>
              <a:defRPr sz="2400">
                <a:solidFill>
                  <a:schemeClr val="tx1"/>
                </a:solidFill>
              </a:defRPr>
            </a:lvl4pPr>
            <a:lvl5pPr>
              <a:lnSpc>
                <a:spcPts val="1750"/>
              </a:lnSpc>
              <a:defRPr sz="1400"/>
            </a:lvl5pPr>
          </a:lstStyle>
          <a:p>
            <a:pPr lvl="0"/>
            <a:r>
              <a:rPr lang="en-GB"/>
              <a:t>Click to edit Master text styles</a:t>
            </a:r>
          </a:p>
          <a:p>
            <a:pPr lvl="1"/>
            <a:r>
              <a:rPr lang="en-GB"/>
              <a:t>Second level</a:t>
            </a:r>
          </a:p>
          <a:p>
            <a:pPr lvl="2"/>
            <a:r>
              <a:rPr lang="en-GB"/>
              <a:t>Third level</a:t>
            </a:r>
          </a:p>
          <a:p>
            <a:pPr lvl="3"/>
            <a:r>
              <a:rPr lang="en-GB"/>
              <a:t>Fourth level</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705ADB92-A675-354D-8CFF-BF6779F05B8B}"/>
              </a:ext>
            </a:extLst>
          </p:cNvPr>
          <p:cNvSpPr>
            <a:spLocks noGrp="1"/>
          </p:cNvSpPr>
          <p:nvPr>
            <p:ph type="sldNum" sz="quarter" idx="2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17773430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10254331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Content Slide – Split Columns">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A7648A88-094A-014E-B9FA-E3944CAEFF39}"/>
              </a:ext>
            </a:extLst>
          </p:cNvPr>
          <p:cNvSpPr>
            <a:spLocks noGrp="1"/>
          </p:cNvSpPr>
          <p:nvPr>
            <p:ph type="pic" sz="quarter" idx="30" hasCustomPrompt="1"/>
          </p:nvPr>
        </p:nvSpPr>
        <p:spPr>
          <a:xfrm>
            <a:off x="400391" y="3840207"/>
            <a:ext cx="3555179" cy="1981200"/>
          </a:xfrm>
          <a:prstGeom prst="rect">
            <a:avLst/>
          </a:prstGeom>
          <a:solidFill>
            <a:srgbClr val="F0EEED"/>
          </a:solidFill>
        </p:spPr>
        <p:txBody>
          <a:bodyPr anchor="ctr" anchorCtr="0"/>
          <a:lstStyle>
            <a:lvl1pPr algn="ctr">
              <a:buFontTx/>
              <a:buNone/>
              <a:defRPr sz="1500">
                <a:solidFill>
                  <a:srgbClr val="262626"/>
                </a:solidFill>
              </a:defRPr>
            </a:lvl1pPr>
          </a:lstStyle>
          <a:p>
            <a:r>
              <a:rPr lang="en-US"/>
              <a:t>Insert image here</a:t>
            </a:r>
          </a:p>
        </p:txBody>
      </p:sp>
      <p:sp>
        <p:nvSpPr>
          <p:cNvPr id="12" name="Text Placeholder 6">
            <a:extLst>
              <a:ext uri="{FF2B5EF4-FFF2-40B4-BE49-F238E27FC236}">
                <a16:creationId xmlns:a16="http://schemas.microsoft.com/office/drawing/2014/main" id="{ECCDD53B-4B33-1F4A-9198-A9BF0D3C3C9C}"/>
              </a:ext>
            </a:extLst>
          </p:cNvPr>
          <p:cNvSpPr>
            <a:spLocks noGrp="1"/>
          </p:cNvSpPr>
          <p:nvPr>
            <p:ph type="body" sz="quarter" idx="25" hasCustomPrompt="1"/>
          </p:nvPr>
        </p:nvSpPr>
        <p:spPr>
          <a:xfrm>
            <a:off x="411024" y="1407141"/>
            <a:ext cx="3555178" cy="205622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15" name="Text Placeholder 6">
            <a:extLst>
              <a:ext uri="{FF2B5EF4-FFF2-40B4-BE49-F238E27FC236}">
                <a16:creationId xmlns:a16="http://schemas.microsoft.com/office/drawing/2014/main" id="{71FF3BF8-89ED-B145-9BB6-A75D22466DF0}"/>
              </a:ext>
            </a:extLst>
          </p:cNvPr>
          <p:cNvSpPr>
            <a:spLocks noGrp="1"/>
          </p:cNvSpPr>
          <p:nvPr>
            <p:ph type="body" sz="quarter" idx="26" hasCustomPrompt="1"/>
          </p:nvPr>
        </p:nvSpPr>
        <p:spPr>
          <a:xfrm>
            <a:off x="5245806" y="1407140"/>
            <a:ext cx="2680304" cy="4369077"/>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 pel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Em dent lam aliqui ut ipsum natemqui torum doluptatium faccusa aute vent, omnimusdae autem quam, sitate volesti umquam que pa nimint quodi dolut volupid.</a:t>
            </a:r>
          </a:p>
          <a:p>
            <a:r>
              <a:rPr lang="en-GB">
                <a:effectLst/>
                <a:latin typeface="Arial" panose="020B0604020202020204" pitchFamily="34" charset="0"/>
              </a:rPr>
              <a:t>Leicium soluptaspel ipsaepereped quibus eum verum eum apietur? Faccus placiis quam a volo tem idelis dolupienimo ommoluptas quid qui in nulpa dest, cus nos dignatium nectent oreped et utas rempori sequam dit, sum eosant plitatios destrum et vere consequat lam, apiet acero dolorro ipsam id</a:t>
            </a:r>
          </a:p>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 </a:t>
            </a:r>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p:txBody>
      </p:sp>
      <p:sp>
        <p:nvSpPr>
          <p:cNvPr id="7" name="Text Placeholder 6">
            <a:extLst>
              <a:ext uri="{FF2B5EF4-FFF2-40B4-BE49-F238E27FC236}">
                <a16:creationId xmlns:a16="http://schemas.microsoft.com/office/drawing/2014/main" id="{37812CCF-F651-4C42-AAC1-41C42F563385}"/>
              </a:ext>
            </a:extLst>
          </p:cNvPr>
          <p:cNvSpPr>
            <a:spLocks noGrp="1"/>
          </p:cNvSpPr>
          <p:nvPr>
            <p:ph type="body" sz="quarter" idx="27" hasCustomPrompt="1"/>
          </p:nvPr>
        </p:nvSpPr>
        <p:spPr>
          <a:xfrm>
            <a:off x="8139642" y="1407152"/>
            <a:ext cx="2695750" cy="4369065"/>
          </a:xfrm>
          <a:prstGeom prst="rect">
            <a:avLst/>
          </a:prstGeom>
        </p:spPr>
        <p:txBody>
          <a:bodyPr lIns="0" tIns="0" rIns="0" bIns="0"/>
          <a:lstStyle>
            <a:lvl1pPr marL="126000" indent="-126000">
              <a:lnSpc>
                <a:spcPct val="100000"/>
              </a:lnSpc>
              <a:spcBef>
                <a:spcPts val="0"/>
              </a:spcBef>
              <a:spcAft>
                <a:spcPts val="600"/>
              </a:spcAft>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a:t>
            </a:r>
            <a:r>
              <a:rPr lang="en-GB" err="1">
                <a:effectLst/>
                <a:latin typeface="Arial" panose="020B0604020202020204" pitchFamily="34" charset="0"/>
              </a:rPr>
              <a:t>eas</a:t>
            </a:r>
            <a:r>
              <a:rPr lang="en-GB">
                <a:effectLst/>
                <a:latin typeface="Arial" panose="020B0604020202020204" pitchFamily="34" charset="0"/>
              </a:rPr>
              <a:t>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p>
          <a:p>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a:t>
            </a:r>
          </a:p>
          <a:p>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a:p>
            <a:r>
              <a:rPr lang="en-GB" err="1">
                <a:effectLst/>
                <a:latin typeface="Arial" panose="020B0604020202020204" pitchFamily="34" charset="0"/>
              </a:rPr>
              <a:t>Leicium</a:t>
            </a:r>
            <a:r>
              <a:rPr lang="en-GB">
                <a:effectLst/>
                <a:latin typeface="Arial" panose="020B0604020202020204" pitchFamily="34" charset="0"/>
              </a:rPr>
              <a:t> </a:t>
            </a:r>
            <a:r>
              <a:rPr lang="en-GB" err="1">
                <a:effectLst/>
                <a:latin typeface="Arial" panose="020B0604020202020204" pitchFamily="34" charset="0"/>
              </a:rPr>
              <a:t>soluptaspel</a:t>
            </a:r>
            <a:r>
              <a:rPr lang="en-GB">
                <a:effectLst/>
                <a:latin typeface="Arial" panose="020B0604020202020204" pitchFamily="34" charset="0"/>
              </a:rPr>
              <a:t>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 </a:t>
            </a:r>
            <a:r>
              <a:rPr lang="en-GB" err="1">
                <a:effectLst/>
                <a:latin typeface="Arial" panose="020B0604020202020204" pitchFamily="34" charset="0"/>
              </a:rPr>
              <a:t>apietur</a:t>
            </a:r>
            <a:r>
              <a:rPr lang="en-GB">
                <a:effectLst/>
                <a:latin typeface="Arial" panose="020B0604020202020204" pitchFamily="34" charset="0"/>
              </a:rPr>
              <a:t>? </a:t>
            </a:r>
            <a:r>
              <a:rPr lang="en-GB" err="1">
                <a:effectLst/>
                <a:latin typeface="Arial" panose="020B0604020202020204" pitchFamily="34" charset="0"/>
              </a:rPr>
              <a:t>Facc</a:t>
            </a:r>
            <a:endParaRPr lang="en-GB">
              <a:effectLst/>
              <a:latin typeface="Arial" panose="020B0604020202020204" pitchFamily="34" charset="0"/>
            </a:endParaRPr>
          </a:p>
          <a:p>
            <a:r>
              <a:rPr lang="en-GB">
                <a:effectLst/>
                <a:latin typeface="Arial" panose="020B0604020202020204" pitchFamily="34" charset="0"/>
              </a:rPr>
              <a:t>us </a:t>
            </a:r>
            <a:r>
              <a:rPr lang="en-GB" err="1">
                <a:effectLst/>
                <a:latin typeface="Arial" panose="020B0604020202020204" pitchFamily="34" charset="0"/>
              </a:rPr>
              <a:t>placiis</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 </a:t>
            </a:r>
            <a:r>
              <a:rPr lang="en-GB" err="1">
                <a:effectLst/>
                <a:latin typeface="Arial" panose="020B0604020202020204" pitchFamily="34" charset="0"/>
              </a:rPr>
              <a:t>volo</a:t>
            </a:r>
            <a:r>
              <a:rPr lang="en-GB">
                <a:effectLst/>
                <a:latin typeface="Arial" panose="020B0604020202020204" pitchFamily="34" charset="0"/>
              </a:rPr>
              <a:t> </a:t>
            </a:r>
            <a:r>
              <a:rPr lang="en-GB" err="1">
                <a:effectLst/>
                <a:latin typeface="Arial" panose="020B0604020202020204" pitchFamily="34" charset="0"/>
              </a:rPr>
              <a:t>tem</a:t>
            </a:r>
            <a:r>
              <a:rPr lang="en-GB">
                <a:effectLst/>
                <a:latin typeface="Arial" panose="020B0604020202020204" pitchFamily="34" charset="0"/>
              </a:rPr>
              <a:t> </a:t>
            </a:r>
            <a:r>
              <a:rPr lang="en-GB" err="1">
                <a:effectLst/>
                <a:latin typeface="Arial" panose="020B0604020202020204" pitchFamily="34" charset="0"/>
              </a:rPr>
              <a:t>idelis</a:t>
            </a:r>
            <a:r>
              <a:rPr lang="en-GB">
                <a:effectLst/>
                <a:latin typeface="Arial" panose="020B0604020202020204" pitchFamily="34" charset="0"/>
              </a:rPr>
              <a:t> </a:t>
            </a:r>
            <a:r>
              <a:rPr lang="en-GB" err="1">
                <a:effectLst/>
                <a:latin typeface="Arial" panose="020B0604020202020204" pitchFamily="34" charset="0"/>
              </a:rPr>
              <a:t>dolupienimo</a:t>
            </a:r>
            <a:r>
              <a:rPr lang="en-GB">
                <a:effectLst/>
                <a:latin typeface="Arial" panose="020B0604020202020204" pitchFamily="34" charset="0"/>
              </a:rPr>
              <a:t> </a:t>
            </a:r>
            <a:r>
              <a:rPr lang="en-GB" err="1">
                <a:effectLst/>
                <a:latin typeface="Arial" panose="020B0604020202020204" pitchFamily="34" charset="0"/>
              </a:rPr>
              <a:t>ommoluptas</a:t>
            </a:r>
            <a:r>
              <a:rPr lang="en-GB">
                <a:effectLst/>
                <a:latin typeface="Arial" panose="020B0604020202020204" pitchFamily="34" charset="0"/>
              </a:rPr>
              <a:t> quid qui in </a:t>
            </a:r>
            <a:r>
              <a:rPr lang="en-GB" err="1">
                <a:effectLst/>
                <a:latin typeface="Arial" panose="020B0604020202020204" pitchFamily="34" charset="0"/>
              </a:rPr>
              <a:t>nulpa</a:t>
            </a:r>
            <a:r>
              <a:rPr lang="en-GB">
                <a:effectLst/>
                <a:latin typeface="Arial" panose="020B0604020202020204" pitchFamily="34" charset="0"/>
              </a:rPr>
              <a:t> </a:t>
            </a:r>
            <a:r>
              <a:rPr lang="en-GB" err="1">
                <a:effectLst/>
                <a:latin typeface="Arial" panose="020B0604020202020204" pitchFamily="34" charset="0"/>
              </a:rPr>
              <a:t>dest</a:t>
            </a:r>
            <a:r>
              <a:rPr lang="en-GB">
                <a:effectLst/>
                <a:latin typeface="Arial" panose="020B0604020202020204" pitchFamily="34" charset="0"/>
              </a:rPr>
              <a:t>, </a:t>
            </a:r>
            <a:r>
              <a:rPr lang="en-GB" err="1">
                <a:effectLst/>
                <a:latin typeface="Arial" panose="020B0604020202020204" pitchFamily="34" charset="0"/>
              </a:rPr>
              <a:t>cus</a:t>
            </a:r>
            <a:r>
              <a:rPr lang="en-GB">
                <a:effectLst/>
                <a:latin typeface="Arial" panose="020B0604020202020204" pitchFamily="34" charset="0"/>
              </a:rPr>
              <a:t> </a:t>
            </a:r>
            <a:r>
              <a:rPr lang="en-GB" err="1">
                <a:effectLst/>
                <a:latin typeface="Arial" panose="020B0604020202020204" pitchFamily="34" charset="0"/>
              </a:rPr>
              <a:t>nos</a:t>
            </a:r>
            <a:r>
              <a:rPr lang="en-GB">
                <a:effectLst/>
                <a:latin typeface="Arial" panose="020B0604020202020204" pitchFamily="34" charset="0"/>
              </a:rPr>
              <a:t> </a:t>
            </a:r>
            <a:r>
              <a:rPr lang="en-GB" err="1">
                <a:effectLst/>
                <a:latin typeface="Arial" panose="020B0604020202020204" pitchFamily="34" charset="0"/>
              </a:rPr>
              <a:t>dignatium</a:t>
            </a:r>
            <a:r>
              <a:rPr lang="en-GB">
                <a:effectLst/>
                <a:latin typeface="Arial" panose="020B0604020202020204" pitchFamily="34" charset="0"/>
              </a:rPr>
              <a:t> </a:t>
            </a:r>
            <a:r>
              <a:rPr lang="en-GB" err="1">
                <a:effectLst/>
                <a:latin typeface="Arial" panose="020B0604020202020204" pitchFamily="34" charset="0"/>
              </a:rPr>
              <a:t>nectent</a:t>
            </a:r>
            <a:r>
              <a:rPr lang="en-GB">
                <a:effectLst/>
                <a:latin typeface="Arial" panose="020B0604020202020204" pitchFamily="34" charset="0"/>
              </a:rPr>
              <a:t> </a:t>
            </a:r>
            <a:r>
              <a:rPr lang="en-GB" err="1">
                <a:effectLst/>
                <a:latin typeface="Arial" panose="020B0604020202020204" pitchFamily="34" charset="0"/>
              </a:rPr>
              <a:t>oreped</a:t>
            </a:r>
            <a:r>
              <a:rPr lang="en-GB">
                <a:effectLst/>
                <a:latin typeface="Arial" panose="020B0604020202020204" pitchFamily="34" charset="0"/>
              </a:rPr>
              <a:t> et utas </a:t>
            </a:r>
            <a:r>
              <a:rPr lang="en-GB" err="1">
                <a:effectLst/>
                <a:latin typeface="Arial" panose="020B0604020202020204" pitchFamily="34" charset="0"/>
              </a:rPr>
              <a:t>rempori</a:t>
            </a:r>
            <a:r>
              <a:rPr lang="en-GB">
                <a:effectLst/>
                <a:latin typeface="Arial" panose="020B0604020202020204" pitchFamily="34" charset="0"/>
              </a:rPr>
              <a:t> </a:t>
            </a:r>
            <a:r>
              <a:rPr lang="en-GB" err="1">
                <a:effectLst/>
                <a:latin typeface="Arial" panose="020B0604020202020204" pitchFamily="34" charset="0"/>
              </a:rPr>
              <a:t>sequ</a:t>
            </a:r>
            <a:r>
              <a:rPr lang="en-GB">
                <a:effectLst/>
                <a:latin typeface="Arial" panose="020B0604020202020204" pitchFamily="34" charset="0"/>
              </a:rPr>
              <a:t>.</a:t>
            </a:r>
          </a:p>
        </p:txBody>
      </p:sp>
      <p:sp>
        <p:nvSpPr>
          <p:cNvPr id="17" name="Text Placeholder 8">
            <a:extLst>
              <a:ext uri="{FF2B5EF4-FFF2-40B4-BE49-F238E27FC236}">
                <a16:creationId xmlns:a16="http://schemas.microsoft.com/office/drawing/2014/main" id="{BE305900-F553-4E4C-8CA0-C223907F1741}"/>
              </a:ext>
            </a:extLst>
          </p:cNvPr>
          <p:cNvSpPr>
            <a:spLocks noGrp="1"/>
          </p:cNvSpPr>
          <p:nvPr>
            <p:ph type="body" sz="quarter" idx="15" hasCustomPrompt="1"/>
          </p:nvPr>
        </p:nvSpPr>
        <p:spPr>
          <a:xfrm>
            <a:off x="347223" y="5872704"/>
            <a:ext cx="3618979" cy="223296"/>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18" name="Text Placeholder 5">
            <a:extLst>
              <a:ext uri="{FF2B5EF4-FFF2-40B4-BE49-F238E27FC236}">
                <a16:creationId xmlns:a16="http://schemas.microsoft.com/office/drawing/2014/main" id="{4F0A8D7B-10EF-1740-B3E8-9F102E1313EB}"/>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9" name="Text Placeholder 7">
            <a:extLst>
              <a:ext uri="{FF2B5EF4-FFF2-40B4-BE49-F238E27FC236}">
                <a16:creationId xmlns:a16="http://schemas.microsoft.com/office/drawing/2014/main" id="{DE26E370-8F4D-B34E-9981-B45A40A3EF82}"/>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DAFA5E69-A3C2-7547-A999-43FEC5951EB1}"/>
              </a:ext>
            </a:extLst>
          </p:cNvPr>
          <p:cNvSpPr>
            <a:spLocks noGrp="1"/>
          </p:cNvSpPr>
          <p:nvPr>
            <p:ph type="sldNum" sz="quarter" idx="3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5585598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Content Slide – Image + Content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1CFB91-C806-8D41-AEB8-66A5C159DA35}"/>
              </a:ext>
            </a:extLst>
          </p:cNvPr>
          <p:cNvSpPr/>
          <p:nvPr userDrawn="1"/>
        </p:nvSpPr>
        <p:spPr>
          <a:xfrm>
            <a:off x="0" y="0"/>
            <a:ext cx="60960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0" name="Picture Placeholder 3">
            <a:extLst>
              <a:ext uri="{FF2B5EF4-FFF2-40B4-BE49-F238E27FC236}">
                <a16:creationId xmlns:a16="http://schemas.microsoft.com/office/drawing/2014/main" id="{18057AE8-4D76-1A47-BD43-6B088AA398AD}"/>
              </a:ext>
            </a:extLst>
          </p:cNvPr>
          <p:cNvSpPr>
            <a:spLocks noGrp="1"/>
          </p:cNvSpPr>
          <p:nvPr>
            <p:ph type="pic" sz="quarter" idx="30" hasCustomPrompt="1"/>
          </p:nvPr>
        </p:nvSpPr>
        <p:spPr>
          <a:xfrm>
            <a:off x="998934" y="1448329"/>
            <a:ext cx="4098133" cy="3961342"/>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5" name="Text Placeholder 7">
            <a:extLst>
              <a:ext uri="{FF2B5EF4-FFF2-40B4-BE49-F238E27FC236}">
                <a16:creationId xmlns:a16="http://schemas.microsoft.com/office/drawing/2014/main" id="{FA755B49-F1BF-A842-A657-EF5A4EFCF900}"/>
              </a:ext>
            </a:extLst>
          </p:cNvPr>
          <p:cNvSpPr>
            <a:spLocks noGrp="1"/>
          </p:cNvSpPr>
          <p:nvPr>
            <p:ph type="body" sz="quarter" idx="22" hasCustomPrompt="1"/>
          </p:nvPr>
        </p:nvSpPr>
        <p:spPr>
          <a:xfrm>
            <a:off x="754707" y="1083733"/>
            <a:ext cx="4587910" cy="584730"/>
          </a:xfrm>
          <a:prstGeom prst="rect">
            <a:avLst/>
          </a:prstGeom>
        </p:spPr>
        <p:txBody>
          <a:bodyPr anchor="t"/>
          <a:lstStyle>
            <a:lvl1pPr marL="0" indent="0" algn="ctr">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pic>
        <p:nvPicPr>
          <p:cNvPr id="9" name="Picture 8" descr="Shape&#10;&#10;Description automatically generated with medium confidence">
            <a:extLst>
              <a:ext uri="{FF2B5EF4-FFF2-40B4-BE49-F238E27FC236}">
                <a16:creationId xmlns:a16="http://schemas.microsoft.com/office/drawing/2014/main" id="{BB59885E-792D-AC4B-AA80-1B2C4B42A7A1}"/>
              </a:ext>
            </a:extLst>
          </p:cNvPr>
          <p:cNvPicPr>
            <a:picLocks noChangeAspect="1"/>
          </p:cNvPicPr>
          <p:nvPr userDrawn="1"/>
        </p:nvPicPr>
        <p:blipFill>
          <a:blip r:embed="rId2"/>
          <a:stretch>
            <a:fillRect/>
          </a:stretch>
        </p:blipFill>
        <p:spPr>
          <a:xfrm>
            <a:off x="10895872" y="6497324"/>
            <a:ext cx="1213995" cy="339897"/>
          </a:xfrm>
          <a:prstGeom prst="rect">
            <a:avLst/>
          </a:prstGeom>
        </p:spPr>
      </p:pic>
      <p:sp>
        <p:nvSpPr>
          <p:cNvPr id="10" name="Slide Number Placeholder 5">
            <a:extLst>
              <a:ext uri="{FF2B5EF4-FFF2-40B4-BE49-F238E27FC236}">
                <a16:creationId xmlns:a16="http://schemas.microsoft.com/office/drawing/2014/main" id="{30F41468-29F6-1A40-8B1C-A9CEDE77BB9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8" name="Text Placeholder 7">
            <a:extLst>
              <a:ext uri="{FF2B5EF4-FFF2-40B4-BE49-F238E27FC236}">
                <a16:creationId xmlns:a16="http://schemas.microsoft.com/office/drawing/2014/main" id="{18192EA2-72F6-CC46-BDC2-D45B9A2B58C4}"/>
              </a:ext>
            </a:extLst>
          </p:cNvPr>
          <p:cNvSpPr>
            <a:spLocks noGrp="1"/>
          </p:cNvSpPr>
          <p:nvPr>
            <p:ph type="body" sz="quarter" idx="23" hasCustomPrompt="1"/>
          </p:nvPr>
        </p:nvSpPr>
        <p:spPr>
          <a:xfrm>
            <a:off x="754707" y="5054600"/>
            <a:ext cx="4587910" cy="584730"/>
          </a:xfrm>
          <a:prstGeom prst="rect">
            <a:avLst/>
          </a:prstGeom>
        </p:spPr>
        <p:txBody>
          <a:bodyPr anchor="t"/>
          <a:lstStyle>
            <a:lvl1pPr marL="0" algn="ctr">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sp>
        <p:nvSpPr>
          <p:cNvPr id="12" name="Text Placeholder 7">
            <a:extLst>
              <a:ext uri="{FF2B5EF4-FFF2-40B4-BE49-F238E27FC236}">
                <a16:creationId xmlns:a16="http://schemas.microsoft.com/office/drawing/2014/main" id="{D9C2FC27-BE4F-A540-B533-6DD71004AA82}"/>
              </a:ext>
            </a:extLst>
          </p:cNvPr>
          <p:cNvSpPr>
            <a:spLocks noGrp="1"/>
          </p:cNvSpPr>
          <p:nvPr>
            <p:ph type="body" sz="quarter" idx="24" hasCustomPrompt="1"/>
          </p:nvPr>
        </p:nvSpPr>
        <p:spPr>
          <a:xfrm>
            <a:off x="7313890" y="948182"/>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15" name="Text Placeholder 14">
            <a:extLst>
              <a:ext uri="{FF2B5EF4-FFF2-40B4-BE49-F238E27FC236}">
                <a16:creationId xmlns:a16="http://schemas.microsoft.com/office/drawing/2014/main" id="{D85F9D05-767E-F449-B433-4C332FBC7DF2}"/>
              </a:ext>
            </a:extLst>
          </p:cNvPr>
          <p:cNvSpPr>
            <a:spLocks noGrp="1"/>
          </p:cNvSpPr>
          <p:nvPr>
            <p:ph type="body" sz="quarter" idx="25" hasCustomPrompt="1"/>
          </p:nvPr>
        </p:nvSpPr>
        <p:spPr>
          <a:xfrm>
            <a:off x="7313890" y="1323909"/>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6" name="Text Placeholder 7">
            <a:extLst>
              <a:ext uri="{FF2B5EF4-FFF2-40B4-BE49-F238E27FC236}">
                <a16:creationId xmlns:a16="http://schemas.microsoft.com/office/drawing/2014/main" id="{50DB282D-F010-5540-ADFA-A0D33A7DC6F7}"/>
              </a:ext>
            </a:extLst>
          </p:cNvPr>
          <p:cNvSpPr>
            <a:spLocks noGrp="1"/>
          </p:cNvSpPr>
          <p:nvPr>
            <p:ph type="body" sz="quarter" idx="26" hasCustomPrompt="1"/>
          </p:nvPr>
        </p:nvSpPr>
        <p:spPr>
          <a:xfrm>
            <a:off x="7313890" y="2750088"/>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17" name="Text Placeholder 14">
            <a:extLst>
              <a:ext uri="{FF2B5EF4-FFF2-40B4-BE49-F238E27FC236}">
                <a16:creationId xmlns:a16="http://schemas.microsoft.com/office/drawing/2014/main" id="{F6655E9E-2403-CB48-8E32-DBB497DDCEE9}"/>
              </a:ext>
            </a:extLst>
          </p:cNvPr>
          <p:cNvSpPr>
            <a:spLocks noGrp="1"/>
          </p:cNvSpPr>
          <p:nvPr>
            <p:ph type="body" sz="quarter" idx="27" hasCustomPrompt="1"/>
          </p:nvPr>
        </p:nvSpPr>
        <p:spPr>
          <a:xfrm>
            <a:off x="7313890" y="3125815"/>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7">
            <a:extLst>
              <a:ext uri="{FF2B5EF4-FFF2-40B4-BE49-F238E27FC236}">
                <a16:creationId xmlns:a16="http://schemas.microsoft.com/office/drawing/2014/main" id="{58A99B4A-9FB9-9047-A2DE-8C0C8AA0A84D}"/>
              </a:ext>
            </a:extLst>
          </p:cNvPr>
          <p:cNvSpPr>
            <a:spLocks noGrp="1"/>
          </p:cNvSpPr>
          <p:nvPr>
            <p:ph type="body" sz="quarter" idx="28" hasCustomPrompt="1"/>
          </p:nvPr>
        </p:nvSpPr>
        <p:spPr>
          <a:xfrm>
            <a:off x="7313890" y="4525100"/>
            <a:ext cx="3660219"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19" name="Text Placeholder 14">
            <a:extLst>
              <a:ext uri="{FF2B5EF4-FFF2-40B4-BE49-F238E27FC236}">
                <a16:creationId xmlns:a16="http://schemas.microsoft.com/office/drawing/2014/main" id="{9B589CC2-2E5C-084D-99BB-8F5939EBAA8D}"/>
              </a:ext>
            </a:extLst>
          </p:cNvPr>
          <p:cNvSpPr>
            <a:spLocks noGrp="1"/>
          </p:cNvSpPr>
          <p:nvPr>
            <p:ph type="body" sz="quarter" idx="29" hasCustomPrompt="1"/>
          </p:nvPr>
        </p:nvSpPr>
        <p:spPr>
          <a:xfrm>
            <a:off x="7313890" y="4900827"/>
            <a:ext cx="3660219" cy="1057601"/>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1" name="Text Placeholder 8">
            <a:extLst>
              <a:ext uri="{FF2B5EF4-FFF2-40B4-BE49-F238E27FC236}">
                <a16:creationId xmlns:a16="http://schemas.microsoft.com/office/drawing/2014/main" id="{1DD73C96-1351-8C42-B6DC-14227921EB3A}"/>
              </a:ext>
            </a:extLst>
          </p:cNvPr>
          <p:cNvSpPr>
            <a:spLocks noGrp="1"/>
          </p:cNvSpPr>
          <p:nvPr>
            <p:ph type="body" sz="quarter" idx="15" hasCustomPrompt="1"/>
          </p:nvPr>
        </p:nvSpPr>
        <p:spPr>
          <a:xfrm rot="5400000">
            <a:off x="234700" y="4702100"/>
            <a:ext cx="1226255" cy="188889"/>
          </a:xfrm>
          <a:prstGeom prst="rect">
            <a:avLst/>
          </a:prstGeom>
        </p:spPr>
        <p:txBody>
          <a:bodyPr/>
          <a:lstStyle>
            <a:lvl1pPr algn="r">
              <a:lnSpc>
                <a:spcPct val="100000"/>
              </a:lnSpc>
              <a:buNone/>
              <a:defRPr sz="700">
                <a:solidFill>
                  <a:schemeClr val="bg1">
                    <a:alpha val="50000"/>
                  </a:schemeClr>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Tree>
    <p:extLst>
      <p:ext uri="{BB962C8B-B14F-4D97-AF65-F5344CB8AC3E}">
        <p14:creationId xmlns:p14="http://schemas.microsoft.com/office/powerpoint/2010/main" val="329075390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Content Slide – 3 Images">
    <p:bg>
      <p:bgPr>
        <a:solidFill>
          <a:schemeClr val="bg1"/>
        </a:solidFill>
        <a:effectLst/>
      </p:bgPr>
    </p:bg>
    <p:spTree>
      <p:nvGrpSpPr>
        <p:cNvPr id="1" name=""/>
        <p:cNvGrpSpPr/>
        <p:nvPr/>
      </p:nvGrpSpPr>
      <p:grpSpPr>
        <a:xfrm>
          <a:off x="0" y="0"/>
          <a:ext cx="0" cy="0"/>
          <a:chOff x="0" y="0"/>
          <a:chExt cx="0" cy="0"/>
        </a:xfrm>
      </p:grpSpPr>
      <p:sp>
        <p:nvSpPr>
          <p:cNvPr id="17" name="Text Placeholder 8">
            <a:extLst>
              <a:ext uri="{FF2B5EF4-FFF2-40B4-BE49-F238E27FC236}">
                <a16:creationId xmlns:a16="http://schemas.microsoft.com/office/drawing/2014/main" id="{6E1210B8-9E91-2741-AF83-A1FB1EBC1A39}"/>
              </a:ext>
            </a:extLst>
          </p:cNvPr>
          <p:cNvSpPr>
            <a:spLocks noGrp="1"/>
          </p:cNvSpPr>
          <p:nvPr>
            <p:ph type="body" sz="quarter" idx="33" hasCustomPrompt="1"/>
          </p:nvPr>
        </p:nvSpPr>
        <p:spPr>
          <a:xfrm>
            <a:off x="9347720" y="689027"/>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5" name="Picture Placeholder 3">
            <a:extLst>
              <a:ext uri="{FF2B5EF4-FFF2-40B4-BE49-F238E27FC236}">
                <a16:creationId xmlns:a16="http://schemas.microsoft.com/office/drawing/2014/main" id="{B30728B4-7682-1847-82CE-CE10B3FEA61C}"/>
              </a:ext>
            </a:extLst>
          </p:cNvPr>
          <p:cNvSpPr>
            <a:spLocks noGrp="1"/>
          </p:cNvSpPr>
          <p:nvPr>
            <p:ph type="pic" sz="quarter" idx="32" hasCustomPrompt="1"/>
          </p:nvPr>
        </p:nvSpPr>
        <p:spPr>
          <a:xfrm>
            <a:off x="9338546" y="3150601"/>
            <a:ext cx="2853454" cy="2692276"/>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34" name="Picture Placeholder 3">
            <a:extLst>
              <a:ext uri="{FF2B5EF4-FFF2-40B4-BE49-F238E27FC236}">
                <a16:creationId xmlns:a16="http://schemas.microsoft.com/office/drawing/2014/main" id="{E92C58AF-884A-8C46-8144-31B11F8E0B02}"/>
              </a:ext>
            </a:extLst>
          </p:cNvPr>
          <p:cNvSpPr>
            <a:spLocks noGrp="1"/>
          </p:cNvSpPr>
          <p:nvPr>
            <p:ph type="pic" sz="quarter" idx="31" hasCustomPrompt="1"/>
          </p:nvPr>
        </p:nvSpPr>
        <p:spPr>
          <a:xfrm>
            <a:off x="9338546" y="902542"/>
            <a:ext cx="2368999" cy="2160965"/>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33" name="Picture Placeholder 3">
            <a:extLst>
              <a:ext uri="{FF2B5EF4-FFF2-40B4-BE49-F238E27FC236}">
                <a16:creationId xmlns:a16="http://schemas.microsoft.com/office/drawing/2014/main" id="{65F2B39E-2D6B-D640-9E08-B8D4DF8DB226}"/>
              </a:ext>
            </a:extLst>
          </p:cNvPr>
          <p:cNvSpPr>
            <a:spLocks noGrp="1"/>
          </p:cNvSpPr>
          <p:nvPr>
            <p:ph type="pic" sz="quarter" idx="30" hasCustomPrompt="1"/>
          </p:nvPr>
        </p:nvSpPr>
        <p:spPr>
          <a:xfrm>
            <a:off x="6781447" y="1431423"/>
            <a:ext cx="2480963" cy="3606321"/>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sp>
        <p:nvSpPr>
          <p:cNvPr id="15" name="Text Placeholder 6">
            <a:extLst>
              <a:ext uri="{FF2B5EF4-FFF2-40B4-BE49-F238E27FC236}">
                <a16:creationId xmlns:a16="http://schemas.microsoft.com/office/drawing/2014/main" id="{71FF3BF8-89ED-B145-9BB6-A75D22466DF0}"/>
              </a:ext>
            </a:extLst>
          </p:cNvPr>
          <p:cNvSpPr>
            <a:spLocks noGrp="1"/>
          </p:cNvSpPr>
          <p:nvPr>
            <p:ph type="body" sz="quarter" idx="26" hasCustomPrompt="1"/>
          </p:nvPr>
        </p:nvSpPr>
        <p:spPr>
          <a:xfrm>
            <a:off x="400391" y="1566061"/>
            <a:ext cx="2679560" cy="4276818"/>
          </a:xfrm>
          <a:prstGeom prst="rect">
            <a:avLst/>
          </a:prstGeom>
        </p:spPr>
        <p:txBody>
          <a:bodyPr lIns="0" tIns="0" rIns="0" bIns="0" numCol="1" spcCol="396000"/>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Em dent lam aliqui ut ipsum natemqui torum doluptatium faccusa aute vent, omnimusdae autem quam, sitate volesti umquam que pa nimint quodi dolut volupid.</a:t>
            </a:r>
          </a:p>
          <a:p>
            <a:r>
              <a:rPr lang="en-GB">
                <a:effectLst/>
                <a:latin typeface="Arial" panose="020B0604020202020204" pitchFamily="34" charset="0"/>
              </a:rPr>
              <a:t>Leicium soluptaspel ipsaepereped quibus eum verum eum apietur? Faccus placiis quam a volo tem idelis dolupienimo ommoluptas quid qui in nulpa dest, cus nos dignatium nectent oreped et utas rempori sequam dit, sum eosant plitatios destrum et vere consequat lam, apiet acero dolorro ipsam id</a:t>
            </a:r>
          </a:p>
          <a:p>
            <a:endParaRPr lang="en-GB">
              <a:effectLst/>
              <a:latin typeface="Arial" panose="020B0604020202020204" pitchFamily="34" charset="0"/>
            </a:endParaRPr>
          </a:p>
        </p:txBody>
      </p:sp>
      <p:sp>
        <p:nvSpPr>
          <p:cNvPr id="22" name="Text Placeholder 6">
            <a:extLst>
              <a:ext uri="{FF2B5EF4-FFF2-40B4-BE49-F238E27FC236}">
                <a16:creationId xmlns:a16="http://schemas.microsoft.com/office/drawing/2014/main" id="{559728F1-AEF4-1041-B619-11BDDD5AE0E4}"/>
              </a:ext>
            </a:extLst>
          </p:cNvPr>
          <p:cNvSpPr>
            <a:spLocks noGrp="1"/>
          </p:cNvSpPr>
          <p:nvPr>
            <p:ph type="body" sz="quarter" idx="27" hasCustomPrompt="1"/>
          </p:nvPr>
        </p:nvSpPr>
        <p:spPr>
          <a:xfrm>
            <a:off x="3304647" y="1566061"/>
            <a:ext cx="2679560" cy="4276818"/>
          </a:xfrm>
          <a:prstGeom prst="rect">
            <a:avLst/>
          </a:prstGeom>
        </p:spPr>
        <p:txBody>
          <a:bodyPr lIns="0" tIns="0" rIns="0" bIns="0" numCol="1" spcCol="396000"/>
          <a:lstStyle>
            <a:lvl1pPr marL="0" marR="0" indent="0" algn="l" defTabSz="914400" rtl="0" eaLnBrk="1" fontAlgn="auto" latinLnBrk="0" hangingPunct="1">
              <a:lnSpc>
                <a:spcPct val="100000"/>
              </a:lnSpc>
              <a:spcBef>
                <a:spcPts val="0"/>
              </a:spcBef>
              <a:spcAft>
                <a:spcPts val="600"/>
              </a:spcAft>
              <a:buClrTx/>
              <a:buSzTx/>
              <a:buFontTx/>
              <a:buNone/>
              <a:tabLst/>
              <a:defRPr sz="9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Gitam quam aut alitem net quati voluptate nus reri consed mod ute ipsandus exces maiorendae qui vid qui re conseria is cus pel ipsaepereped quibus eum verum eum.</a:t>
            </a:r>
          </a:p>
          <a:p>
            <a:r>
              <a:rPr lang="en-GB">
                <a:effectLst/>
                <a:latin typeface="Arial" panose="020B0604020202020204" pitchFamily="34" charset="0"/>
              </a:rPr>
              <a:t>Busam qui aut mo mos aut quam quae dolent es veriae.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aute</a:t>
            </a:r>
            <a:r>
              <a:rPr lang="en-GB">
                <a:effectLst/>
                <a:latin typeface="Arial" panose="020B0604020202020204" pitchFamily="34" charset="0"/>
              </a:rPr>
              <a:t> vent, </a:t>
            </a:r>
            <a:r>
              <a:rPr lang="en-GB" err="1">
                <a:effectLst/>
                <a:latin typeface="Arial" panose="020B0604020202020204" pitchFamily="34" charset="0"/>
              </a:rPr>
              <a:t>omnimusdae</a:t>
            </a:r>
            <a:r>
              <a:rPr lang="en-GB">
                <a:effectLst/>
                <a:latin typeface="Arial" panose="020B0604020202020204" pitchFamily="34" charset="0"/>
              </a:rPr>
              <a:t> </a:t>
            </a:r>
            <a:r>
              <a:rPr lang="en-GB" err="1">
                <a:effectLst/>
                <a:latin typeface="Arial" panose="020B0604020202020204" pitchFamily="34" charset="0"/>
              </a:rPr>
              <a:t>autem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sitate</a:t>
            </a:r>
            <a:r>
              <a:rPr lang="en-GB">
                <a:effectLst/>
                <a:latin typeface="Arial" panose="020B0604020202020204" pitchFamily="34" charset="0"/>
              </a:rPr>
              <a:t> </a:t>
            </a:r>
            <a:r>
              <a:rPr lang="en-GB" err="1">
                <a:effectLst/>
                <a:latin typeface="Arial" panose="020B0604020202020204" pitchFamily="34" charset="0"/>
              </a:rPr>
              <a:t>volesti</a:t>
            </a:r>
            <a:r>
              <a:rPr lang="en-GB">
                <a:effectLst/>
                <a:latin typeface="Arial" panose="020B0604020202020204" pitchFamily="34" charset="0"/>
              </a:rPr>
              <a:t> </a:t>
            </a:r>
            <a:r>
              <a:rPr lang="en-GB" err="1">
                <a:effectLst/>
                <a:latin typeface="Arial" panose="020B0604020202020204" pitchFamily="34" charset="0"/>
              </a:rPr>
              <a:t>umquam</a:t>
            </a:r>
            <a:r>
              <a:rPr lang="en-GB">
                <a:effectLst/>
                <a:latin typeface="Arial" panose="020B0604020202020204" pitchFamily="34" charset="0"/>
              </a:rPr>
              <a:t> que pa </a:t>
            </a:r>
            <a:r>
              <a:rPr lang="en-GB" err="1">
                <a:effectLst/>
                <a:latin typeface="Arial" panose="020B0604020202020204" pitchFamily="34" charset="0"/>
              </a:rPr>
              <a:t>nimint</a:t>
            </a:r>
            <a:r>
              <a:rPr lang="en-GB">
                <a:effectLst/>
                <a:latin typeface="Arial" panose="020B0604020202020204" pitchFamily="34" charset="0"/>
              </a:rPr>
              <a:t> </a:t>
            </a:r>
            <a:r>
              <a:rPr lang="en-GB" err="1">
                <a:effectLst/>
                <a:latin typeface="Arial" panose="020B0604020202020204" pitchFamily="34" charset="0"/>
              </a:rPr>
              <a:t>quodi</a:t>
            </a:r>
            <a:r>
              <a:rPr lang="en-GB">
                <a:effectLst/>
                <a:latin typeface="Arial" panose="020B0604020202020204" pitchFamily="34" charset="0"/>
              </a:rPr>
              <a:t> </a:t>
            </a:r>
            <a:r>
              <a:rPr lang="en-GB" err="1">
                <a:effectLst/>
                <a:latin typeface="Arial" panose="020B0604020202020204" pitchFamily="34" charset="0"/>
              </a:rPr>
              <a:t>dolut</a:t>
            </a:r>
            <a:r>
              <a:rPr lang="en-GB">
                <a:effectLst/>
                <a:latin typeface="Arial" panose="020B0604020202020204" pitchFamily="34" charset="0"/>
              </a:rPr>
              <a:t> </a:t>
            </a:r>
            <a:r>
              <a:rPr lang="en-GB" err="1">
                <a:effectLst/>
                <a:latin typeface="Arial" panose="020B0604020202020204" pitchFamily="34" charset="0"/>
              </a:rPr>
              <a:t>volupid</a:t>
            </a:r>
            <a:r>
              <a:rPr lang="en-GB">
                <a:effectLst/>
                <a:latin typeface="Arial" panose="020B0604020202020204" pitchFamily="34" charset="0"/>
              </a:rPr>
              <a:t>.</a:t>
            </a:r>
          </a:p>
        </p:txBody>
      </p:sp>
      <p:sp>
        <p:nvSpPr>
          <p:cNvPr id="28" name="Text Placeholder 8">
            <a:extLst>
              <a:ext uri="{FF2B5EF4-FFF2-40B4-BE49-F238E27FC236}">
                <a16:creationId xmlns:a16="http://schemas.microsoft.com/office/drawing/2014/main" id="{D76BAA15-ACE5-2A49-9216-8F34EDB35B73}"/>
              </a:ext>
            </a:extLst>
          </p:cNvPr>
          <p:cNvSpPr>
            <a:spLocks noGrp="1"/>
          </p:cNvSpPr>
          <p:nvPr>
            <p:ph type="body" sz="quarter" idx="15" hasCustomPrompt="1"/>
          </p:nvPr>
        </p:nvSpPr>
        <p:spPr>
          <a:xfrm>
            <a:off x="6737870" y="5097197"/>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0" name="Text Placeholder 8">
            <a:extLst>
              <a:ext uri="{FF2B5EF4-FFF2-40B4-BE49-F238E27FC236}">
                <a16:creationId xmlns:a16="http://schemas.microsoft.com/office/drawing/2014/main" id="{740DE8C0-DBE4-7743-B46D-20EE36FD6173}"/>
              </a:ext>
            </a:extLst>
          </p:cNvPr>
          <p:cNvSpPr>
            <a:spLocks noGrp="1"/>
          </p:cNvSpPr>
          <p:nvPr>
            <p:ph type="body" sz="quarter" idx="28" hasCustomPrompt="1"/>
          </p:nvPr>
        </p:nvSpPr>
        <p:spPr>
          <a:xfrm>
            <a:off x="9290533" y="5897001"/>
            <a:ext cx="1424080" cy="153889"/>
          </a:xfrm>
          <a:prstGeom prst="rect">
            <a:avLst/>
          </a:prstGeom>
        </p:spPr>
        <p:txBody>
          <a:bodyPr/>
          <a:lstStyle>
            <a:lvl1pPr>
              <a:lnSpc>
                <a:spcPct val="100000"/>
              </a:lnSpc>
              <a:buNone/>
              <a:defRPr sz="700">
                <a:solidFill>
                  <a:schemeClr val="tx1"/>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endParaRPr lang="en-US"/>
          </a:p>
        </p:txBody>
      </p:sp>
      <p:sp>
        <p:nvSpPr>
          <p:cNvPr id="38" name="Vertical Text Placeholder 2">
            <a:extLst>
              <a:ext uri="{FF2B5EF4-FFF2-40B4-BE49-F238E27FC236}">
                <a16:creationId xmlns:a16="http://schemas.microsoft.com/office/drawing/2014/main" id="{EA723C30-10F6-2647-8CAD-8E0EDF5F2C73}"/>
              </a:ext>
            </a:extLst>
          </p:cNvPr>
          <p:cNvSpPr>
            <a:spLocks noGrp="1"/>
          </p:cNvSpPr>
          <p:nvPr>
            <p:ph type="body" orient="vert" sz="quarter" idx="25" hasCustomPrompt="1"/>
          </p:nvPr>
        </p:nvSpPr>
        <p:spPr>
          <a:xfrm>
            <a:off x="6637371" y="2387658"/>
            <a:ext cx="288150" cy="2082684"/>
          </a:xfrm>
          <a:prstGeom prst="rect">
            <a:avLst/>
          </a:prstGeom>
          <a:solidFill>
            <a:schemeClr val="accent1"/>
          </a:solidFill>
        </p:spPr>
        <p:txBody>
          <a:bodyPr vert="eaVert" lIns="90000" tIns="396000" anchor="ctr" anchorCtr="0"/>
          <a:lstStyle>
            <a:lvl1pP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Collection name goes here</a:t>
            </a:r>
          </a:p>
        </p:txBody>
      </p:sp>
      <p:sp>
        <p:nvSpPr>
          <p:cNvPr id="19" name="Text Placeholder 5">
            <a:extLst>
              <a:ext uri="{FF2B5EF4-FFF2-40B4-BE49-F238E27FC236}">
                <a16:creationId xmlns:a16="http://schemas.microsoft.com/office/drawing/2014/main" id="{6C7E3F69-7FDD-C342-9106-43BA87495652}"/>
              </a:ext>
            </a:extLst>
          </p:cNvPr>
          <p:cNvSpPr>
            <a:spLocks noGrp="1"/>
          </p:cNvSpPr>
          <p:nvPr>
            <p:ph type="body" sz="quarter" idx="34"/>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1" name="Text Placeholder 7">
            <a:extLst>
              <a:ext uri="{FF2B5EF4-FFF2-40B4-BE49-F238E27FC236}">
                <a16:creationId xmlns:a16="http://schemas.microsoft.com/office/drawing/2014/main" id="{C1833579-1CF2-B241-80C5-DE1D90089948}"/>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BAF59090-EE8A-514E-BFDF-3A839470746C}"/>
              </a:ext>
            </a:extLst>
          </p:cNvPr>
          <p:cNvSpPr>
            <a:spLocks noGrp="1"/>
          </p:cNvSpPr>
          <p:nvPr>
            <p:ph type="sldNum" sz="quarter" idx="35"/>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9129120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Content Slide – 4 Columns">
    <p:bg>
      <p:bgPr>
        <a:solidFill>
          <a:schemeClr val="bg1"/>
        </a:solidFill>
        <a:effectLst/>
      </p:bgPr>
    </p:bg>
    <p:spTree>
      <p:nvGrpSpPr>
        <p:cNvPr id="1" name=""/>
        <p:cNvGrpSpPr/>
        <p:nvPr/>
      </p:nvGrpSpPr>
      <p:grpSpPr>
        <a:xfrm>
          <a:off x="0" y="0"/>
          <a:ext cx="0" cy="0"/>
          <a:chOff x="0" y="0"/>
          <a:chExt cx="0" cy="0"/>
        </a:xfrm>
      </p:grpSpPr>
      <p:sp>
        <p:nvSpPr>
          <p:cNvPr id="20" name="Text Placeholder 7">
            <a:extLst>
              <a:ext uri="{FF2B5EF4-FFF2-40B4-BE49-F238E27FC236}">
                <a16:creationId xmlns:a16="http://schemas.microsoft.com/office/drawing/2014/main" id="{F5483561-531F-814B-86FB-4B77BDD8291F}"/>
              </a:ext>
            </a:extLst>
          </p:cNvPr>
          <p:cNvSpPr>
            <a:spLocks noGrp="1"/>
          </p:cNvSpPr>
          <p:nvPr>
            <p:ph type="body" sz="quarter" idx="24" hasCustomPrompt="1"/>
          </p:nvPr>
        </p:nvSpPr>
        <p:spPr>
          <a:xfrm>
            <a:off x="400391"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21" name="Text Placeholder 14">
            <a:extLst>
              <a:ext uri="{FF2B5EF4-FFF2-40B4-BE49-F238E27FC236}">
                <a16:creationId xmlns:a16="http://schemas.microsoft.com/office/drawing/2014/main" id="{0E80F8EE-3961-7A4F-82F3-A6D239785526}"/>
              </a:ext>
            </a:extLst>
          </p:cNvPr>
          <p:cNvSpPr>
            <a:spLocks noGrp="1"/>
          </p:cNvSpPr>
          <p:nvPr>
            <p:ph type="body" sz="quarter" idx="25" hasCustomPrompt="1"/>
          </p:nvPr>
        </p:nvSpPr>
        <p:spPr>
          <a:xfrm>
            <a:off x="400391"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7" name="Text Placeholder 7">
            <a:extLst>
              <a:ext uri="{FF2B5EF4-FFF2-40B4-BE49-F238E27FC236}">
                <a16:creationId xmlns:a16="http://schemas.microsoft.com/office/drawing/2014/main" id="{3F91C31C-BF1E-924F-9AD3-1BC1472DEA59}"/>
              </a:ext>
            </a:extLst>
          </p:cNvPr>
          <p:cNvSpPr>
            <a:spLocks noGrp="1"/>
          </p:cNvSpPr>
          <p:nvPr>
            <p:ph type="body" sz="quarter" idx="26" hasCustomPrompt="1"/>
          </p:nvPr>
        </p:nvSpPr>
        <p:spPr>
          <a:xfrm>
            <a:off x="3296179"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28" name="Text Placeholder 14">
            <a:extLst>
              <a:ext uri="{FF2B5EF4-FFF2-40B4-BE49-F238E27FC236}">
                <a16:creationId xmlns:a16="http://schemas.microsoft.com/office/drawing/2014/main" id="{99C8DC48-EBCC-6C49-9C0D-25F6D554F1C5}"/>
              </a:ext>
            </a:extLst>
          </p:cNvPr>
          <p:cNvSpPr>
            <a:spLocks noGrp="1"/>
          </p:cNvSpPr>
          <p:nvPr>
            <p:ph type="body" sz="quarter" idx="27" hasCustomPrompt="1"/>
          </p:nvPr>
        </p:nvSpPr>
        <p:spPr>
          <a:xfrm>
            <a:off x="3296179"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9" name="Text Placeholder 7">
            <a:extLst>
              <a:ext uri="{FF2B5EF4-FFF2-40B4-BE49-F238E27FC236}">
                <a16:creationId xmlns:a16="http://schemas.microsoft.com/office/drawing/2014/main" id="{EE7EC4F1-58FC-9A40-875F-4D8E7D25F4E7}"/>
              </a:ext>
            </a:extLst>
          </p:cNvPr>
          <p:cNvSpPr>
            <a:spLocks noGrp="1"/>
          </p:cNvSpPr>
          <p:nvPr>
            <p:ph type="body" sz="quarter" idx="28" hasCustomPrompt="1"/>
          </p:nvPr>
        </p:nvSpPr>
        <p:spPr>
          <a:xfrm>
            <a:off x="6217370"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30" name="Text Placeholder 14">
            <a:extLst>
              <a:ext uri="{FF2B5EF4-FFF2-40B4-BE49-F238E27FC236}">
                <a16:creationId xmlns:a16="http://schemas.microsoft.com/office/drawing/2014/main" id="{53DBE602-5EAA-C343-9A65-56E33F8FC062}"/>
              </a:ext>
            </a:extLst>
          </p:cNvPr>
          <p:cNvSpPr>
            <a:spLocks noGrp="1"/>
          </p:cNvSpPr>
          <p:nvPr>
            <p:ph type="body" sz="quarter" idx="29" hasCustomPrompt="1"/>
          </p:nvPr>
        </p:nvSpPr>
        <p:spPr>
          <a:xfrm>
            <a:off x="6217370"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31" name="Text Placeholder 7">
            <a:extLst>
              <a:ext uri="{FF2B5EF4-FFF2-40B4-BE49-F238E27FC236}">
                <a16:creationId xmlns:a16="http://schemas.microsoft.com/office/drawing/2014/main" id="{B176112E-AE73-BC41-8760-274FD5BEF5A4}"/>
              </a:ext>
            </a:extLst>
          </p:cNvPr>
          <p:cNvSpPr>
            <a:spLocks noGrp="1"/>
          </p:cNvSpPr>
          <p:nvPr>
            <p:ph type="body" sz="quarter" idx="30" hasCustomPrompt="1"/>
          </p:nvPr>
        </p:nvSpPr>
        <p:spPr>
          <a:xfrm>
            <a:off x="9113158" y="1566061"/>
            <a:ext cx="2679560" cy="261471"/>
          </a:xfrm>
          <a:prstGeom prst="rect">
            <a:avLst/>
          </a:prstGeom>
        </p:spPr>
        <p:txBody>
          <a:bodyPr lIns="0" tIns="0" rIns="0" bIns="0" anchor="t"/>
          <a:lstStyle>
            <a:lvl1pPr marL="0" indent="0" algn="l">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04</a:t>
            </a:r>
          </a:p>
        </p:txBody>
      </p:sp>
      <p:sp>
        <p:nvSpPr>
          <p:cNvPr id="32" name="Text Placeholder 14">
            <a:extLst>
              <a:ext uri="{FF2B5EF4-FFF2-40B4-BE49-F238E27FC236}">
                <a16:creationId xmlns:a16="http://schemas.microsoft.com/office/drawing/2014/main" id="{712B11A3-2C58-DB46-9820-15F3433AF2C5}"/>
              </a:ext>
            </a:extLst>
          </p:cNvPr>
          <p:cNvSpPr>
            <a:spLocks noGrp="1"/>
          </p:cNvSpPr>
          <p:nvPr>
            <p:ph type="body" sz="quarter" idx="31" hasCustomPrompt="1"/>
          </p:nvPr>
        </p:nvSpPr>
        <p:spPr>
          <a:xfrm>
            <a:off x="9113158" y="1941787"/>
            <a:ext cx="2679560" cy="3874814"/>
          </a:xfrm>
          <a:prstGeom prst="rect">
            <a:avLst/>
          </a:prstGeom>
        </p:spPr>
        <p:txBody>
          <a:bodyPr lIns="0" tIns="0" rIns="0" bIns="0"/>
          <a:lstStyle>
            <a:lvl1pPr marL="126000" indent="-12600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por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a:t>
            </a:r>
            <a:r>
              <a:rPr lang="en-GB" err="1">
                <a:effectLst/>
                <a:latin typeface="Arial" panose="020B0604020202020204" pitchFamily="34" charset="0"/>
              </a:rPr>
              <a:t>est</a:t>
            </a:r>
            <a:r>
              <a:rPr lang="en-GB">
                <a:effectLst/>
                <a:latin typeface="Arial" panose="020B0604020202020204" pitchFamily="34" charset="0"/>
              </a:rPr>
              <a: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5">
            <a:extLst>
              <a:ext uri="{FF2B5EF4-FFF2-40B4-BE49-F238E27FC236}">
                <a16:creationId xmlns:a16="http://schemas.microsoft.com/office/drawing/2014/main" id="{025BA66F-BA43-7942-A67E-7710EF40F843}"/>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9" name="Text Placeholder 7">
            <a:extLst>
              <a:ext uri="{FF2B5EF4-FFF2-40B4-BE49-F238E27FC236}">
                <a16:creationId xmlns:a16="http://schemas.microsoft.com/office/drawing/2014/main" id="{C9099677-D0F6-4845-86D7-DC6F66CD3B31}"/>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DBFC6FA5-9C6F-3340-8405-D8AE879F74C8}"/>
              </a:ext>
            </a:extLst>
          </p:cNvPr>
          <p:cNvSpPr>
            <a:spLocks noGrp="1"/>
          </p:cNvSpPr>
          <p:nvPr>
            <p:ph type="sldNum" sz="quarter" idx="32"/>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6068803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Content Slide – Image + Content Lef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E7FF274-83B6-014B-873C-A760E8563E3B}"/>
              </a:ext>
            </a:extLst>
          </p:cNvPr>
          <p:cNvSpPr/>
          <p:nvPr userDrawn="1"/>
        </p:nvSpPr>
        <p:spPr>
          <a:xfrm>
            <a:off x="8139642" y="0"/>
            <a:ext cx="40684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8" name="Picture Placeholder 3">
            <a:extLst>
              <a:ext uri="{FF2B5EF4-FFF2-40B4-BE49-F238E27FC236}">
                <a16:creationId xmlns:a16="http://schemas.microsoft.com/office/drawing/2014/main" id="{20C975F1-0055-5C49-BE2D-59305C3E1BEE}"/>
              </a:ext>
            </a:extLst>
          </p:cNvPr>
          <p:cNvSpPr>
            <a:spLocks noGrp="1"/>
          </p:cNvSpPr>
          <p:nvPr>
            <p:ph type="pic" sz="quarter" idx="38" hasCustomPrompt="1"/>
          </p:nvPr>
        </p:nvSpPr>
        <p:spPr>
          <a:xfrm>
            <a:off x="7192256" y="1160147"/>
            <a:ext cx="4588720" cy="4537706"/>
          </a:xfrm>
          <a:prstGeom prst="rect">
            <a:avLst/>
          </a:prstGeom>
          <a:solidFill>
            <a:srgbClr val="C2C7CA"/>
          </a:solidFill>
        </p:spPr>
        <p:txBody>
          <a:bodyPr anchor="ctr" anchorCtr="0"/>
          <a:lstStyle>
            <a:lvl1pPr algn="ctr">
              <a:buFontTx/>
              <a:buNone/>
              <a:defRPr sz="1500">
                <a:solidFill>
                  <a:srgbClr val="262626"/>
                </a:solidFill>
              </a:defRPr>
            </a:lvl1pPr>
          </a:lstStyle>
          <a:p>
            <a:r>
              <a:rPr lang="en-US"/>
              <a:t>Insert image here</a:t>
            </a:r>
          </a:p>
        </p:txBody>
      </p:sp>
      <p:pic>
        <p:nvPicPr>
          <p:cNvPr id="17" name="Picture 16">
            <a:extLst>
              <a:ext uri="{FF2B5EF4-FFF2-40B4-BE49-F238E27FC236}">
                <a16:creationId xmlns:a16="http://schemas.microsoft.com/office/drawing/2014/main" id="{9A7810CA-6DC9-3E4E-9D53-712B4FB87C13}"/>
              </a:ext>
            </a:extLst>
          </p:cNvPr>
          <p:cNvPicPr>
            <a:picLocks noChangeAspect="1"/>
          </p:cNvPicPr>
          <p:nvPr userDrawn="1"/>
        </p:nvPicPr>
        <p:blipFill>
          <a:blip r:embed="rId2"/>
          <a:srcRect/>
          <a:stretch/>
        </p:blipFill>
        <p:spPr>
          <a:xfrm>
            <a:off x="10895872" y="6497324"/>
            <a:ext cx="1213995" cy="339896"/>
          </a:xfrm>
          <a:prstGeom prst="rect">
            <a:avLst/>
          </a:prstGeom>
        </p:spPr>
      </p:pic>
      <p:sp>
        <p:nvSpPr>
          <p:cNvPr id="38" name="Text Placeholder 9">
            <a:extLst>
              <a:ext uri="{FF2B5EF4-FFF2-40B4-BE49-F238E27FC236}">
                <a16:creationId xmlns:a16="http://schemas.microsoft.com/office/drawing/2014/main" id="{40C50467-A17E-2349-82B4-9822435DB283}"/>
              </a:ext>
            </a:extLst>
          </p:cNvPr>
          <p:cNvSpPr>
            <a:spLocks noGrp="1"/>
          </p:cNvSpPr>
          <p:nvPr>
            <p:ph type="body" sz="quarter" idx="26" hasCustomPrompt="1"/>
          </p:nvPr>
        </p:nvSpPr>
        <p:spPr>
          <a:xfrm>
            <a:off x="411023" y="1773190"/>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2" name="Text Placeholder 9">
            <a:extLst>
              <a:ext uri="{FF2B5EF4-FFF2-40B4-BE49-F238E27FC236}">
                <a16:creationId xmlns:a16="http://schemas.microsoft.com/office/drawing/2014/main" id="{70AF0187-C55C-CA4C-8CE2-E7FE8F2C8887}"/>
              </a:ext>
            </a:extLst>
          </p:cNvPr>
          <p:cNvSpPr>
            <a:spLocks noGrp="1"/>
          </p:cNvSpPr>
          <p:nvPr>
            <p:ph type="body" sz="quarter" idx="28" hasCustomPrompt="1"/>
          </p:nvPr>
        </p:nvSpPr>
        <p:spPr>
          <a:xfrm>
            <a:off x="411023" y="3461883"/>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4" name="Text Placeholder 9">
            <a:extLst>
              <a:ext uri="{FF2B5EF4-FFF2-40B4-BE49-F238E27FC236}">
                <a16:creationId xmlns:a16="http://schemas.microsoft.com/office/drawing/2014/main" id="{1FE36405-5F1E-B54C-84E8-1F8B02B15CA9}"/>
              </a:ext>
            </a:extLst>
          </p:cNvPr>
          <p:cNvSpPr>
            <a:spLocks noGrp="1"/>
          </p:cNvSpPr>
          <p:nvPr>
            <p:ph type="body" sz="quarter" idx="30" hasCustomPrompt="1"/>
          </p:nvPr>
        </p:nvSpPr>
        <p:spPr>
          <a:xfrm>
            <a:off x="411023" y="5185258"/>
            <a:ext cx="5578211" cy="1041295"/>
          </a:xfrm>
          <a:prstGeom prst="rect">
            <a:avLst/>
          </a:prstGeom>
        </p:spPr>
        <p:txBody>
          <a:bodyPr lIns="0" tIns="0" rIns="0" bIns="0"/>
          <a:lstStyle>
            <a:lvl1pPr marL="0" indent="0">
              <a:lnSpc>
                <a:spcPct val="100000"/>
              </a:lnSpc>
              <a:spcBef>
                <a:spcPts val="0"/>
              </a:spcBef>
              <a:buFont typeface="Arial" panose="020B0604020202020204" pitchFamily="34" charset="0"/>
              <a:buNone/>
              <a:defRPr lang="en-GB" sz="1400" smtClean="0">
                <a:solidFill>
                  <a:schemeClr val="tx1"/>
                </a:solidFill>
                <a:effectLst/>
              </a:defRPr>
            </a:lvl1pPr>
            <a:lvl2pPr>
              <a:lnSpc>
                <a:spcPts val="1750"/>
              </a:lnSpc>
              <a:buNone/>
              <a:defRPr sz="1400"/>
            </a:lvl2pPr>
            <a:lvl3pPr>
              <a:lnSpc>
                <a:spcPts val="1750"/>
              </a:lnSpc>
              <a:buNone/>
              <a:defRPr sz="1400"/>
            </a:lvl3pPr>
            <a:lvl4pPr>
              <a:lnSpc>
                <a:spcPts val="1750"/>
              </a:lnSpc>
              <a:defRPr sz="1400"/>
            </a:lvl4pPr>
            <a:lvl5pPr>
              <a:lnSpc>
                <a:spcPts val="1750"/>
              </a:lnSpc>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p:txBody>
      </p:sp>
      <p:sp>
        <p:nvSpPr>
          <p:cNvPr id="4" name="Text Placeholder 3">
            <a:extLst>
              <a:ext uri="{FF2B5EF4-FFF2-40B4-BE49-F238E27FC236}">
                <a16:creationId xmlns:a16="http://schemas.microsoft.com/office/drawing/2014/main" id="{C7D7231D-E56C-E145-BCC0-83B9D735108E}"/>
              </a:ext>
            </a:extLst>
          </p:cNvPr>
          <p:cNvSpPr>
            <a:spLocks noGrp="1"/>
          </p:cNvSpPr>
          <p:nvPr>
            <p:ph type="body" sz="quarter" idx="35" hasCustomPrompt="1"/>
          </p:nvPr>
        </p:nvSpPr>
        <p:spPr>
          <a:xfrm>
            <a:off x="400390" y="1382603"/>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19" name="Text Placeholder 3">
            <a:extLst>
              <a:ext uri="{FF2B5EF4-FFF2-40B4-BE49-F238E27FC236}">
                <a16:creationId xmlns:a16="http://schemas.microsoft.com/office/drawing/2014/main" id="{7B47F7CD-38F7-F04B-BEF6-DF667B45C0AA}"/>
              </a:ext>
            </a:extLst>
          </p:cNvPr>
          <p:cNvSpPr>
            <a:spLocks noGrp="1"/>
          </p:cNvSpPr>
          <p:nvPr>
            <p:ph type="body" sz="quarter" idx="36" hasCustomPrompt="1"/>
          </p:nvPr>
        </p:nvSpPr>
        <p:spPr>
          <a:xfrm>
            <a:off x="389757" y="3067469"/>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20" name="Text Placeholder 3">
            <a:extLst>
              <a:ext uri="{FF2B5EF4-FFF2-40B4-BE49-F238E27FC236}">
                <a16:creationId xmlns:a16="http://schemas.microsoft.com/office/drawing/2014/main" id="{5A2B8320-5E92-B444-9854-DFA59EC9EAAA}"/>
              </a:ext>
            </a:extLst>
          </p:cNvPr>
          <p:cNvSpPr>
            <a:spLocks noGrp="1"/>
          </p:cNvSpPr>
          <p:nvPr>
            <p:ph type="body" sz="quarter" idx="37" hasCustomPrompt="1"/>
          </p:nvPr>
        </p:nvSpPr>
        <p:spPr>
          <a:xfrm>
            <a:off x="405706" y="4803138"/>
            <a:ext cx="5588844" cy="238083"/>
          </a:xfrm>
          <a:prstGeom prst="rect">
            <a:avLst/>
          </a:prstGeom>
        </p:spPr>
        <p:txBody>
          <a:bodyPr lIns="0" tIns="0" rIns="0" bIns="0"/>
          <a:lstStyle>
            <a:lvl1pPr marL="0" indent="0">
              <a:lnSpc>
                <a:spcPct val="100000"/>
              </a:lnSpc>
              <a:spcBef>
                <a:spcPts val="0"/>
              </a:spcBef>
              <a:buNone/>
              <a:defRPr sz="1400">
                <a:solidFill>
                  <a:schemeClr val="accent1"/>
                </a:solidFill>
              </a:defRPr>
            </a:lvl1pPr>
          </a:lstStyle>
          <a:p>
            <a:pPr lvl="0"/>
            <a:r>
              <a:rPr lang="en-GB"/>
              <a:t>Lorem ipsum </a:t>
            </a:r>
            <a:r>
              <a:rPr lang="en-GB" err="1"/>
              <a:t>dolor</a:t>
            </a:r>
            <a:r>
              <a:rPr lang="en-GB"/>
              <a:t> </a:t>
            </a:r>
            <a:r>
              <a:rPr lang="en-GB" err="1"/>
              <a:t>eset</a:t>
            </a:r>
            <a:r>
              <a:rPr lang="en-GB"/>
              <a:t> </a:t>
            </a:r>
            <a:r>
              <a:rPr lang="en-GB" err="1"/>
              <a:t>moriculus</a:t>
            </a:r>
            <a:r>
              <a:rPr lang="en-GB"/>
              <a:t>?</a:t>
            </a:r>
            <a:endParaRPr lang="en-US"/>
          </a:p>
        </p:txBody>
      </p:sp>
      <p:sp>
        <p:nvSpPr>
          <p:cNvPr id="31" name="Vertical Text Placeholder 2">
            <a:extLst>
              <a:ext uri="{FF2B5EF4-FFF2-40B4-BE49-F238E27FC236}">
                <a16:creationId xmlns:a16="http://schemas.microsoft.com/office/drawing/2014/main" id="{2145BE5A-AE5A-CD42-9D74-0DE84F2A13B1}"/>
              </a:ext>
            </a:extLst>
          </p:cNvPr>
          <p:cNvSpPr>
            <a:spLocks noGrp="1"/>
          </p:cNvSpPr>
          <p:nvPr>
            <p:ph type="body" orient="vert" sz="quarter" idx="25" hasCustomPrompt="1"/>
          </p:nvPr>
        </p:nvSpPr>
        <p:spPr>
          <a:xfrm>
            <a:off x="7048181" y="2263270"/>
            <a:ext cx="288150" cy="2338958"/>
          </a:xfrm>
          <a:prstGeom prst="rect">
            <a:avLst/>
          </a:prstGeom>
          <a:solidFill>
            <a:schemeClr val="accent1"/>
          </a:solidFill>
        </p:spPr>
        <p:txBody>
          <a:bodyPr vert="eaVert" lIns="90000" tIns="0" bIns="0" anchor="ctr" anchorCtr="0"/>
          <a:lstStyle>
            <a:lvl1pPr algn="ctr">
              <a:buFontTx/>
              <a:buNone/>
              <a:defRPr sz="1100">
                <a:solidFill>
                  <a:schemeClr val="tx1"/>
                </a:solidFill>
              </a:defRPr>
            </a:lvl1pPr>
            <a:lvl2pPr>
              <a:buFontTx/>
              <a:buNone/>
              <a:defRPr/>
            </a:lvl2pPr>
            <a:lvl3pPr>
              <a:buFontTx/>
              <a:buNone/>
              <a:defRPr/>
            </a:lvl3pPr>
            <a:lvl4pPr>
              <a:buFontTx/>
              <a:buNone/>
              <a:defRPr/>
            </a:lvl4pPr>
            <a:lvl5pPr>
              <a:buFontTx/>
              <a:buNone/>
              <a:defRPr/>
            </a:lvl5pPr>
          </a:lstStyle>
          <a:p>
            <a:pPr lvl="0"/>
            <a:r>
              <a:rPr lang="en-US"/>
              <a:t>Hotel name goes here</a:t>
            </a:r>
          </a:p>
        </p:txBody>
      </p:sp>
      <p:sp>
        <p:nvSpPr>
          <p:cNvPr id="21" name="Text Placeholder 5">
            <a:extLst>
              <a:ext uri="{FF2B5EF4-FFF2-40B4-BE49-F238E27FC236}">
                <a16:creationId xmlns:a16="http://schemas.microsoft.com/office/drawing/2014/main" id="{A1813013-3F22-A049-9709-0039497CA901}"/>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2" name="Text Placeholder 7">
            <a:extLst>
              <a:ext uri="{FF2B5EF4-FFF2-40B4-BE49-F238E27FC236}">
                <a16:creationId xmlns:a16="http://schemas.microsoft.com/office/drawing/2014/main" id="{DE1095EB-DFC3-8C40-BEE3-9302D64658E3}"/>
              </a:ext>
            </a:extLst>
          </p:cNvPr>
          <p:cNvSpPr>
            <a:spLocks noGrp="1"/>
          </p:cNvSpPr>
          <p:nvPr>
            <p:ph type="body" sz="quarter" idx="22" hasCustomPrompt="1"/>
          </p:nvPr>
        </p:nvSpPr>
        <p:spPr>
          <a:xfrm>
            <a:off x="400391" y="320676"/>
            <a:ext cx="5588844"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2" name="Slide Number Placeholder 1">
            <a:extLst>
              <a:ext uri="{FF2B5EF4-FFF2-40B4-BE49-F238E27FC236}">
                <a16:creationId xmlns:a16="http://schemas.microsoft.com/office/drawing/2014/main" id="{2B2AB3FB-422A-2E41-B966-0B9A49834C10}"/>
              </a:ext>
            </a:extLst>
          </p:cNvPr>
          <p:cNvSpPr>
            <a:spLocks noGrp="1"/>
          </p:cNvSpPr>
          <p:nvPr>
            <p:ph type="sldNum" sz="quarter" idx="39"/>
          </p:nvPr>
        </p:nvSpPr>
        <p:spPr/>
        <p:txBody>
          <a:bodyPr/>
          <a:lstStyle/>
          <a:p>
            <a:fld id="{BF1B362E-304B-D74F-8E05-F581CCD55911}" type="slidenum">
              <a:rPr lang="en-US" smtClean="0"/>
              <a:pPr/>
              <a:t>‹#›</a:t>
            </a:fld>
            <a:endParaRPr lang="en-US"/>
          </a:p>
        </p:txBody>
      </p:sp>
      <p:sp>
        <p:nvSpPr>
          <p:cNvPr id="3" name="Subtitle 2">
            <a:extLst>
              <a:ext uri="{FF2B5EF4-FFF2-40B4-BE49-F238E27FC236}">
                <a16:creationId xmlns:a16="http://schemas.microsoft.com/office/drawing/2014/main" id="{842BB1CA-0D96-6105-072B-E410F6D91E55}"/>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288823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Icons Slide 1">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20A6E5CC-CE08-C446-9D55-68D93B2785EB}"/>
              </a:ext>
            </a:extLst>
          </p:cNvPr>
          <p:cNvSpPr>
            <a:spLocks noGrp="1"/>
          </p:cNvSpPr>
          <p:nvPr>
            <p:ph type="pic" sz="quarter" idx="31"/>
          </p:nvPr>
        </p:nvSpPr>
        <p:spPr>
          <a:xfrm>
            <a:off x="1424260" y="1597390"/>
            <a:ext cx="591867" cy="585722"/>
          </a:xfrm>
          <a:prstGeom prst="rect">
            <a:avLst/>
          </a:prstGeom>
          <a:noFill/>
        </p:spPr>
        <p:txBody>
          <a:bodyPr anchor="ctr" anchorCtr="0"/>
          <a:lstStyle>
            <a:lvl1pPr algn="ctr">
              <a:buNone/>
              <a:defRPr sz="400"/>
            </a:lvl1pPr>
          </a:lstStyle>
          <a:p>
            <a:endParaRPr lang="en-US"/>
          </a:p>
        </p:txBody>
      </p:sp>
      <p:sp>
        <p:nvSpPr>
          <p:cNvPr id="30" name="Picture Placeholder 10">
            <a:extLst>
              <a:ext uri="{FF2B5EF4-FFF2-40B4-BE49-F238E27FC236}">
                <a16:creationId xmlns:a16="http://schemas.microsoft.com/office/drawing/2014/main" id="{C16747DD-8F8E-5847-A4B1-60D4C719F102}"/>
              </a:ext>
            </a:extLst>
          </p:cNvPr>
          <p:cNvSpPr>
            <a:spLocks noGrp="1"/>
          </p:cNvSpPr>
          <p:nvPr>
            <p:ph type="pic" sz="quarter" idx="32"/>
          </p:nvPr>
        </p:nvSpPr>
        <p:spPr>
          <a:xfrm>
            <a:off x="4336091" y="1597390"/>
            <a:ext cx="591867" cy="585722"/>
          </a:xfrm>
          <a:prstGeom prst="rect">
            <a:avLst/>
          </a:prstGeom>
          <a:noFill/>
        </p:spPr>
        <p:txBody>
          <a:bodyPr anchor="ctr" anchorCtr="0"/>
          <a:lstStyle>
            <a:lvl1pPr algn="ctr">
              <a:buNone/>
              <a:defRPr sz="400"/>
            </a:lvl1pPr>
          </a:lstStyle>
          <a:p>
            <a:endParaRPr lang="en-US"/>
          </a:p>
        </p:txBody>
      </p:sp>
      <p:sp>
        <p:nvSpPr>
          <p:cNvPr id="31" name="Picture Placeholder 10">
            <a:extLst>
              <a:ext uri="{FF2B5EF4-FFF2-40B4-BE49-F238E27FC236}">
                <a16:creationId xmlns:a16="http://schemas.microsoft.com/office/drawing/2014/main" id="{03E3A139-47ED-AC42-857B-042A4A6A4993}"/>
              </a:ext>
            </a:extLst>
          </p:cNvPr>
          <p:cNvSpPr>
            <a:spLocks noGrp="1"/>
          </p:cNvSpPr>
          <p:nvPr>
            <p:ph type="pic" sz="quarter" idx="33"/>
          </p:nvPr>
        </p:nvSpPr>
        <p:spPr>
          <a:xfrm>
            <a:off x="7247923" y="1597390"/>
            <a:ext cx="591867" cy="585722"/>
          </a:xfrm>
          <a:prstGeom prst="rect">
            <a:avLst/>
          </a:prstGeom>
          <a:noFill/>
        </p:spPr>
        <p:txBody>
          <a:bodyPr anchor="ctr" anchorCtr="0"/>
          <a:lstStyle>
            <a:lvl1pPr algn="ctr">
              <a:buNone/>
              <a:defRPr sz="400"/>
            </a:lvl1pPr>
          </a:lstStyle>
          <a:p>
            <a:endParaRPr lang="en-US"/>
          </a:p>
        </p:txBody>
      </p:sp>
      <p:sp>
        <p:nvSpPr>
          <p:cNvPr id="32" name="Picture Placeholder 10">
            <a:extLst>
              <a:ext uri="{FF2B5EF4-FFF2-40B4-BE49-F238E27FC236}">
                <a16:creationId xmlns:a16="http://schemas.microsoft.com/office/drawing/2014/main" id="{73735120-4274-4245-A5E2-67F9686212D6}"/>
              </a:ext>
            </a:extLst>
          </p:cNvPr>
          <p:cNvSpPr>
            <a:spLocks noGrp="1"/>
          </p:cNvSpPr>
          <p:nvPr>
            <p:ph type="pic" sz="quarter" idx="34"/>
          </p:nvPr>
        </p:nvSpPr>
        <p:spPr>
          <a:xfrm>
            <a:off x="10159755" y="1597390"/>
            <a:ext cx="591867" cy="585722"/>
          </a:xfrm>
          <a:prstGeom prst="rect">
            <a:avLst/>
          </a:prstGeom>
          <a:noFill/>
        </p:spPr>
        <p:txBody>
          <a:bodyPr anchor="ctr" anchorCtr="0"/>
          <a:lstStyle>
            <a:lvl1pPr algn="ctr">
              <a:buNone/>
              <a:defRPr sz="400"/>
            </a:lvl1pPr>
          </a:lstStyle>
          <a:p>
            <a:endParaRPr lang="en-US"/>
          </a:p>
        </p:txBody>
      </p:sp>
      <p:sp>
        <p:nvSpPr>
          <p:cNvPr id="36" name="Picture Placeholder 10">
            <a:extLst>
              <a:ext uri="{FF2B5EF4-FFF2-40B4-BE49-F238E27FC236}">
                <a16:creationId xmlns:a16="http://schemas.microsoft.com/office/drawing/2014/main" id="{CAB4E13A-780D-FE48-8A7F-7D1548BE5C5C}"/>
              </a:ext>
            </a:extLst>
          </p:cNvPr>
          <p:cNvSpPr>
            <a:spLocks noGrp="1"/>
          </p:cNvSpPr>
          <p:nvPr>
            <p:ph type="pic" sz="quarter" idx="35"/>
          </p:nvPr>
        </p:nvSpPr>
        <p:spPr>
          <a:xfrm>
            <a:off x="1424260" y="3930360"/>
            <a:ext cx="591867" cy="585722"/>
          </a:xfrm>
          <a:prstGeom prst="rect">
            <a:avLst/>
          </a:prstGeom>
          <a:noFill/>
        </p:spPr>
        <p:txBody>
          <a:bodyPr anchor="ctr" anchorCtr="0"/>
          <a:lstStyle>
            <a:lvl1pPr algn="ctr">
              <a:buNone/>
              <a:defRPr sz="400"/>
            </a:lvl1pPr>
          </a:lstStyle>
          <a:p>
            <a:endParaRPr lang="en-US"/>
          </a:p>
        </p:txBody>
      </p:sp>
      <p:sp>
        <p:nvSpPr>
          <p:cNvPr id="38" name="Picture Placeholder 10">
            <a:extLst>
              <a:ext uri="{FF2B5EF4-FFF2-40B4-BE49-F238E27FC236}">
                <a16:creationId xmlns:a16="http://schemas.microsoft.com/office/drawing/2014/main" id="{8A80ECF0-A8E3-E14C-96E1-EA809EA58F0E}"/>
              </a:ext>
            </a:extLst>
          </p:cNvPr>
          <p:cNvSpPr>
            <a:spLocks noGrp="1"/>
          </p:cNvSpPr>
          <p:nvPr>
            <p:ph type="pic" sz="quarter" idx="36"/>
          </p:nvPr>
        </p:nvSpPr>
        <p:spPr>
          <a:xfrm>
            <a:off x="4336091" y="3930360"/>
            <a:ext cx="591867" cy="585722"/>
          </a:xfrm>
          <a:prstGeom prst="rect">
            <a:avLst/>
          </a:prstGeom>
          <a:noFill/>
        </p:spPr>
        <p:txBody>
          <a:bodyPr anchor="ctr" anchorCtr="0"/>
          <a:lstStyle>
            <a:lvl1pPr algn="ctr">
              <a:buNone/>
              <a:defRPr sz="400"/>
            </a:lvl1pPr>
          </a:lstStyle>
          <a:p>
            <a:endParaRPr lang="en-US"/>
          </a:p>
        </p:txBody>
      </p:sp>
      <p:sp>
        <p:nvSpPr>
          <p:cNvPr id="40" name="Picture Placeholder 10">
            <a:extLst>
              <a:ext uri="{FF2B5EF4-FFF2-40B4-BE49-F238E27FC236}">
                <a16:creationId xmlns:a16="http://schemas.microsoft.com/office/drawing/2014/main" id="{2A7E00A1-1882-444E-9153-E0EE1F701081}"/>
              </a:ext>
            </a:extLst>
          </p:cNvPr>
          <p:cNvSpPr>
            <a:spLocks noGrp="1"/>
          </p:cNvSpPr>
          <p:nvPr>
            <p:ph type="pic" sz="quarter" idx="37"/>
          </p:nvPr>
        </p:nvSpPr>
        <p:spPr>
          <a:xfrm>
            <a:off x="7247923" y="3930360"/>
            <a:ext cx="591867" cy="585722"/>
          </a:xfrm>
          <a:prstGeom prst="rect">
            <a:avLst/>
          </a:prstGeom>
          <a:noFill/>
        </p:spPr>
        <p:txBody>
          <a:bodyPr anchor="ctr" anchorCtr="0"/>
          <a:lstStyle>
            <a:lvl1pPr algn="ctr">
              <a:buNone/>
              <a:defRPr sz="400"/>
            </a:lvl1pPr>
          </a:lstStyle>
          <a:p>
            <a:endParaRPr lang="en-US"/>
          </a:p>
        </p:txBody>
      </p:sp>
      <p:sp>
        <p:nvSpPr>
          <p:cNvPr id="42" name="Picture Placeholder 10">
            <a:extLst>
              <a:ext uri="{FF2B5EF4-FFF2-40B4-BE49-F238E27FC236}">
                <a16:creationId xmlns:a16="http://schemas.microsoft.com/office/drawing/2014/main" id="{0DD1E180-83DC-574D-9C7F-5AA932F25E34}"/>
              </a:ext>
            </a:extLst>
          </p:cNvPr>
          <p:cNvSpPr>
            <a:spLocks noGrp="1"/>
          </p:cNvSpPr>
          <p:nvPr>
            <p:ph type="pic" sz="quarter" idx="38"/>
          </p:nvPr>
        </p:nvSpPr>
        <p:spPr>
          <a:xfrm>
            <a:off x="10159755" y="3930360"/>
            <a:ext cx="591867" cy="585722"/>
          </a:xfrm>
          <a:prstGeom prst="rect">
            <a:avLst/>
          </a:prstGeom>
          <a:noFill/>
        </p:spPr>
        <p:txBody>
          <a:bodyPr anchor="ctr" anchorCtr="0"/>
          <a:lstStyle>
            <a:lvl1pPr algn="ctr">
              <a:buNone/>
              <a:defRPr sz="400"/>
            </a:lvl1pPr>
          </a:lstStyle>
          <a:p>
            <a:endParaRPr lang="en-US"/>
          </a:p>
        </p:txBody>
      </p:sp>
      <p:sp>
        <p:nvSpPr>
          <p:cNvPr id="7" name="Text Placeholder 6">
            <a:extLst>
              <a:ext uri="{FF2B5EF4-FFF2-40B4-BE49-F238E27FC236}">
                <a16:creationId xmlns:a16="http://schemas.microsoft.com/office/drawing/2014/main" id="{9BA0CF93-EF49-DA4F-ACC4-3FEE73B55305}"/>
              </a:ext>
            </a:extLst>
          </p:cNvPr>
          <p:cNvSpPr>
            <a:spLocks noGrp="1"/>
          </p:cNvSpPr>
          <p:nvPr>
            <p:ph type="body" sz="quarter" idx="23" hasCustomPrompt="1"/>
          </p:nvPr>
        </p:nvSpPr>
        <p:spPr>
          <a:xfrm>
            <a:off x="389757"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18" name="Text Placeholder 6">
            <a:extLst>
              <a:ext uri="{FF2B5EF4-FFF2-40B4-BE49-F238E27FC236}">
                <a16:creationId xmlns:a16="http://schemas.microsoft.com/office/drawing/2014/main" id="{EBB2B40A-CB37-F34C-BEF1-D01DD7CE7ACD}"/>
              </a:ext>
            </a:extLst>
          </p:cNvPr>
          <p:cNvSpPr>
            <a:spLocks noGrp="1"/>
          </p:cNvSpPr>
          <p:nvPr>
            <p:ph type="body" sz="quarter" idx="24" hasCustomPrompt="1"/>
          </p:nvPr>
        </p:nvSpPr>
        <p:spPr>
          <a:xfrm>
            <a:off x="3294013"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19" name="Text Placeholder 6">
            <a:extLst>
              <a:ext uri="{FF2B5EF4-FFF2-40B4-BE49-F238E27FC236}">
                <a16:creationId xmlns:a16="http://schemas.microsoft.com/office/drawing/2014/main" id="{D01C377B-6E78-E040-8493-88A6BA5C7FD7}"/>
              </a:ext>
            </a:extLst>
          </p:cNvPr>
          <p:cNvSpPr>
            <a:spLocks noGrp="1"/>
          </p:cNvSpPr>
          <p:nvPr>
            <p:ph type="body" sz="quarter" idx="25" hasCustomPrompt="1"/>
          </p:nvPr>
        </p:nvSpPr>
        <p:spPr>
          <a:xfrm>
            <a:off x="6215203"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2" name="Text Placeholder 6">
            <a:extLst>
              <a:ext uri="{FF2B5EF4-FFF2-40B4-BE49-F238E27FC236}">
                <a16:creationId xmlns:a16="http://schemas.microsoft.com/office/drawing/2014/main" id="{FC287BB3-50C1-6846-A2DC-727F71C2D1F9}"/>
              </a:ext>
            </a:extLst>
          </p:cNvPr>
          <p:cNvSpPr>
            <a:spLocks noGrp="1"/>
          </p:cNvSpPr>
          <p:nvPr>
            <p:ph type="body" sz="quarter" idx="26" hasCustomPrompt="1"/>
          </p:nvPr>
        </p:nvSpPr>
        <p:spPr>
          <a:xfrm>
            <a:off x="9119459" y="2432024"/>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4" name="Text Placeholder 6">
            <a:extLst>
              <a:ext uri="{FF2B5EF4-FFF2-40B4-BE49-F238E27FC236}">
                <a16:creationId xmlns:a16="http://schemas.microsoft.com/office/drawing/2014/main" id="{3307BC18-FFA8-4042-853A-F9C56D06A1F8}"/>
              </a:ext>
            </a:extLst>
          </p:cNvPr>
          <p:cNvSpPr>
            <a:spLocks noGrp="1"/>
          </p:cNvSpPr>
          <p:nvPr>
            <p:ph type="body" sz="quarter" idx="27" hasCustomPrompt="1"/>
          </p:nvPr>
        </p:nvSpPr>
        <p:spPr>
          <a:xfrm>
            <a:off x="389757"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6" name="Text Placeholder 6">
            <a:extLst>
              <a:ext uri="{FF2B5EF4-FFF2-40B4-BE49-F238E27FC236}">
                <a16:creationId xmlns:a16="http://schemas.microsoft.com/office/drawing/2014/main" id="{7E526942-9B14-2340-9929-385CD95035A6}"/>
              </a:ext>
            </a:extLst>
          </p:cNvPr>
          <p:cNvSpPr>
            <a:spLocks noGrp="1"/>
          </p:cNvSpPr>
          <p:nvPr>
            <p:ph type="body" sz="quarter" idx="28" hasCustomPrompt="1"/>
          </p:nvPr>
        </p:nvSpPr>
        <p:spPr>
          <a:xfrm>
            <a:off x="3294013"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33" name="Text Placeholder 6">
            <a:extLst>
              <a:ext uri="{FF2B5EF4-FFF2-40B4-BE49-F238E27FC236}">
                <a16:creationId xmlns:a16="http://schemas.microsoft.com/office/drawing/2014/main" id="{90CE2C5F-30DC-054C-86D1-CF6FFF0D59CF}"/>
              </a:ext>
            </a:extLst>
          </p:cNvPr>
          <p:cNvSpPr>
            <a:spLocks noGrp="1"/>
          </p:cNvSpPr>
          <p:nvPr>
            <p:ph type="body" sz="quarter" idx="29" hasCustomPrompt="1"/>
          </p:nvPr>
        </p:nvSpPr>
        <p:spPr>
          <a:xfrm>
            <a:off x="6215203"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34" name="Text Placeholder 6">
            <a:extLst>
              <a:ext uri="{FF2B5EF4-FFF2-40B4-BE49-F238E27FC236}">
                <a16:creationId xmlns:a16="http://schemas.microsoft.com/office/drawing/2014/main" id="{08CD3C07-DCBB-D640-8E23-2E772D3B2030}"/>
              </a:ext>
            </a:extLst>
          </p:cNvPr>
          <p:cNvSpPr>
            <a:spLocks noGrp="1"/>
          </p:cNvSpPr>
          <p:nvPr>
            <p:ph type="body" sz="quarter" idx="30" hasCustomPrompt="1"/>
          </p:nvPr>
        </p:nvSpPr>
        <p:spPr>
          <a:xfrm>
            <a:off x="9119459" y="4709558"/>
            <a:ext cx="2690194" cy="660400"/>
          </a:xfrm>
          <a:prstGeom prst="rect">
            <a:avLst/>
          </a:prstGeom>
        </p:spPr>
        <p:txBody>
          <a:bodyPr lIns="0" tIns="0" rIns="0" bIns="0"/>
          <a:lstStyle>
            <a:lvl1pPr marL="0" indent="0" algn="ctr">
              <a:lnSpc>
                <a:spcPct val="100000"/>
              </a:lnSpc>
              <a:spcBef>
                <a:spcPts val="0"/>
              </a:spcBef>
              <a:buNone/>
              <a:defRPr lang="en-GB" sz="1400" smtClean="0">
                <a:solidFill>
                  <a:schemeClr val="tx1"/>
                </a:solidFill>
                <a:effectLst/>
              </a:defRPr>
            </a:lvl1pPr>
            <a:lvl2pPr algn="ctr">
              <a:buNone/>
              <a:defRPr sz="1400"/>
            </a:lvl2pPr>
            <a:lvl3pPr algn="ctr">
              <a:buNone/>
              <a:defRPr sz="1400"/>
            </a:lvl3pPr>
            <a:lvl4pPr algn="ctr">
              <a:buNone/>
              <a:defRPr sz="1400"/>
            </a:lvl4pPr>
            <a:lvl5pPr algn="ctr">
              <a:buNone/>
              <a:defRPr sz="1400"/>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runis</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perri</a:t>
            </a:r>
            <a:r>
              <a:rPr lang="en-GB">
                <a:effectLst/>
                <a:latin typeface="Arial" panose="020B0604020202020204" pitchFamily="34" charset="0"/>
              </a:rPr>
              <a:t> </a:t>
            </a:r>
            <a:r>
              <a:rPr lang="en-GB" err="1">
                <a:effectLst/>
                <a:latin typeface="Arial" panose="020B0604020202020204" pitchFamily="34" charset="0"/>
              </a:rPr>
              <a:t>monurm</a:t>
            </a:r>
            <a:r>
              <a:rPr lang="en-GB">
                <a:effectLst/>
                <a:latin typeface="Arial" panose="020B0604020202020204" pitchFamily="34" charset="0"/>
              </a:rPr>
              <a:t> </a:t>
            </a:r>
            <a:r>
              <a:rPr lang="en-GB" err="1">
                <a:effectLst/>
                <a:latin typeface="Arial" panose="020B0604020202020204" pitchFamily="34" charset="0"/>
              </a:rPr>
              <a:t>sinis</a:t>
            </a:r>
            <a:r>
              <a:rPr lang="en-GB">
                <a:effectLst/>
                <a:latin typeface="Arial" panose="020B0604020202020204" pitchFamily="34" charset="0"/>
              </a:rPr>
              <a:t>.</a:t>
            </a:r>
          </a:p>
        </p:txBody>
      </p:sp>
      <p:sp>
        <p:nvSpPr>
          <p:cNvPr id="25" name="Text Placeholder 5">
            <a:extLst>
              <a:ext uri="{FF2B5EF4-FFF2-40B4-BE49-F238E27FC236}">
                <a16:creationId xmlns:a16="http://schemas.microsoft.com/office/drawing/2014/main" id="{7FE73D7A-D581-4C47-BB6B-5CB7B4F24AE0}"/>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9" name="Text Placeholder 7">
            <a:extLst>
              <a:ext uri="{FF2B5EF4-FFF2-40B4-BE49-F238E27FC236}">
                <a16:creationId xmlns:a16="http://schemas.microsoft.com/office/drawing/2014/main" id="{92CC9DFE-1A9A-3640-BD83-067098B47D0B}"/>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AD82A55-F5E2-3346-B4B1-C925BA316041}"/>
              </a:ext>
            </a:extLst>
          </p:cNvPr>
          <p:cNvSpPr>
            <a:spLocks noGrp="1"/>
          </p:cNvSpPr>
          <p:nvPr>
            <p:ph type="sldNum" sz="quarter" idx="3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35685213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Icons Slide 2">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42096"/>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20" name="Text Placeholder 6">
            <a:extLst>
              <a:ext uri="{FF2B5EF4-FFF2-40B4-BE49-F238E27FC236}">
                <a16:creationId xmlns:a16="http://schemas.microsoft.com/office/drawing/2014/main" id="{5AAD1F7D-DF21-104E-8FDC-90B44565D9C2}"/>
              </a:ext>
            </a:extLst>
          </p:cNvPr>
          <p:cNvSpPr>
            <a:spLocks noGrp="1"/>
          </p:cNvSpPr>
          <p:nvPr>
            <p:ph type="body" sz="quarter" idx="26" hasCustomPrompt="1"/>
          </p:nvPr>
        </p:nvSpPr>
        <p:spPr>
          <a:xfrm>
            <a:off x="6202766" y="14420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1" name="Text Placeholder 6">
            <a:extLst>
              <a:ext uri="{FF2B5EF4-FFF2-40B4-BE49-F238E27FC236}">
                <a16:creationId xmlns:a16="http://schemas.microsoft.com/office/drawing/2014/main" id="{056E6D0B-7618-F248-A83C-F4F99AAEE8ED}"/>
              </a:ext>
            </a:extLst>
          </p:cNvPr>
          <p:cNvSpPr>
            <a:spLocks noGrp="1"/>
          </p:cNvSpPr>
          <p:nvPr>
            <p:ph type="body" sz="quarter" idx="27" hasCustomPrompt="1"/>
          </p:nvPr>
        </p:nvSpPr>
        <p:spPr>
          <a:xfrm>
            <a:off x="6202766" y="23818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7" name="Text Placeholder 6">
            <a:extLst>
              <a:ext uri="{FF2B5EF4-FFF2-40B4-BE49-F238E27FC236}">
                <a16:creationId xmlns:a16="http://schemas.microsoft.com/office/drawing/2014/main" id="{9718D58D-48E6-2940-89FE-3DB2136D2745}"/>
              </a:ext>
            </a:extLst>
          </p:cNvPr>
          <p:cNvSpPr>
            <a:spLocks noGrp="1"/>
          </p:cNvSpPr>
          <p:nvPr>
            <p:ph type="body" sz="quarter" idx="28" hasCustomPrompt="1"/>
          </p:nvPr>
        </p:nvSpPr>
        <p:spPr>
          <a:xfrm>
            <a:off x="6202766" y="33216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8" name="Text Placeholder 6">
            <a:extLst>
              <a:ext uri="{FF2B5EF4-FFF2-40B4-BE49-F238E27FC236}">
                <a16:creationId xmlns:a16="http://schemas.microsoft.com/office/drawing/2014/main" id="{F6DB841F-B36F-D54C-BEBC-0FFE85E72AF9}"/>
              </a:ext>
            </a:extLst>
          </p:cNvPr>
          <p:cNvSpPr>
            <a:spLocks noGrp="1"/>
          </p:cNvSpPr>
          <p:nvPr>
            <p:ph type="body" sz="quarter" idx="29" hasCustomPrompt="1"/>
          </p:nvPr>
        </p:nvSpPr>
        <p:spPr>
          <a:xfrm>
            <a:off x="6202766" y="42614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29" name="Text Placeholder 6">
            <a:extLst>
              <a:ext uri="{FF2B5EF4-FFF2-40B4-BE49-F238E27FC236}">
                <a16:creationId xmlns:a16="http://schemas.microsoft.com/office/drawing/2014/main" id="{18C42231-51B9-1C44-9706-E1144E8462CB}"/>
              </a:ext>
            </a:extLst>
          </p:cNvPr>
          <p:cNvSpPr>
            <a:spLocks noGrp="1"/>
          </p:cNvSpPr>
          <p:nvPr>
            <p:ph type="body" sz="quarter" idx="30" hasCustomPrompt="1"/>
          </p:nvPr>
        </p:nvSpPr>
        <p:spPr>
          <a:xfrm>
            <a:off x="6202766" y="5201296"/>
            <a:ext cx="3659062" cy="639266"/>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a:t>
            </a:r>
            <a:r>
              <a:rPr lang="en-GB" err="1">
                <a:effectLst/>
                <a:latin typeface="Arial" panose="020B0604020202020204" pitchFamily="34" charset="0"/>
              </a:rPr>
              <a:t>imus</a:t>
            </a:r>
            <a:r>
              <a:rPr lang="en-GB">
                <a:effectLst/>
                <a:latin typeface="Arial" panose="020B0604020202020204" pitchFamily="34" charset="0"/>
              </a:rPr>
              <a:t>, </a:t>
            </a:r>
            <a:r>
              <a:rPr lang="en-GB" err="1">
                <a:effectLst/>
                <a:latin typeface="Arial" panose="020B0604020202020204" pitchFamily="34" charset="0"/>
              </a:rPr>
              <a:t>omnis</a:t>
            </a:r>
            <a:r>
              <a:rPr lang="en-GB">
                <a:effectLst/>
                <a:latin typeface="Arial" panose="020B0604020202020204" pitchFamily="34" charset="0"/>
              </a:rPr>
              <a:t>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a:t>
            </a:r>
          </a:p>
        </p:txBody>
      </p:sp>
      <p:sp>
        <p:nvSpPr>
          <p:cNvPr id="34" name="Picture Placeholder 10">
            <a:extLst>
              <a:ext uri="{FF2B5EF4-FFF2-40B4-BE49-F238E27FC236}">
                <a16:creationId xmlns:a16="http://schemas.microsoft.com/office/drawing/2014/main" id="{AC431404-5FB7-7C4A-8208-B4B2A6CF3862}"/>
              </a:ext>
            </a:extLst>
          </p:cNvPr>
          <p:cNvSpPr>
            <a:spLocks noGrp="1"/>
          </p:cNvSpPr>
          <p:nvPr>
            <p:ph type="pic" sz="quarter" idx="31"/>
          </p:nvPr>
        </p:nvSpPr>
        <p:spPr>
          <a:xfrm>
            <a:off x="5185004" y="1468868"/>
            <a:ext cx="591867" cy="585722"/>
          </a:xfrm>
          <a:prstGeom prst="rect">
            <a:avLst/>
          </a:prstGeom>
          <a:noFill/>
        </p:spPr>
        <p:txBody>
          <a:bodyPr anchor="ctr" anchorCtr="0"/>
          <a:lstStyle>
            <a:lvl1pPr algn="ctr">
              <a:buNone/>
              <a:defRPr sz="400"/>
            </a:lvl1pPr>
          </a:lstStyle>
          <a:p>
            <a:endParaRPr lang="en-US"/>
          </a:p>
        </p:txBody>
      </p:sp>
      <p:sp>
        <p:nvSpPr>
          <p:cNvPr id="38" name="Picture Placeholder 10">
            <a:extLst>
              <a:ext uri="{FF2B5EF4-FFF2-40B4-BE49-F238E27FC236}">
                <a16:creationId xmlns:a16="http://schemas.microsoft.com/office/drawing/2014/main" id="{9D7E9DD2-7A22-5742-9ABB-0554B67D76AA}"/>
              </a:ext>
            </a:extLst>
          </p:cNvPr>
          <p:cNvSpPr>
            <a:spLocks noGrp="1"/>
          </p:cNvSpPr>
          <p:nvPr>
            <p:ph type="pic" sz="quarter" idx="32"/>
          </p:nvPr>
        </p:nvSpPr>
        <p:spPr>
          <a:xfrm>
            <a:off x="5185004" y="2381896"/>
            <a:ext cx="591867" cy="585722"/>
          </a:xfrm>
          <a:prstGeom prst="rect">
            <a:avLst/>
          </a:prstGeom>
          <a:noFill/>
        </p:spPr>
        <p:txBody>
          <a:bodyPr anchor="ctr" anchorCtr="0"/>
          <a:lstStyle>
            <a:lvl1pPr algn="ctr">
              <a:buNone/>
              <a:defRPr sz="400"/>
            </a:lvl1pPr>
          </a:lstStyle>
          <a:p>
            <a:endParaRPr lang="en-US"/>
          </a:p>
        </p:txBody>
      </p:sp>
      <p:sp>
        <p:nvSpPr>
          <p:cNvPr id="39" name="Picture Placeholder 10">
            <a:extLst>
              <a:ext uri="{FF2B5EF4-FFF2-40B4-BE49-F238E27FC236}">
                <a16:creationId xmlns:a16="http://schemas.microsoft.com/office/drawing/2014/main" id="{58A9377F-A0AD-DE43-AA62-0927216FAA54}"/>
              </a:ext>
            </a:extLst>
          </p:cNvPr>
          <p:cNvSpPr>
            <a:spLocks noGrp="1"/>
          </p:cNvSpPr>
          <p:nvPr>
            <p:ph type="pic" sz="quarter" idx="33"/>
          </p:nvPr>
        </p:nvSpPr>
        <p:spPr>
          <a:xfrm>
            <a:off x="5185004" y="3321696"/>
            <a:ext cx="591867" cy="585722"/>
          </a:xfrm>
          <a:prstGeom prst="rect">
            <a:avLst/>
          </a:prstGeom>
          <a:noFill/>
        </p:spPr>
        <p:txBody>
          <a:bodyPr anchor="ctr" anchorCtr="0"/>
          <a:lstStyle>
            <a:lvl1pPr algn="ctr">
              <a:buNone/>
              <a:defRPr sz="400"/>
            </a:lvl1pPr>
          </a:lstStyle>
          <a:p>
            <a:endParaRPr lang="en-US"/>
          </a:p>
        </p:txBody>
      </p:sp>
      <p:sp>
        <p:nvSpPr>
          <p:cNvPr id="40" name="Picture Placeholder 10">
            <a:extLst>
              <a:ext uri="{FF2B5EF4-FFF2-40B4-BE49-F238E27FC236}">
                <a16:creationId xmlns:a16="http://schemas.microsoft.com/office/drawing/2014/main" id="{DF4D8124-32C3-C04B-AE5C-0BBC2DB0D91E}"/>
              </a:ext>
            </a:extLst>
          </p:cNvPr>
          <p:cNvSpPr>
            <a:spLocks noGrp="1"/>
          </p:cNvSpPr>
          <p:nvPr>
            <p:ph type="pic" sz="quarter" idx="34"/>
          </p:nvPr>
        </p:nvSpPr>
        <p:spPr>
          <a:xfrm>
            <a:off x="5185004" y="4260199"/>
            <a:ext cx="591867" cy="585722"/>
          </a:xfrm>
          <a:prstGeom prst="rect">
            <a:avLst/>
          </a:prstGeom>
          <a:noFill/>
        </p:spPr>
        <p:txBody>
          <a:bodyPr anchor="ctr" anchorCtr="0"/>
          <a:lstStyle>
            <a:lvl1pPr algn="ctr">
              <a:buNone/>
              <a:defRPr sz="400"/>
            </a:lvl1pPr>
          </a:lstStyle>
          <a:p>
            <a:endParaRPr lang="en-US"/>
          </a:p>
        </p:txBody>
      </p:sp>
      <p:sp>
        <p:nvSpPr>
          <p:cNvPr id="41" name="Picture Placeholder 10">
            <a:extLst>
              <a:ext uri="{FF2B5EF4-FFF2-40B4-BE49-F238E27FC236}">
                <a16:creationId xmlns:a16="http://schemas.microsoft.com/office/drawing/2014/main" id="{E43EDB62-91E5-7E47-B209-C5AD5042238C}"/>
              </a:ext>
            </a:extLst>
          </p:cNvPr>
          <p:cNvSpPr>
            <a:spLocks noGrp="1"/>
          </p:cNvSpPr>
          <p:nvPr>
            <p:ph type="pic" sz="quarter" idx="35"/>
          </p:nvPr>
        </p:nvSpPr>
        <p:spPr>
          <a:xfrm>
            <a:off x="5185004" y="5198702"/>
            <a:ext cx="591867" cy="585722"/>
          </a:xfrm>
          <a:prstGeom prst="rect">
            <a:avLst/>
          </a:prstGeom>
          <a:noFill/>
        </p:spPr>
        <p:txBody>
          <a:bodyPr anchor="ctr" anchorCtr="0"/>
          <a:lstStyle>
            <a:lvl1pPr algn="ctr">
              <a:buNone/>
              <a:defRPr sz="400"/>
            </a:lvl1pPr>
          </a:lstStyle>
          <a:p>
            <a:endParaRPr lang="en-US"/>
          </a:p>
        </p:txBody>
      </p:sp>
      <p:sp>
        <p:nvSpPr>
          <p:cNvPr id="24" name="Text Placeholder 5">
            <a:extLst>
              <a:ext uri="{FF2B5EF4-FFF2-40B4-BE49-F238E27FC236}">
                <a16:creationId xmlns:a16="http://schemas.microsoft.com/office/drawing/2014/main" id="{D159362B-3754-004E-88BB-49507600AE5E}"/>
              </a:ext>
            </a:extLst>
          </p:cNvPr>
          <p:cNvSpPr>
            <a:spLocks noGrp="1"/>
          </p:cNvSpPr>
          <p:nvPr>
            <p:ph type="body" sz="quarter" idx="36"/>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5" name="Text Placeholder 7">
            <a:extLst>
              <a:ext uri="{FF2B5EF4-FFF2-40B4-BE49-F238E27FC236}">
                <a16:creationId xmlns:a16="http://schemas.microsoft.com/office/drawing/2014/main" id="{474D08EF-3A4C-A643-95D8-17663C7795CD}"/>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B6534EF-A8C8-9F40-9518-FA1105F5668E}"/>
              </a:ext>
            </a:extLst>
          </p:cNvPr>
          <p:cNvSpPr>
            <a:spLocks noGrp="1"/>
          </p:cNvSpPr>
          <p:nvPr>
            <p:ph type="sldNum" sz="quarter" idx="37"/>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406571492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able with Text">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38670"/>
            <a:ext cx="3555178" cy="2484234"/>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ipsandus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a:t>
            </a:r>
          </a:p>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7" name="Table Placeholder 6">
            <a:extLst>
              <a:ext uri="{FF2B5EF4-FFF2-40B4-BE49-F238E27FC236}">
                <a16:creationId xmlns:a16="http://schemas.microsoft.com/office/drawing/2014/main" id="{A42EE334-F60C-4A4C-81CC-6FC78CD603E3}"/>
              </a:ext>
            </a:extLst>
          </p:cNvPr>
          <p:cNvSpPr>
            <a:spLocks noGrp="1"/>
          </p:cNvSpPr>
          <p:nvPr>
            <p:ph type="tbl" sz="quarter" idx="26" hasCustomPrompt="1"/>
          </p:nvPr>
        </p:nvSpPr>
        <p:spPr>
          <a:xfrm>
            <a:off x="4263509" y="1267164"/>
            <a:ext cx="7538734" cy="4491831"/>
          </a:xfrm>
          <a:prstGeom prst="rect">
            <a:avLst/>
          </a:prstGeom>
        </p:spPr>
        <p:txBody>
          <a:bodyPr/>
          <a:lstStyle>
            <a:lvl1pPr>
              <a:buNone/>
              <a:defRPr sz="1400">
                <a:solidFill>
                  <a:srgbClr val="262626"/>
                </a:solidFill>
              </a:defRPr>
            </a:lvl1pPr>
          </a:lstStyle>
          <a:p>
            <a:r>
              <a:rPr lang="en-US"/>
              <a:t>Click icon to insert table</a:t>
            </a:r>
          </a:p>
        </p:txBody>
      </p:sp>
      <p:sp>
        <p:nvSpPr>
          <p:cNvPr id="12" name="Text Placeholder 5">
            <a:extLst>
              <a:ext uri="{FF2B5EF4-FFF2-40B4-BE49-F238E27FC236}">
                <a16:creationId xmlns:a16="http://schemas.microsoft.com/office/drawing/2014/main" id="{7B8C7036-5A46-BB49-9D38-66FE5A10FBDF}"/>
              </a:ext>
            </a:extLst>
          </p:cNvPr>
          <p:cNvSpPr>
            <a:spLocks noGrp="1"/>
          </p:cNvSpPr>
          <p:nvPr>
            <p:ph type="body" sz="quarter" idx="27"/>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3" name="Text Placeholder 7">
            <a:extLst>
              <a:ext uri="{FF2B5EF4-FFF2-40B4-BE49-F238E27FC236}">
                <a16:creationId xmlns:a16="http://schemas.microsoft.com/office/drawing/2014/main" id="{5B407EC1-53FA-694C-8A10-8B4FBC66081E}"/>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4ECCDA9C-23FA-414A-94D9-F2213B8AA12A}"/>
              </a:ext>
            </a:extLst>
          </p:cNvPr>
          <p:cNvSpPr>
            <a:spLocks noGrp="1"/>
          </p:cNvSpPr>
          <p:nvPr>
            <p:ph type="sldNum" sz="quarter" idx="28"/>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08197312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able">
    <p:bg>
      <p:bgPr>
        <a:solidFill>
          <a:schemeClr val="bg1"/>
        </a:solidFill>
        <a:effectLst/>
      </p:bgPr>
    </p:bg>
    <p:spTree>
      <p:nvGrpSpPr>
        <p:cNvPr id="1" name=""/>
        <p:cNvGrpSpPr/>
        <p:nvPr/>
      </p:nvGrpSpPr>
      <p:grpSpPr>
        <a:xfrm>
          <a:off x="0" y="0"/>
          <a:ext cx="0" cy="0"/>
          <a:chOff x="0" y="0"/>
          <a:chExt cx="0" cy="0"/>
        </a:xfrm>
      </p:grpSpPr>
      <p:sp>
        <p:nvSpPr>
          <p:cNvPr id="7" name="Table Placeholder 6">
            <a:extLst>
              <a:ext uri="{FF2B5EF4-FFF2-40B4-BE49-F238E27FC236}">
                <a16:creationId xmlns:a16="http://schemas.microsoft.com/office/drawing/2014/main" id="{A42EE334-F60C-4A4C-81CC-6FC78CD603E3}"/>
              </a:ext>
            </a:extLst>
          </p:cNvPr>
          <p:cNvSpPr>
            <a:spLocks noGrp="1"/>
          </p:cNvSpPr>
          <p:nvPr>
            <p:ph type="tbl" sz="quarter" idx="26" hasCustomPrompt="1"/>
          </p:nvPr>
        </p:nvSpPr>
        <p:spPr>
          <a:xfrm>
            <a:off x="389757" y="1407140"/>
            <a:ext cx="11412486" cy="4491831"/>
          </a:xfrm>
          <a:prstGeom prst="rect">
            <a:avLst/>
          </a:prstGeom>
        </p:spPr>
        <p:txBody>
          <a:bodyPr/>
          <a:lstStyle>
            <a:lvl1pPr>
              <a:buNone/>
              <a:defRPr sz="1400">
                <a:solidFill>
                  <a:schemeClr val="tx1"/>
                </a:solidFill>
              </a:defRPr>
            </a:lvl1pPr>
          </a:lstStyle>
          <a:p>
            <a:r>
              <a:rPr lang="en-US"/>
              <a:t>Click icon to insert table</a:t>
            </a:r>
          </a:p>
        </p:txBody>
      </p:sp>
      <p:sp>
        <p:nvSpPr>
          <p:cNvPr id="11" name="Text Placeholder 5">
            <a:extLst>
              <a:ext uri="{FF2B5EF4-FFF2-40B4-BE49-F238E27FC236}">
                <a16:creationId xmlns:a16="http://schemas.microsoft.com/office/drawing/2014/main" id="{4DBD01BF-D940-E249-AC92-380289D51C43}"/>
              </a:ext>
            </a:extLst>
          </p:cNvPr>
          <p:cNvSpPr>
            <a:spLocks noGrp="1"/>
          </p:cNvSpPr>
          <p:nvPr>
            <p:ph type="body" sz="quarter" idx="27"/>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30807FE8-36E1-D04C-A082-DF73B509DFAF}"/>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8C86DA03-5776-2248-BF98-94FD061B909B}"/>
              </a:ext>
            </a:extLst>
          </p:cNvPr>
          <p:cNvSpPr>
            <a:spLocks noGrp="1"/>
          </p:cNvSpPr>
          <p:nvPr>
            <p:ph type="sldNum" sz="quarter" idx="28"/>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91134493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Diagram/Chart with Text">
    <p:bg>
      <p:bgPr>
        <a:solidFill>
          <a:schemeClr val="bg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E084ABC0-7C9E-B34B-8574-1092653F3087}"/>
              </a:ext>
            </a:extLst>
          </p:cNvPr>
          <p:cNvSpPr>
            <a:spLocks noGrp="1"/>
          </p:cNvSpPr>
          <p:nvPr>
            <p:ph type="body" sz="quarter" idx="25" hasCustomPrompt="1"/>
          </p:nvPr>
        </p:nvSpPr>
        <p:spPr>
          <a:xfrm>
            <a:off x="411024" y="1459009"/>
            <a:ext cx="3638952" cy="1087999"/>
          </a:xfrm>
          <a:prstGeom prst="rect">
            <a:avLst/>
          </a:prstGeom>
        </p:spPr>
        <p:txBody>
          <a:bodyPr lIns="0" tIns="0" rIns="0" bIns="0" numCol="1"/>
          <a:lstStyle>
            <a:lvl1pPr marL="0" marR="0" indent="0" algn="l" defTabSz="914400" rtl="0" eaLnBrk="1" fontAlgn="auto" latinLnBrk="0" hangingPunct="1">
              <a:lnSpc>
                <a:spcPct val="100000"/>
              </a:lnSpc>
              <a:spcBef>
                <a:spcPts val="0"/>
              </a:spcBef>
              <a:spcAft>
                <a:spcPts val="600"/>
              </a:spcAft>
              <a:buClrTx/>
              <a:buSzTx/>
              <a:buFontTx/>
              <a:buNone/>
              <a:tabLst/>
              <a:defRPr sz="1400">
                <a:solidFill>
                  <a:schemeClr val="tx1"/>
                </a:solidFill>
                <a:latin typeface="Arial" panose="020B0604020202020204" pitchFamily="34" charset="0"/>
                <a:cs typeface="Arial" panose="020B0604020202020204" pitchFamily="34" charset="0"/>
              </a:defRPr>
            </a:lvl1pPr>
            <a:lvl2pPr>
              <a:buFontTx/>
              <a:buNone/>
              <a:defRPr sz="900">
                <a:latin typeface="Arial" panose="020B0604020202020204" pitchFamily="34" charset="0"/>
                <a:cs typeface="Arial" panose="020B0604020202020204" pitchFamily="34" charset="0"/>
              </a:defRPr>
            </a:lvl2pPr>
            <a:lvl3pPr>
              <a:buFontTx/>
              <a:buNone/>
              <a:defRPr sz="900">
                <a:latin typeface="Arial" panose="020B0604020202020204" pitchFamily="34" charset="0"/>
                <a:cs typeface="Arial" panose="020B0604020202020204" pitchFamily="34" charset="0"/>
              </a:defRPr>
            </a:lvl3pPr>
            <a:lvl4pPr>
              <a:buFontTx/>
              <a:buNone/>
              <a:defRPr sz="900">
                <a:latin typeface="Arial" panose="020B0604020202020204" pitchFamily="34" charset="0"/>
                <a:cs typeface="Arial" panose="020B0604020202020204" pitchFamily="34" charset="0"/>
              </a:defRPr>
            </a:lvl4pPr>
            <a:lvl5pPr>
              <a:buFontTx/>
              <a:buNone/>
              <a:defRPr sz="900">
                <a:latin typeface="Arial" panose="020B0604020202020204" pitchFamily="34" charset="0"/>
                <a:cs typeface="Arial" panose="020B0604020202020204" pitchFamily="34" charset="0"/>
              </a:defRPr>
            </a:lvl5pPr>
          </a:lstStyle>
          <a:p>
            <a:r>
              <a:rPr lang="en-GB">
                <a:effectLst/>
                <a:latin typeface="Arial" panose="020B0604020202020204" pitchFamily="34" charset="0"/>
              </a:rPr>
              <a:t>Da </a:t>
            </a:r>
            <a:r>
              <a:rPr lang="en-GB" err="1">
                <a:effectLst/>
                <a:latin typeface="Arial" panose="020B0604020202020204" pitchFamily="34" charset="0"/>
              </a:rPr>
              <a:t>volum</a:t>
            </a:r>
            <a:r>
              <a:rPr lang="en-GB">
                <a:effectLst/>
                <a:latin typeface="Arial" panose="020B0604020202020204" pitchFamily="34" charset="0"/>
              </a:rPr>
              <a:t> </a:t>
            </a:r>
            <a:r>
              <a:rPr lang="en-GB" err="1">
                <a:effectLst/>
                <a:latin typeface="Arial" panose="020B0604020202020204" pitchFamily="34" charset="0"/>
              </a:rPr>
              <a:t>volo</a:t>
            </a:r>
            <a:r>
              <a:rPr lang="en-GB">
                <a:effectLst/>
                <a:latin typeface="Arial" panose="020B0604020202020204" pitchFamily="34" charset="0"/>
              </a:rPr>
              <a:t> voles </a:t>
            </a:r>
            <a:r>
              <a:rPr lang="en-GB" err="1">
                <a:effectLst/>
                <a:latin typeface="Arial" panose="020B0604020202020204" pitchFamily="34" charset="0"/>
              </a:rPr>
              <a:t>sinis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as et </a:t>
            </a:r>
            <a:r>
              <a:rPr lang="en-GB" err="1">
                <a:effectLst/>
                <a:latin typeface="Arial" panose="020B0604020202020204" pitchFamily="34" charset="0"/>
              </a:rPr>
              <a:t>idit</a:t>
            </a:r>
            <a:r>
              <a:rPr lang="en-GB">
                <a:effectLst/>
                <a:latin typeface="Arial" panose="020B0604020202020204" pitchFamily="34" charset="0"/>
              </a:rPr>
              <a:t> </a:t>
            </a:r>
            <a:r>
              <a:rPr lang="en-GB" err="1">
                <a:effectLst/>
                <a:latin typeface="Arial" panose="020B0604020202020204" pitchFamily="34" charset="0"/>
              </a:rPr>
              <a:t>ratur</a:t>
            </a:r>
            <a:r>
              <a:rPr lang="en-GB">
                <a:effectLst/>
                <a:latin typeface="Arial" panose="020B0604020202020204" pitchFamily="34" charset="0"/>
              </a:rPr>
              <a:t>, nus, </a:t>
            </a:r>
            <a:r>
              <a:rPr lang="en-GB" err="1">
                <a:effectLst/>
                <a:latin typeface="Arial" panose="020B0604020202020204" pitchFamily="34" charset="0"/>
              </a:rPr>
              <a:t>ium</a:t>
            </a:r>
            <a:r>
              <a:rPr lang="en-GB">
                <a:effectLst/>
                <a:latin typeface="Arial" panose="020B0604020202020204" pitchFamily="34" charset="0"/>
              </a:rPr>
              <a:t> </a:t>
            </a:r>
            <a:r>
              <a:rPr lang="en-GB" err="1">
                <a:effectLst/>
                <a:latin typeface="Arial" panose="020B0604020202020204" pitchFamily="34" charset="0"/>
              </a:rPr>
              <a:t>volupis</a:t>
            </a:r>
            <a:r>
              <a:rPr lang="en-GB">
                <a:effectLst/>
                <a:latin typeface="Arial" panose="020B0604020202020204" pitchFamily="34" charset="0"/>
              </a:rPr>
              <a:t> mod </a:t>
            </a:r>
            <a:r>
              <a:rPr lang="en-GB" err="1">
                <a:effectLst/>
                <a:latin typeface="Arial" panose="020B0604020202020204" pitchFamily="34" charset="0"/>
              </a:rPr>
              <a:t>ut</a:t>
            </a:r>
            <a:r>
              <a:rPr lang="en-GB">
                <a:effectLst/>
                <a:latin typeface="Arial" panose="020B0604020202020204" pitchFamily="34" charset="0"/>
              </a:rPr>
              <a:t> la </a:t>
            </a:r>
            <a:r>
              <a:rPr lang="en-GB" err="1">
                <a:effectLst/>
                <a:latin typeface="Arial" panose="020B0604020202020204" pitchFamily="34" charset="0"/>
              </a:rPr>
              <a:t>simusdam</a:t>
            </a:r>
            <a:r>
              <a:rPr lang="en-GB">
                <a:effectLst/>
                <a:latin typeface="Arial" panose="020B0604020202020204" pitchFamily="34" charset="0"/>
              </a:rPr>
              <a:t> </a:t>
            </a:r>
            <a:r>
              <a:rPr lang="en-GB" err="1">
                <a:effectLst/>
                <a:latin typeface="Arial" panose="020B0604020202020204" pitchFamily="34" charset="0"/>
              </a:rPr>
              <a:t>faccusa</a:t>
            </a:r>
            <a:r>
              <a:rPr lang="en-GB">
                <a:effectLst/>
                <a:latin typeface="Arial" panose="020B0604020202020204" pitchFamily="34" charset="0"/>
              </a:rPr>
              <a:t> </a:t>
            </a:r>
            <a:r>
              <a:rPr lang="en-GB" err="1">
                <a:effectLst/>
                <a:latin typeface="Arial" panose="020B0604020202020204" pitchFamily="34" charset="0"/>
              </a:rPr>
              <a:t>perrovid</a:t>
            </a:r>
            <a:r>
              <a:rPr lang="en-GB">
                <a:effectLst/>
                <a:latin typeface="Arial" panose="020B0604020202020204" pitchFamily="34" charset="0"/>
              </a:rPr>
              <a:t> et, </a:t>
            </a:r>
            <a:r>
              <a:rPr lang="en-GB" err="1">
                <a:effectLst/>
                <a:latin typeface="Arial" panose="020B0604020202020204" pitchFamily="34" charset="0"/>
              </a:rPr>
              <a:t>sam</a:t>
            </a:r>
            <a:r>
              <a:rPr lang="en-GB">
                <a:effectLst/>
                <a:latin typeface="Arial" panose="020B0604020202020204" pitchFamily="34" charset="0"/>
              </a:rPr>
              <a:t>, imus, omnis </a:t>
            </a:r>
            <a:r>
              <a:rPr lang="en-GB" err="1">
                <a:effectLst/>
                <a:latin typeface="Arial" panose="020B0604020202020204" pitchFamily="34" charset="0"/>
              </a:rPr>
              <a:t>etur</a:t>
            </a:r>
            <a:r>
              <a:rPr lang="en-GB">
                <a:effectLst/>
                <a:latin typeface="Arial" panose="020B0604020202020204" pitchFamily="34" charset="0"/>
              </a:rPr>
              <a:t> </a:t>
            </a:r>
            <a:r>
              <a:rPr lang="en-GB" err="1">
                <a:effectLst/>
                <a:latin typeface="Arial" panose="020B0604020202020204" pitchFamily="34" charset="0"/>
              </a:rPr>
              <a:t>sedipsa</a:t>
            </a:r>
            <a:r>
              <a:rPr lang="en-GB">
                <a:effectLst/>
                <a:latin typeface="Arial" panose="020B0604020202020204" pitchFamily="34" charset="0"/>
              </a:rPr>
              <a:t> </a:t>
            </a:r>
            <a:r>
              <a:rPr lang="en-GB" err="1">
                <a:effectLst/>
                <a:latin typeface="Arial" panose="020B0604020202020204" pitchFamily="34" charset="0"/>
              </a:rPr>
              <a:t>nditaturia</a:t>
            </a:r>
            <a:r>
              <a:rPr lang="en-GB">
                <a:effectLst/>
                <a:latin typeface="Arial" panose="020B0604020202020204" pitchFamily="34" charset="0"/>
              </a:rPr>
              <a:t> cum </a:t>
            </a:r>
            <a:r>
              <a:rPr lang="en-GB" err="1">
                <a:effectLst/>
                <a:latin typeface="Arial" panose="020B0604020202020204" pitchFamily="34" charset="0"/>
              </a:rPr>
              <a:t>consequat</a:t>
            </a:r>
            <a:r>
              <a:rPr lang="en-GB">
                <a:effectLst/>
                <a:latin typeface="Arial" panose="020B0604020202020204" pitchFamily="34" charset="0"/>
              </a:rPr>
              <a:t> labor.</a:t>
            </a:r>
          </a:p>
        </p:txBody>
      </p:sp>
      <p:sp>
        <p:nvSpPr>
          <p:cNvPr id="68" name="Text Placeholder 14">
            <a:extLst>
              <a:ext uri="{FF2B5EF4-FFF2-40B4-BE49-F238E27FC236}">
                <a16:creationId xmlns:a16="http://schemas.microsoft.com/office/drawing/2014/main" id="{0087A111-243C-5347-A215-8B8121AD15DD}"/>
              </a:ext>
            </a:extLst>
          </p:cNvPr>
          <p:cNvSpPr>
            <a:spLocks noGrp="1"/>
          </p:cNvSpPr>
          <p:nvPr>
            <p:ph type="body" sz="quarter" idx="26" hasCustomPrompt="1"/>
          </p:nvPr>
        </p:nvSpPr>
        <p:spPr>
          <a:xfrm>
            <a:off x="400391" y="2961874"/>
            <a:ext cx="2679560" cy="2672547"/>
          </a:xfrm>
          <a:prstGeom prst="rect">
            <a:avLst/>
          </a:prstGeom>
        </p:spPr>
        <p:txBody>
          <a:bodyPr lIns="0" tIns="0" rIns="0" bIns="0"/>
          <a:lstStyle>
            <a:lvl1pPr marL="126000" indent="-126000">
              <a:lnSpc>
                <a:spcPct val="100000"/>
              </a:lnSpc>
              <a:spcAft>
                <a:spcPts val="600"/>
              </a:spcAft>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Geped</a:t>
            </a:r>
            <a:r>
              <a:rPr lang="en-GB">
                <a:effectLst/>
                <a:latin typeface="Arial" panose="020B0604020202020204" pitchFamily="34" charset="0"/>
              </a:rPr>
              <a:t> et utas </a:t>
            </a:r>
            <a:r>
              <a:rPr lang="en-GB" err="1">
                <a:effectLst/>
                <a:latin typeface="Arial" panose="020B0604020202020204" pitchFamily="34" charset="0"/>
              </a:rPr>
              <a:t>rempori</a:t>
            </a:r>
            <a:r>
              <a:rPr lang="en-GB">
                <a:effectLst/>
                <a:latin typeface="Arial" panose="020B0604020202020204" pitchFamily="34" charset="0"/>
              </a:rPr>
              <a:t> </a:t>
            </a:r>
            <a:r>
              <a:rPr lang="en-GB" err="1">
                <a:effectLst/>
                <a:latin typeface="Arial" panose="020B0604020202020204" pitchFamily="34" charset="0"/>
              </a:rPr>
              <a:t>sequam</a:t>
            </a:r>
            <a:r>
              <a:rPr lang="en-GB">
                <a:effectLst/>
                <a:latin typeface="Arial" panose="020B0604020202020204" pitchFamily="34" charset="0"/>
              </a:rPr>
              <a:t> </a:t>
            </a:r>
            <a:r>
              <a:rPr lang="en-GB" err="1">
                <a:effectLst/>
                <a:latin typeface="Arial" panose="020B0604020202020204" pitchFamily="34" charset="0"/>
              </a:rPr>
              <a:t>dit</a:t>
            </a:r>
            <a:r>
              <a:rPr lang="en-GB">
                <a:effectLst/>
                <a:latin typeface="Arial" panose="020B0604020202020204" pitchFamily="34" charset="0"/>
              </a:rPr>
              <a:t>, sum </a:t>
            </a:r>
            <a:r>
              <a:rPr lang="en-GB" err="1">
                <a:effectLst/>
                <a:latin typeface="Arial" panose="020B0604020202020204" pitchFamily="34" charset="0"/>
              </a:rPr>
              <a:t>eosant</a:t>
            </a:r>
            <a:r>
              <a:rPr lang="en-GB">
                <a:effectLst/>
                <a:latin typeface="Arial" panose="020B0604020202020204" pitchFamily="34" charset="0"/>
              </a:rPr>
              <a:t> </a:t>
            </a:r>
            <a:r>
              <a:rPr lang="en-GB" err="1">
                <a:effectLst/>
                <a:latin typeface="Arial" panose="020B0604020202020204" pitchFamily="34" charset="0"/>
              </a:rPr>
              <a:t>plitatios</a:t>
            </a:r>
            <a:r>
              <a:rPr lang="en-GB">
                <a:effectLst/>
                <a:latin typeface="Arial" panose="020B0604020202020204" pitchFamily="34" charset="0"/>
              </a:rPr>
              <a:t> </a:t>
            </a:r>
            <a:r>
              <a:rPr lang="en-GB" err="1">
                <a:effectLst/>
                <a:latin typeface="Arial" panose="020B0604020202020204" pitchFamily="34" charset="0"/>
              </a:rPr>
              <a:t>destrum</a:t>
            </a:r>
            <a:r>
              <a:rPr lang="en-GB">
                <a:effectLst/>
                <a:latin typeface="Arial" panose="020B0604020202020204" pitchFamily="34" charset="0"/>
              </a:rPr>
              <a:t> et </a:t>
            </a:r>
            <a:r>
              <a:rPr lang="en-GB" err="1">
                <a:effectLst/>
                <a:latin typeface="Arial" panose="020B0604020202020204" pitchFamily="34" charset="0"/>
              </a:rPr>
              <a:t>vere</a:t>
            </a:r>
            <a:r>
              <a:rPr lang="en-GB">
                <a:effectLst/>
                <a:latin typeface="Arial" panose="020B0604020202020204" pitchFamily="34" charset="0"/>
              </a:rPr>
              <a:t> </a:t>
            </a:r>
            <a:r>
              <a:rPr lang="en-GB" err="1">
                <a:effectLst/>
                <a:latin typeface="Arial" panose="020B0604020202020204" pitchFamily="34" charset="0"/>
              </a:rPr>
              <a:t>consequat</a:t>
            </a:r>
            <a:r>
              <a:rPr lang="en-GB">
                <a:effectLst/>
                <a:latin typeface="Arial" panose="020B0604020202020204" pitchFamily="34" charset="0"/>
              </a:rPr>
              <a:t> lam, </a:t>
            </a:r>
            <a:r>
              <a:rPr lang="en-GB" err="1">
                <a:effectLst/>
                <a:latin typeface="Arial" panose="020B0604020202020204" pitchFamily="34" charset="0"/>
              </a:rPr>
              <a:t>apiet</a:t>
            </a:r>
            <a:r>
              <a:rPr lang="en-GB">
                <a:effectLst/>
                <a:latin typeface="Arial" panose="020B0604020202020204" pitchFamily="34" charset="0"/>
              </a:rPr>
              <a:t> </a:t>
            </a:r>
            <a:r>
              <a:rPr lang="en-GB" err="1">
                <a:effectLst/>
                <a:latin typeface="Arial" panose="020B0604020202020204" pitchFamily="34" charset="0"/>
              </a:rPr>
              <a:t>acero</a:t>
            </a:r>
            <a:r>
              <a:rPr lang="en-GB">
                <a:effectLst/>
                <a:latin typeface="Arial" panose="020B0604020202020204" pitchFamily="34" charset="0"/>
              </a:rPr>
              <a:t> </a:t>
            </a:r>
            <a:r>
              <a:rPr lang="en-GB" err="1">
                <a:effectLst/>
                <a:latin typeface="Arial" panose="020B0604020202020204" pitchFamily="34" charset="0"/>
              </a:rPr>
              <a:t>dolorro</a:t>
            </a:r>
            <a:r>
              <a:rPr lang="en-GB">
                <a:effectLst/>
                <a:latin typeface="Arial" panose="020B0604020202020204" pitchFamily="34" charset="0"/>
              </a:rPr>
              <a:t> </a:t>
            </a:r>
            <a:r>
              <a:rPr lang="en-GB" err="1">
                <a:effectLst/>
                <a:latin typeface="Arial" panose="020B0604020202020204" pitchFamily="34" charset="0"/>
              </a:rPr>
              <a:t>ipsam</a:t>
            </a:r>
            <a:r>
              <a:rPr lang="en-GB">
                <a:effectLst/>
                <a:latin typeface="Arial" panose="020B0604020202020204" pitchFamily="34" charset="0"/>
              </a:rPr>
              <a:t> id.</a:t>
            </a:r>
          </a:p>
          <a:p>
            <a:r>
              <a:rPr lang="en-GB" err="1">
                <a:effectLst/>
                <a:latin typeface="Arial" panose="020B0604020202020204" pitchFamily="34" charset="0"/>
              </a:rPr>
              <a:t>Gitam</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alitem</a:t>
            </a:r>
            <a:r>
              <a:rPr lang="en-GB">
                <a:effectLst/>
                <a:latin typeface="Arial" panose="020B0604020202020204" pitchFamily="34" charset="0"/>
              </a:rPr>
              <a:t> net </a:t>
            </a:r>
            <a:r>
              <a:rPr lang="en-GB" err="1">
                <a:effectLst/>
                <a:latin typeface="Arial" panose="020B0604020202020204" pitchFamily="34" charset="0"/>
              </a:rPr>
              <a:t>quati</a:t>
            </a:r>
            <a:r>
              <a:rPr lang="en-GB">
                <a:effectLst/>
                <a:latin typeface="Arial" panose="020B0604020202020204" pitchFamily="34" charset="0"/>
              </a:rPr>
              <a:t> </a:t>
            </a:r>
            <a:r>
              <a:rPr lang="en-GB" err="1">
                <a:effectLst/>
                <a:latin typeface="Arial" panose="020B0604020202020204" pitchFamily="34" charset="0"/>
              </a:rPr>
              <a:t>voluptate</a:t>
            </a:r>
            <a:r>
              <a:rPr lang="en-GB">
                <a:effectLst/>
                <a:latin typeface="Arial" panose="020B0604020202020204" pitchFamily="34" charset="0"/>
              </a:rPr>
              <a:t> nus </a:t>
            </a:r>
            <a:r>
              <a:rPr lang="en-GB" err="1">
                <a:effectLst/>
                <a:latin typeface="Arial" panose="020B0604020202020204" pitchFamily="34" charset="0"/>
              </a:rPr>
              <a:t>reri</a:t>
            </a:r>
            <a:r>
              <a:rPr lang="en-GB">
                <a:effectLst/>
                <a:latin typeface="Arial" panose="020B0604020202020204" pitchFamily="34" charset="0"/>
              </a:rPr>
              <a:t> </a:t>
            </a:r>
            <a:r>
              <a:rPr lang="en-GB" err="1">
                <a:effectLst/>
                <a:latin typeface="Arial" panose="020B0604020202020204" pitchFamily="34" charset="0"/>
              </a:rPr>
              <a:t>consed</a:t>
            </a:r>
            <a:r>
              <a:rPr lang="en-GB">
                <a:effectLst/>
                <a:latin typeface="Arial" panose="020B0604020202020204" pitchFamily="34" charset="0"/>
              </a:rPr>
              <a:t> mod </a:t>
            </a:r>
            <a:r>
              <a:rPr lang="en-GB" err="1">
                <a:effectLst/>
                <a:latin typeface="Arial" panose="020B0604020202020204" pitchFamily="34" charset="0"/>
              </a:rPr>
              <a:t>ut.</a:t>
            </a:r>
            <a:endParaRPr lang="en-GB">
              <a:effectLst/>
              <a:latin typeface="Arial" panose="020B0604020202020204" pitchFamily="34" charset="0"/>
            </a:endParaRPr>
          </a:p>
          <a:p>
            <a:r>
              <a:rPr lang="en-GB" err="1">
                <a:effectLst/>
                <a:latin typeface="Arial" panose="020B0604020202020204" pitchFamily="34" charset="0"/>
              </a:rPr>
              <a:t>Opsandus</a:t>
            </a:r>
            <a:r>
              <a:rPr lang="en-GB">
                <a:effectLst/>
                <a:latin typeface="Arial" panose="020B0604020202020204" pitchFamily="34" charset="0"/>
              </a:rPr>
              <a:t> </a:t>
            </a:r>
            <a:r>
              <a:rPr lang="en-GB" err="1">
                <a:effectLst/>
                <a:latin typeface="Arial" panose="020B0604020202020204" pitchFamily="34" charset="0"/>
              </a:rPr>
              <a:t>exces</a:t>
            </a:r>
            <a:r>
              <a:rPr lang="en-GB">
                <a:effectLst/>
                <a:latin typeface="Arial" panose="020B0604020202020204" pitchFamily="34" charset="0"/>
              </a:rPr>
              <a:t> </a:t>
            </a:r>
            <a:r>
              <a:rPr lang="en-GB" err="1">
                <a:effectLst/>
                <a:latin typeface="Arial" panose="020B0604020202020204" pitchFamily="34" charset="0"/>
              </a:rPr>
              <a:t>maiorendae</a:t>
            </a:r>
            <a:r>
              <a:rPr lang="en-GB">
                <a:effectLst/>
                <a:latin typeface="Arial" panose="020B0604020202020204" pitchFamily="34" charset="0"/>
              </a:rPr>
              <a:t> qui vid qui re </a:t>
            </a:r>
            <a:r>
              <a:rPr lang="en-GB" err="1">
                <a:effectLst/>
                <a:latin typeface="Arial" panose="020B0604020202020204" pitchFamily="34" charset="0"/>
              </a:rPr>
              <a:t>conseria</a:t>
            </a:r>
            <a:r>
              <a:rPr lang="en-GB">
                <a:effectLst/>
                <a:latin typeface="Arial" panose="020B0604020202020204" pitchFamily="34" charset="0"/>
              </a:rPr>
              <a:t> is </a:t>
            </a:r>
            <a:r>
              <a:rPr lang="en-GB" err="1">
                <a:effectLst/>
                <a:latin typeface="Arial" panose="020B0604020202020204" pitchFamily="34" charset="0"/>
              </a:rPr>
              <a:t>cus</a:t>
            </a:r>
            <a:r>
              <a:rPr lang="en-GB">
                <a:effectLst/>
                <a:latin typeface="Arial" panose="020B0604020202020204" pitchFamily="34" charset="0"/>
              </a:rPr>
              <a:t> pel </a:t>
            </a:r>
            <a:r>
              <a:rPr lang="en-GB" err="1">
                <a:effectLst/>
                <a:latin typeface="Arial" panose="020B0604020202020204" pitchFamily="34" charset="0"/>
              </a:rPr>
              <a:t>ipsaepereped</a:t>
            </a:r>
            <a:r>
              <a:rPr lang="en-GB">
                <a:effectLst/>
                <a:latin typeface="Arial" panose="020B0604020202020204" pitchFamily="34" charset="0"/>
              </a:rPr>
              <a:t> </a:t>
            </a:r>
            <a:r>
              <a:rPr lang="en-GB" err="1">
                <a:effectLst/>
                <a:latin typeface="Arial" panose="020B0604020202020204" pitchFamily="34" charset="0"/>
              </a:rPr>
              <a:t>quibus</a:t>
            </a:r>
            <a:r>
              <a:rPr lang="en-GB">
                <a:effectLst/>
                <a:latin typeface="Arial" panose="020B0604020202020204" pitchFamily="34" charset="0"/>
              </a:rPr>
              <a:t> </a:t>
            </a:r>
            <a:r>
              <a:rPr lang="en-GB" err="1">
                <a:effectLst/>
                <a:latin typeface="Arial" panose="020B0604020202020204" pitchFamily="34" charset="0"/>
              </a:rPr>
              <a:t>eum</a:t>
            </a:r>
            <a:r>
              <a:rPr lang="en-GB">
                <a:effectLst/>
                <a:latin typeface="Arial" panose="020B0604020202020204" pitchFamily="34" charset="0"/>
              </a:rPr>
              <a:t> verum </a:t>
            </a:r>
            <a:r>
              <a:rPr lang="en-GB" err="1">
                <a:effectLst/>
                <a:latin typeface="Arial" panose="020B0604020202020204" pitchFamily="34" charset="0"/>
              </a:rPr>
              <a:t>eum</a:t>
            </a:r>
            <a:r>
              <a:rPr lang="en-GB">
                <a:effectLst/>
                <a:latin typeface="Arial" panose="020B0604020202020204" pitchFamily="34" charset="0"/>
              </a:rPr>
              <a:t>.</a:t>
            </a:r>
          </a:p>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a:t>
            </a:r>
          </a:p>
          <a:p>
            <a:r>
              <a:rPr lang="en-GB">
                <a:effectLst/>
                <a:latin typeface="Arial" panose="020B0604020202020204" pitchFamily="34" charset="0"/>
              </a:rPr>
              <a:t>Dent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natemqui</a:t>
            </a:r>
            <a:r>
              <a:rPr lang="en-GB">
                <a:effectLst/>
                <a:latin typeface="Arial" panose="020B0604020202020204" pitchFamily="34" charset="0"/>
              </a:rPr>
              <a:t> </a:t>
            </a:r>
            <a:r>
              <a:rPr lang="en-GB" err="1">
                <a:effectLst/>
                <a:latin typeface="Arial" panose="020B0604020202020204" pitchFamily="34" charset="0"/>
              </a:rPr>
              <a:t>torum</a:t>
            </a:r>
            <a:r>
              <a:rPr lang="en-GB">
                <a:effectLst/>
                <a:latin typeface="Arial" panose="020B0604020202020204" pitchFamily="34" charset="0"/>
              </a:rPr>
              <a:t> </a:t>
            </a:r>
            <a:r>
              <a:rPr lang="en-GB" err="1">
                <a:effectLst/>
                <a:latin typeface="Arial" panose="020B0604020202020204" pitchFamily="34" charset="0"/>
              </a:rPr>
              <a:t>doluptatium</a:t>
            </a:r>
            <a:r>
              <a:rPr lang="en-GB">
                <a:effectLst/>
                <a:latin typeface="Arial" panose="020B0604020202020204" pitchFamily="34" charset="0"/>
              </a:rPr>
              <a:t> </a:t>
            </a:r>
            <a:r>
              <a:rPr lang="en-GB" err="1">
                <a:effectLst/>
                <a:latin typeface="Arial" panose="020B0604020202020204" pitchFamily="34" charset="0"/>
              </a:rPr>
              <a:t>facc</a:t>
            </a:r>
            <a:endParaRPr lang="en-GB">
              <a:effectLst/>
              <a:latin typeface="Arial" panose="020B0604020202020204" pitchFamily="34" charset="0"/>
            </a:endParaRPr>
          </a:p>
        </p:txBody>
      </p:sp>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4656970" y="1176679"/>
            <a:ext cx="7145273" cy="4929300"/>
          </a:xfrm>
          <a:prstGeom prst="rect">
            <a:avLst/>
          </a:prstGeom>
        </p:spPr>
        <p:txBody>
          <a:bodyPr/>
          <a:lstStyle>
            <a:lvl1pPr>
              <a:buNone/>
              <a:defRPr sz="1400">
                <a:solidFill>
                  <a:srgbClr val="262626"/>
                </a:solidFill>
              </a:defRPr>
            </a:lvl1pPr>
          </a:lstStyle>
          <a:p>
            <a:r>
              <a:rPr lang="en-US"/>
              <a:t>Click icon to insert diagram</a:t>
            </a:r>
          </a:p>
        </p:txBody>
      </p:sp>
      <p:sp>
        <p:nvSpPr>
          <p:cNvPr id="13" name="Text Placeholder 5">
            <a:extLst>
              <a:ext uri="{FF2B5EF4-FFF2-40B4-BE49-F238E27FC236}">
                <a16:creationId xmlns:a16="http://schemas.microsoft.com/office/drawing/2014/main" id="{2E3EE2EA-26B6-7745-87C2-EB4701B8CE01}"/>
              </a:ext>
            </a:extLst>
          </p:cNvPr>
          <p:cNvSpPr>
            <a:spLocks noGrp="1"/>
          </p:cNvSpPr>
          <p:nvPr>
            <p:ph type="body" sz="quarter" idx="28"/>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4" name="Text Placeholder 7">
            <a:extLst>
              <a:ext uri="{FF2B5EF4-FFF2-40B4-BE49-F238E27FC236}">
                <a16:creationId xmlns:a16="http://schemas.microsoft.com/office/drawing/2014/main" id="{3A46E5D1-C0CD-FE4F-B389-4F7EC466C198}"/>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11382AE6-04F5-D34C-81D1-46246385E6FA}"/>
              </a:ext>
            </a:extLst>
          </p:cNvPr>
          <p:cNvSpPr>
            <a:spLocks noGrp="1"/>
          </p:cNvSpPr>
          <p:nvPr>
            <p:ph type="sldNum" sz="quarter" idx="2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86854278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Diagram/Chart">
    <p:bg>
      <p:bgPr>
        <a:solidFill>
          <a:schemeClr val="bg1"/>
        </a:solidFill>
        <a:effectLst/>
      </p:bgPr>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389757" y="1407140"/>
            <a:ext cx="11412486" cy="4691856"/>
          </a:xfrm>
          <a:prstGeom prst="rect">
            <a:avLst/>
          </a:prstGeom>
        </p:spPr>
        <p:txBody>
          <a:bodyPr/>
          <a:lstStyle>
            <a:lvl1pPr>
              <a:buNone/>
              <a:defRPr sz="1400">
                <a:solidFill>
                  <a:schemeClr val="tx1"/>
                </a:solidFill>
              </a:defRPr>
            </a:lvl1pPr>
          </a:lstStyle>
          <a:p>
            <a:r>
              <a:rPr lang="en-US"/>
              <a:t>Click icon to insert diagram</a:t>
            </a:r>
          </a:p>
        </p:txBody>
      </p:sp>
      <p:sp>
        <p:nvSpPr>
          <p:cNvPr id="11" name="Text Placeholder 5">
            <a:extLst>
              <a:ext uri="{FF2B5EF4-FFF2-40B4-BE49-F238E27FC236}">
                <a16:creationId xmlns:a16="http://schemas.microsoft.com/office/drawing/2014/main" id="{1834DEDF-DE8F-8846-9562-47714BC8D267}"/>
              </a:ext>
            </a:extLst>
          </p:cNvPr>
          <p:cNvSpPr>
            <a:spLocks noGrp="1"/>
          </p:cNvSpPr>
          <p:nvPr>
            <p:ph type="body" sz="quarter" idx="28"/>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4C9DD707-BB3F-8249-8687-CD3C2DBEB1BE}"/>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0A54C33E-0923-8743-93D9-0EA1F0E7F138}"/>
              </a:ext>
            </a:extLst>
          </p:cNvPr>
          <p:cNvSpPr>
            <a:spLocks noGrp="1"/>
          </p:cNvSpPr>
          <p:nvPr>
            <p:ph type="sldNum" sz="quarter" idx="29"/>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4345158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Diagram/Chart – 3 Column">
    <p:bg>
      <p:bgPr>
        <a:solidFill>
          <a:schemeClr val="bg1"/>
        </a:solidFill>
        <a:effectLst/>
      </p:bgPr>
    </p:bg>
    <p:spTree>
      <p:nvGrpSpPr>
        <p:cNvPr id="1" name=""/>
        <p:cNvGrpSpPr/>
        <p:nvPr/>
      </p:nvGrpSpPr>
      <p:grpSpPr>
        <a:xfrm>
          <a:off x="0" y="0"/>
          <a:ext cx="0" cy="0"/>
          <a:chOff x="0" y="0"/>
          <a:chExt cx="0" cy="0"/>
        </a:xfrm>
      </p:grpSpPr>
      <p:sp>
        <p:nvSpPr>
          <p:cNvPr id="7" name="Chart Placeholder 6">
            <a:extLst>
              <a:ext uri="{FF2B5EF4-FFF2-40B4-BE49-F238E27FC236}">
                <a16:creationId xmlns:a16="http://schemas.microsoft.com/office/drawing/2014/main" id="{7173E8DB-47B7-6A4D-BC44-314991552419}"/>
              </a:ext>
            </a:extLst>
          </p:cNvPr>
          <p:cNvSpPr>
            <a:spLocks noGrp="1"/>
          </p:cNvSpPr>
          <p:nvPr>
            <p:ph type="chart" sz="quarter" idx="27" hasCustomPrompt="1"/>
          </p:nvPr>
        </p:nvSpPr>
        <p:spPr>
          <a:xfrm>
            <a:off x="389757"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14" name="Text Placeholder 14">
            <a:extLst>
              <a:ext uri="{FF2B5EF4-FFF2-40B4-BE49-F238E27FC236}">
                <a16:creationId xmlns:a16="http://schemas.microsoft.com/office/drawing/2014/main" id="{A6BB0A71-93FC-3540-A01F-623478FF40CE}"/>
              </a:ext>
            </a:extLst>
          </p:cNvPr>
          <p:cNvSpPr>
            <a:spLocks noGrp="1"/>
          </p:cNvSpPr>
          <p:nvPr>
            <p:ph type="body" sz="quarter" idx="26" hasCustomPrompt="1"/>
          </p:nvPr>
        </p:nvSpPr>
        <p:spPr>
          <a:xfrm>
            <a:off x="400390"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16" name="Text Placeholder 14">
            <a:extLst>
              <a:ext uri="{FF2B5EF4-FFF2-40B4-BE49-F238E27FC236}">
                <a16:creationId xmlns:a16="http://schemas.microsoft.com/office/drawing/2014/main" id="{9FB69341-9179-CB44-8104-0FFBCF32D9E5}"/>
              </a:ext>
            </a:extLst>
          </p:cNvPr>
          <p:cNvSpPr>
            <a:spLocks noGrp="1"/>
          </p:cNvSpPr>
          <p:nvPr>
            <p:ph type="body" sz="quarter" idx="32" hasCustomPrompt="1"/>
          </p:nvPr>
        </p:nvSpPr>
        <p:spPr>
          <a:xfrm>
            <a:off x="4277424"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19" name="Text Placeholder 14">
            <a:extLst>
              <a:ext uri="{FF2B5EF4-FFF2-40B4-BE49-F238E27FC236}">
                <a16:creationId xmlns:a16="http://schemas.microsoft.com/office/drawing/2014/main" id="{D8C6CB44-5BB7-784F-8EB4-D51319ACBED2}"/>
              </a:ext>
            </a:extLst>
          </p:cNvPr>
          <p:cNvSpPr>
            <a:spLocks noGrp="1"/>
          </p:cNvSpPr>
          <p:nvPr>
            <p:ph type="body" sz="quarter" idx="34" hasCustomPrompt="1"/>
          </p:nvPr>
        </p:nvSpPr>
        <p:spPr>
          <a:xfrm>
            <a:off x="8147366" y="5099277"/>
            <a:ext cx="2266783" cy="601133"/>
          </a:xfrm>
          <a:prstGeom prst="rect">
            <a:avLst/>
          </a:prstGeom>
        </p:spPr>
        <p:txBody>
          <a:bodyPr lIns="0" tIns="0" rIns="0" bIns="0"/>
          <a:lstStyle>
            <a:lvl1pPr marL="0" indent="0">
              <a:lnSpc>
                <a:spcPct val="100000"/>
              </a:lnSpc>
              <a:buFont typeface="Arial" panose="020B0604020202020204" pitchFamily="34" charset="0"/>
              <a:buNone/>
              <a:defRPr lang="en-GB" sz="900" smtClean="0">
                <a:solidFill>
                  <a:schemeClr val="tx1"/>
                </a:solidFill>
                <a:effectLst/>
              </a:defRPr>
            </a:lvl1pPr>
            <a:lvl2pPr>
              <a:defRPr sz="900"/>
            </a:lvl2pPr>
            <a:lvl3pPr>
              <a:defRPr sz="900"/>
            </a:lvl3pPr>
            <a:lvl4pPr>
              <a:defRPr sz="900"/>
            </a:lvl4pPr>
            <a:lvl5pPr>
              <a:defRPr sz="900"/>
            </a:lvl5pPr>
          </a:lstStyle>
          <a:p>
            <a:r>
              <a:rPr lang="en-GB" err="1">
                <a:effectLst/>
                <a:latin typeface="Arial" panose="020B0604020202020204" pitchFamily="34" charset="0"/>
              </a:rPr>
              <a:t>Busam</a:t>
            </a:r>
            <a:r>
              <a:rPr lang="en-GB">
                <a:effectLst/>
                <a:latin typeface="Arial" panose="020B0604020202020204" pitchFamily="34" charset="0"/>
              </a:rPr>
              <a:t>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Os</a:t>
            </a:r>
            <a:r>
              <a:rPr lang="en-GB">
                <a:effectLst/>
                <a:latin typeface="Arial" panose="020B0604020202020204" pitchFamily="34" charset="0"/>
              </a:rPr>
              <a:t> </a:t>
            </a:r>
            <a:r>
              <a:rPr lang="en-GB" err="1">
                <a:effectLst/>
                <a:latin typeface="Arial" panose="020B0604020202020204" pitchFamily="34" charset="0"/>
              </a:rPr>
              <a:t>rendent</a:t>
            </a:r>
            <a:r>
              <a:rPr lang="en-GB">
                <a:effectLst/>
                <a:latin typeface="Arial" panose="020B0604020202020204" pitchFamily="34" charset="0"/>
              </a:rPr>
              <a:t> </a:t>
            </a:r>
            <a:r>
              <a:rPr lang="en-GB" err="1">
                <a:effectLst/>
                <a:latin typeface="Arial" panose="020B0604020202020204" pitchFamily="34" charset="0"/>
              </a:rPr>
              <a:t>ianimin</a:t>
            </a:r>
            <a:r>
              <a:rPr lang="en-GB">
                <a:effectLst/>
                <a:latin typeface="Arial" panose="020B0604020202020204" pitchFamily="34" charset="0"/>
              </a:rPr>
              <a:t> cum </a:t>
            </a:r>
            <a:r>
              <a:rPr lang="en-GB" err="1">
                <a:effectLst/>
                <a:latin typeface="Arial" panose="020B0604020202020204" pitchFamily="34" charset="0"/>
              </a:rPr>
              <a:t>venihicia</a:t>
            </a:r>
            <a:r>
              <a:rPr lang="en-GB">
                <a:effectLst/>
                <a:latin typeface="Arial" panose="020B0604020202020204" pitchFamily="34" charset="0"/>
              </a:rPr>
              <a:t> </a:t>
            </a:r>
            <a:r>
              <a:rPr lang="en-GB" err="1">
                <a:effectLst/>
                <a:latin typeface="Arial" panose="020B0604020202020204" pitchFamily="34" charset="0"/>
              </a:rPr>
              <a:t>exceristo</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Em</a:t>
            </a:r>
            <a:r>
              <a:rPr lang="en-GB">
                <a:effectLst/>
                <a:latin typeface="Arial" panose="020B0604020202020204" pitchFamily="34" charset="0"/>
              </a:rPr>
              <a:t> dent lam </a:t>
            </a:r>
            <a:r>
              <a:rPr lang="en-GB" err="1">
                <a:effectLst/>
                <a:latin typeface="Arial" panose="020B0604020202020204" pitchFamily="34" charset="0"/>
              </a:rPr>
              <a:t>aliqui</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ipsum </a:t>
            </a:r>
            <a:r>
              <a:rPr lang="en-GB" err="1">
                <a:effectLst/>
                <a:latin typeface="Arial" panose="020B0604020202020204" pitchFamily="34" charset="0"/>
              </a:rPr>
              <a:t>natem</a:t>
            </a:r>
            <a:r>
              <a:rPr lang="en-GB">
                <a:effectLst/>
                <a:latin typeface="Arial" panose="020B0604020202020204" pitchFamily="34" charset="0"/>
              </a:rPr>
              <a:t>.</a:t>
            </a:r>
          </a:p>
        </p:txBody>
      </p:sp>
      <p:sp>
        <p:nvSpPr>
          <p:cNvPr id="8" name="Text Placeholder 7">
            <a:extLst>
              <a:ext uri="{FF2B5EF4-FFF2-40B4-BE49-F238E27FC236}">
                <a16:creationId xmlns:a16="http://schemas.microsoft.com/office/drawing/2014/main" id="{DD51F305-F306-9E4F-A4A9-E07EF15A8319}"/>
              </a:ext>
            </a:extLst>
          </p:cNvPr>
          <p:cNvSpPr>
            <a:spLocks noGrp="1"/>
          </p:cNvSpPr>
          <p:nvPr>
            <p:ph type="body" sz="quarter" idx="35" hasCustomPrompt="1"/>
          </p:nvPr>
        </p:nvSpPr>
        <p:spPr>
          <a:xfrm>
            <a:off x="414629"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01</a:t>
            </a:r>
            <a:endParaRPr lang="en-US"/>
          </a:p>
        </p:txBody>
      </p:sp>
      <p:sp>
        <p:nvSpPr>
          <p:cNvPr id="21" name="Text Placeholder 7">
            <a:extLst>
              <a:ext uri="{FF2B5EF4-FFF2-40B4-BE49-F238E27FC236}">
                <a16:creationId xmlns:a16="http://schemas.microsoft.com/office/drawing/2014/main" id="{4D8ECA6E-BADD-764B-930B-EB6EFC3C67FA}"/>
              </a:ext>
            </a:extLst>
          </p:cNvPr>
          <p:cNvSpPr>
            <a:spLocks noGrp="1"/>
          </p:cNvSpPr>
          <p:nvPr>
            <p:ph type="body" sz="quarter" idx="36" hasCustomPrompt="1"/>
          </p:nvPr>
        </p:nvSpPr>
        <p:spPr>
          <a:xfrm>
            <a:off x="4291662"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02</a:t>
            </a:r>
            <a:endParaRPr lang="en-US"/>
          </a:p>
        </p:txBody>
      </p:sp>
      <p:sp>
        <p:nvSpPr>
          <p:cNvPr id="22" name="Text Placeholder 7">
            <a:extLst>
              <a:ext uri="{FF2B5EF4-FFF2-40B4-BE49-F238E27FC236}">
                <a16:creationId xmlns:a16="http://schemas.microsoft.com/office/drawing/2014/main" id="{8E24C6D5-0BED-AD42-9886-834217A149D2}"/>
              </a:ext>
            </a:extLst>
          </p:cNvPr>
          <p:cNvSpPr>
            <a:spLocks noGrp="1"/>
          </p:cNvSpPr>
          <p:nvPr>
            <p:ph type="body" sz="quarter" idx="37" hasCustomPrompt="1"/>
          </p:nvPr>
        </p:nvSpPr>
        <p:spPr>
          <a:xfrm>
            <a:off x="8161604" y="4765485"/>
            <a:ext cx="2244078" cy="220410"/>
          </a:xfrm>
          <a:prstGeom prst="rect">
            <a:avLst/>
          </a:prstGeom>
        </p:spPr>
        <p:txBody>
          <a:bodyPr lIns="0" tIns="0" rIns="0" bIns="0"/>
          <a:lstStyle>
            <a:lvl1pPr>
              <a:lnSpc>
                <a:spcPct val="100000"/>
              </a:lnSpc>
              <a:buNone/>
              <a:defRPr sz="1400">
                <a:solidFill>
                  <a:schemeClr val="accent1"/>
                </a:solidFill>
              </a:defRPr>
            </a:lvl1pPr>
            <a:lvl2pPr>
              <a:buNone/>
              <a:defRPr sz="1400"/>
            </a:lvl2pPr>
            <a:lvl3pPr>
              <a:buNone/>
              <a:defRPr sz="1400"/>
            </a:lvl3pPr>
            <a:lvl4pPr>
              <a:buNone/>
              <a:defRPr sz="1400"/>
            </a:lvl4pPr>
            <a:lvl5pPr>
              <a:buNone/>
              <a:defRPr sz="1400"/>
            </a:lvl5pPr>
          </a:lstStyle>
          <a:p>
            <a:pPr lvl="0"/>
            <a:r>
              <a:rPr lang="en-GB"/>
              <a:t>Pie chart 03</a:t>
            </a:r>
            <a:endParaRPr lang="en-US"/>
          </a:p>
        </p:txBody>
      </p:sp>
      <p:sp>
        <p:nvSpPr>
          <p:cNvPr id="24" name="Chart Placeholder 6">
            <a:extLst>
              <a:ext uri="{FF2B5EF4-FFF2-40B4-BE49-F238E27FC236}">
                <a16:creationId xmlns:a16="http://schemas.microsoft.com/office/drawing/2014/main" id="{B4B986B7-BE0B-F141-A142-EF1826B5EABC}"/>
              </a:ext>
            </a:extLst>
          </p:cNvPr>
          <p:cNvSpPr>
            <a:spLocks noGrp="1"/>
          </p:cNvSpPr>
          <p:nvPr>
            <p:ph type="chart" sz="quarter" idx="38" hasCustomPrompt="1"/>
          </p:nvPr>
        </p:nvSpPr>
        <p:spPr>
          <a:xfrm>
            <a:off x="4271129"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26" name="Chart Placeholder 6">
            <a:extLst>
              <a:ext uri="{FF2B5EF4-FFF2-40B4-BE49-F238E27FC236}">
                <a16:creationId xmlns:a16="http://schemas.microsoft.com/office/drawing/2014/main" id="{C2000657-9BC0-0542-9C69-434F604D7E3F}"/>
              </a:ext>
            </a:extLst>
          </p:cNvPr>
          <p:cNvSpPr>
            <a:spLocks noGrp="1"/>
          </p:cNvSpPr>
          <p:nvPr>
            <p:ph type="chart" sz="quarter" idx="39" hasCustomPrompt="1"/>
          </p:nvPr>
        </p:nvSpPr>
        <p:spPr>
          <a:xfrm>
            <a:off x="8142341" y="1458156"/>
            <a:ext cx="3318885" cy="3005667"/>
          </a:xfrm>
          <a:prstGeom prst="rect">
            <a:avLst/>
          </a:prstGeom>
        </p:spPr>
        <p:txBody>
          <a:bodyPr/>
          <a:lstStyle>
            <a:lvl1pPr>
              <a:buNone/>
              <a:defRPr sz="1400">
                <a:solidFill>
                  <a:srgbClr val="262626"/>
                </a:solidFill>
              </a:defRPr>
            </a:lvl1pPr>
          </a:lstStyle>
          <a:p>
            <a:r>
              <a:rPr lang="en-US"/>
              <a:t>Click icon to insert diagram</a:t>
            </a:r>
          </a:p>
        </p:txBody>
      </p:sp>
      <p:sp>
        <p:nvSpPr>
          <p:cNvPr id="20" name="Text Placeholder 5">
            <a:extLst>
              <a:ext uri="{FF2B5EF4-FFF2-40B4-BE49-F238E27FC236}">
                <a16:creationId xmlns:a16="http://schemas.microsoft.com/office/drawing/2014/main" id="{FBDB99A9-ECA5-334E-8242-EECC7AA28E0B}"/>
              </a:ext>
            </a:extLst>
          </p:cNvPr>
          <p:cNvSpPr>
            <a:spLocks noGrp="1"/>
          </p:cNvSpPr>
          <p:nvPr>
            <p:ph type="body" sz="quarter" idx="40"/>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25" name="Text Placeholder 7">
            <a:extLst>
              <a:ext uri="{FF2B5EF4-FFF2-40B4-BE49-F238E27FC236}">
                <a16:creationId xmlns:a16="http://schemas.microsoft.com/office/drawing/2014/main" id="{81C3A5AA-7285-734B-B422-9D575235B5E7}"/>
              </a:ext>
            </a:extLst>
          </p:cNvPr>
          <p:cNvSpPr>
            <a:spLocks noGrp="1"/>
          </p:cNvSpPr>
          <p:nvPr>
            <p:ph type="body" sz="quarter" idx="22"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F42E13ED-5B69-8A40-9435-51FDDBF51B5C}"/>
              </a:ext>
            </a:extLst>
          </p:cNvPr>
          <p:cNvSpPr>
            <a:spLocks noGrp="1"/>
          </p:cNvSpPr>
          <p:nvPr>
            <p:ph type="sldNum" sz="quarter" idx="4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11614562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Thank you">
    <p:bg>
      <p:bgPr>
        <a:solidFill>
          <a:srgbClr val="C2C7CA"/>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pic>
        <p:nvPicPr>
          <p:cNvPr id="6" name="Picture 5" descr="Shape&#10;&#10;Description automatically generated with medium confidence">
            <a:extLst>
              <a:ext uri="{FF2B5EF4-FFF2-40B4-BE49-F238E27FC236}">
                <a16:creationId xmlns:a16="http://schemas.microsoft.com/office/drawing/2014/main" id="{40EBC8E8-99B4-3147-A3E7-E956D1B4233F}"/>
              </a:ext>
            </a:extLst>
          </p:cNvPr>
          <p:cNvPicPr>
            <a:picLocks noChangeAspect="1"/>
          </p:cNvPicPr>
          <p:nvPr userDrawn="1"/>
        </p:nvPicPr>
        <p:blipFill>
          <a:blip r:embed="rId3"/>
          <a:stretch>
            <a:fillRect/>
          </a:stretch>
        </p:blipFill>
        <p:spPr>
          <a:xfrm>
            <a:off x="10895872" y="6497324"/>
            <a:ext cx="1213995" cy="339897"/>
          </a:xfrm>
          <a:prstGeom prst="rect">
            <a:avLst/>
          </a:prstGeom>
        </p:spPr>
      </p:pic>
      <p:sp>
        <p:nvSpPr>
          <p:cNvPr id="7" name="Subtitle 2">
            <a:extLst>
              <a:ext uri="{FF2B5EF4-FFF2-40B4-BE49-F238E27FC236}">
                <a16:creationId xmlns:a16="http://schemas.microsoft.com/office/drawing/2014/main" id="{768163C2-B0CB-CC4F-9435-F6D0C0DE2C09}"/>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solidFill>
                <a:latin typeface="Arial" panose="020B0604020202020204" pitchFamily="34" charset="0"/>
                <a:cs typeface="Arial" panose="020B0604020202020204" pitchFamily="34" charset="0"/>
              </a:rPr>
              <a:t>©2021 IHG</a:t>
            </a:r>
            <a:endParaRPr lang="en-US" sz="701" kern="800" spc="0">
              <a:solidFill>
                <a:schemeClr val="tx1"/>
              </a:solidFill>
              <a:latin typeface="Arial" panose="020B0604020202020204" pitchFamily="34" charset="0"/>
              <a:cs typeface="Arial" panose="020B0604020202020204" pitchFamily="34" charset="0"/>
            </a:endParaRPr>
          </a:p>
        </p:txBody>
      </p:sp>
      <p:sp>
        <p:nvSpPr>
          <p:cNvPr id="10" name="Text Placeholder 8">
            <a:extLst>
              <a:ext uri="{FF2B5EF4-FFF2-40B4-BE49-F238E27FC236}">
                <a16:creationId xmlns:a16="http://schemas.microsoft.com/office/drawing/2014/main" id="{10FC32B1-9839-FC4C-AA2A-AB06436172E3}"/>
              </a:ext>
            </a:extLst>
          </p:cNvPr>
          <p:cNvSpPr>
            <a:spLocks noGrp="1"/>
          </p:cNvSpPr>
          <p:nvPr>
            <p:ph type="body" sz="quarter" idx="10" hasCustomPrompt="1"/>
          </p:nvPr>
        </p:nvSpPr>
        <p:spPr>
          <a:xfrm>
            <a:off x="1181499" y="3176357"/>
            <a:ext cx="9829002" cy="623248"/>
          </a:xfrm>
          <a:prstGeom prst="rect">
            <a:avLst/>
          </a:prstGeom>
        </p:spPr>
        <p:txBody>
          <a:bodyPr anchor="ctr"/>
          <a:lstStyle>
            <a:lvl1pPr algn="ctr">
              <a:lnSpc>
                <a:spcPct val="100000"/>
              </a:lnSpc>
              <a:buFontTx/>
              <a:buNone/>
              <a:defRPr sz="3750">
                <a:solidFill>
                  <a:schemeClr val="tx1"/>
                </a:solidFill>
              </a:defRPr>
            </a:lvl1pPr>
          </a:lstStyle>
          <a:p>
            <a:pPr lvl="0"/>
            <a:r>
              <a:rPr lang="en-US"/>
              <a:t>Thank you</a:t>
            </a:r>
          </a:p>
        </p:txBody>
      </p:sp>
      <p:sp>
        <p:nvSpPr>
          <p:cNvPr id="3" name="Slide Number Placeholder 2">
            <a:extLst>
              <a:ext uri="{FF2B5EF4-FFF2-40B4-BE49-F238E27FC236}">
                <a16:creationId xmlns:a16="http://schemas.microsoft.com/office/drawing/2014/main" id="{622F4BE3-1976-094D-A75A-9E808D9C583B}"/>
              </a:ext>
            </a:extLst>
          </p:cNvPr>
          <p:cNvSpPr>
            <a:spLocks noGrp="1"/>
          </p:cNvSpPr>
          <p:nvPr>
            <p:ph type="sldNum" sz="quarter" idx="11"/>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61062859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Appendix">
    <p:bg>
      <p:bgPr>
        <a:solidFill>
          <a:schemeClr val="bg1"/>
        </a:solidFill>
        <a:effectLst/>
      </p:bgPr>
    </p:bg>
    <p:spTree>
      <p:nvGrpSpPr>
        <p:cNvPr id="1" name=""/>
        <p:cNvGrpSpPr/>
        <p:nvPr/>
      </p:nvGrpSpPr>
      <p:grpSpPr>
        <a:xfrm>
          <a:off x="0" y="0"/>
          <a:ext cx="0" cy="0"/>
          <a:chOff x="0" y="0"/>
          <a:chExt cx="0" cy="0"/>
        </a:xfrm>
      </p:grpSpPr>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2"/>
          <a:stretch>
            <a:fillRect/>
          </a:stretch>
        </p:blipFill>
        <p:spPr>
          <a:xfrm>
            <a:off x="5089295" y="205402"/>
            <a:ext cx="2030663" cy="960322"/>
          </a:xfrm>
          <a:prstGeom prst="rect">
            <a:avLst/>
          </a:prstGeom>
        </p:spPr>
      </p:pic>
      <p:sp>
        <p:nvSpPr>
          <p:cNvPr id="3" name="TextBox 2">
            <a:extLst>
              <a:ext uri="{FF2B5EF4-FFF2-40B4-BE49-F238E27FC236}">
                <a16:creationId xmlns:a16="http://schemas.microsoft.com/office/drawing/2014/main" id="{38806C56-85FD-3C45-99D9-91618A1C14B0}"/>
              </a:ext>
            </a:extLst>
          </p:cNvPr>
          <p:cNvSpPr txBox="1"/>
          <p:nvPr userDrawn="1"/>
        </p:nvSpPr>
        <p:spPr>
          <a:xfrm>
            <a:off x="5000187" y="3117376"/>
            <a:ext cx="2191626" cy="669414"/>
          </a:xfrm>
          <a:prstGeom prst="rect">
            <a:avLst/>
          </a:prstGeom>
          <a:noFill/>
        </p:spPr>
        <p:txBody>
          <a:bodyPr wrap="none" rtlCol="0" anchor="ctr">
            <a:spAutoFit/>
          </a:bodyPr>
          <a:lstStyle/>
          <a:p>
            <a:pPr algn="ctr"/>
            <a:r>
              <a:rPr lang="en-US" sz="3750">
                <a:solidFill>
                  <a:schemeClr val="tx1"/>
                </a:solidFill>
              </a:rPr>
              <a:t>Appendix</a:t>
            </a:r>
          </a:p>
        </p:txBody>
      </p:sp>
      <p:sp>
        <p:nvSpPr>
          <p:cNvPr id="6" name="Slide Number Placeholder 5">
            <a:extLst>
              <a:ext uri="{FF2B5EF4-FFF2-40B4-BE49-F238E27FC236}">
                <a16:creationId xmlns:a16="http://schemas.microsoft.com/office/drawing/2014/main" id="{6A1F8792-CEDF-274F-BA3B-4D50A0CDB808}"/>
              </a:ext>
            </a:extLst>
          </p:cNvPr>
          <p:cNvSpPr>
            <a:spLocks noGrp="1"/>
          </p:cNvSpPr>
          <p:nvPr>
            <p:ph type="sldNum" sz="quarter" idx="10"/>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227072301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Color Selection">
    <p:bg>
      <p:bgPr>
        <a:solidFill>
          <a:schemeClr val="bg1"/>
        </a:solidFill>
        <a:effectLst/>
      </p:bgPr>
    </p:bg>
    <p:spTree>
      <p:nvGrpSpPr>
        <p:cNvPr id="1" name=""/>
        <p:cNvGrpSpPr/>
        <p:nvPr/>
      </p:nvGrpSpPr>
      <p:grpSpPr>
        <a:xfrm>
          <a:off x="0" y="0"/>
          <a:ext cx="0" cy="0"/>
          <a:chOff x="0" y="0"/>
          <a:chExt cx="0" cy="0"/>
        </a:xfrm>
      </p:grpSpPr>
      <p:sp>
        <p:nvSpPr>
          <p:cNvPr id="68" name="TextBox 67">
            <a:extLst>
              <a:ext uri="{FF2B5EF4-FFF2-40B4-BE49-F238E27FC236}">
                <a16:creationId xmlns:a16="http://schemas.microsoft.com/office/drawing/2014/main" id="{CBC55FDA-208C-4A45-91BF-82E14C600C82}"/>
              </a:ext>
            </a:extLst>
          </p:cNvPr>
          <p:cNvSpPr txBox="1"/>
          <p:nvPr userDrawn="1"/>
        </p:nvSpPr>
        <p:spPr>
          <a:xfrm>
            <a:off x="389757" y="1553601"/>
            <a:ext cx="2690194" cy="1375137"/>
          </a:xfrm>
          <a:prstGeom prst="rect">
            <a:avLst/>
          </a:prstGeom>
          <a:noFill/>
        </p:spPr>
        <p:txBody>
          <a:bodyPr wrap="square" lIns="0" tIns="0" rIns="0" bIns="0" rtlCol="0">
            <a:noAutofit/>
          </a:bodyPr>
          <a:lstStyle/>
          <a:p>
            <a:pPr>
              <a:lnSpc>
                <a:spcPct val="100000"/>
              </a:lnSpc>
            </a:pPr>
            <a:r>
              <a:rPr lang="en-GB" sz="1400" kern="1200">
                <a:solidFill>
                  <a:schemeClr val="tx1"/>
                </a:solidFill>
                <a:effectLst/>
                <a:latin typeface="+mn-lt"/>
                <a:ea typeface="+mn-ea"/>
                <a:cs typeface="+mn-cs"/>
              </a:rPr>
              <a:t>A collection of our brand colors are built into the template’s colour theme; these appear on every colour pull-down menu.</a:t>
            </a:r>
          </a:p>
        </p:txBody>
      </p:sp>
      <p:sp>
        <p:nvSpPr>
          <p:cNvPr id="70" name="TextBox 69">
            <a:extLst>
              <a:ext uri="{FF2B5EF4-FFF2-40B4-BE49-F238E27FC236}">
                <a16:creationId xmlns:a16="http://schemas.microsoft.com/office/drawing/2014/main" id="{95A36D1E-2E2A-304E-AC92-34FA92202003}"/>
              </a:ext>
            </a:extLst>
          </p:cNvPr>
          <p:cNvSpPr txBox="1"/>
          <p:nvPr userDrawn="1"/>
        </p:nvSpPr>
        <p:spPr>
          <a:xfrm>
            <a:off x="4281290" y="1553602"/>
            <a:ext cx="2677969"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Primary palette</a:t>
            </a:r>
          </a:p>
        </p:txBody>
      </p:sp>
      <p:sp>
        <p:nvSpPr>
          <p:cNvPr id="71" name="TextBox 70">
            <a:extLst>
              <a:ext uri="{FF2B5EF4-FFF2-40B4-BE49-F238E27FC236}">
                <a16:creationId xmlns:a16="http://schemas.microsoft.com/office/drawing/2014/main" id="{AC6E514C-95A0-DA4A-B3B5-7601F5C60C36}"/>
              </a:ext>
            </a:extLst>
          </p:cNvPr>
          <p:cNvSpPr txBox="1"/>
          <p:nvPr userDrawn="1"/>
        </p:nvSpPr>
        <p:spPr>
          <a:xfrm>
            <a:off x="7177079" y="1553602"/>
            <a:ext cx="2677969"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Infographics palette</a:t>
            </a:r>
          </a:p>
        </p:txBody>
      </p:sp>
      <p:sp>
        <p:nvSpPr>
          <p:cNvPr id="72" name="TextBox 71">
            <a:extLst>
              <a:ext uri="{FF2B5EF4-FFF2-40B4-BE49-F238E27FC236}">
                <a16:creationId xmlns:a16="http://schemas.microsoft.com/office/drawing/2014/main" id="{4E4E9191-A77B-F34E-B87B-E3B12CC7D48A}"/>
              </a:ext>
            </a:extLst>
          </p:cNvPr>
          <p:cNvSpPr txBox="1"/>
          <p:nvPr userDrawn="1"/>
        </p:nvSpPr>
        <p:spPr>
          <a:xfrm>
            <a:off x="10072867" y="1553602"/>
            <a:ext cx="1729376" cy="305679"/>
          </a:xfrm>
          <a:prstGeom prst="rect">
            <a:avLst/>
          </a:prstGeom>
          <a:noFill/>
        </p:spPr>
        <p:txBody>
          <a:bodyPr wrap="square" lIns="0" tIns="0" rIns="0" bIns="0" rtlCol="0">
            <a:noAutofit/>
          </a:bodyPr>
          <a:lstStyle/>
          <a:p>
            <a:pPr>
              <a:lnSpc>
                <a:spcPct val="100000"/>
              </a:lnSpc>
            </a:pPr>
            <a:r>
              <a:rPr lang="en-GB" sz="1400" kern="1200">
                <a:solidFill>
                  <a:srgbClr val="262626"/>
                </a:solidFill>
                <a:effectLst/>
                <a:latin typeface="+mn-lt"/>
                <a:ea typeface="+mn-ea"/>
                <a:cs typeface="+mn-cs"/>
              </a:rPr>
              <a:t>Rewards Gray</a:t>
            </a:r>
          </a:p>
        </p:txBody>
      </p:sp>
      <p:cxnSp>
        <p:nvCxnSpPr>
          <p:cNvPr id="10" name="Straight Connector 9">
            <a:extLst>
              <a:ext uri="{FF2B5EF4-FFF2-40B4-BE49-F238E27FC236}">
                <a16:creationId xmlns:a16="http://schemas.microsoft.com/office/drawing/2014/main" id="{5C901BF5-5A12-7742-AA68-41367EB98522}"/>
              </a:ext>
            </a:extLst>
          </p:cNvPr>
          <p:cNvCxnSpPr>
            <a:cxnSpLocks/>
          </p:cNvCxnSpPr>
          <p:nvPr userDrawn="1"/>
        </p:nvCxnSpPr>
        <p:spPr>
          <a:xfrm>
            <a:off x="6959259" y="1553601"/>
            <a:ext cx="0" cy="4373066"/>
          </a:xfrm>
          <a:prstGeom prst="line">
            <a:avLst/>
          </a:prstGeom>
          <a:ln>
            <a:solidFill>
              <a:srgbClr val="262626"/>
            </a:solidFill>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F92C7AA9-80A6-BA46-8212-A6B19D656E21}"/>
              </a:ext>
            </a:extLst>
          </p:cNvPr>
          <p:cNvSpPr/>
          <p:nvPr userDrawn="1"/>
        </p:nvSpPr>
        <p:spPr>
          <a:xfrm>
            <a:off x="4272030" y="2302204"/>
            <a:ext cx="1126869" cy="1126796"/>
          </a:xfrm>
          <a:prstGeom prst="ellipse">
            <a:avLst/>
          </a:prstGeom>
          <a:solidFill>
            <a:srgbClr val="E85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Signature Orange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#E8542C</a:t>
            </a:r>
          </a:p>
        </p:txBody>
      </p:sp>
      <p:sp>
        <p:nvSpPr>
          <p:cNvPr id="74" name="Oval 73">
            <a:extLst>
              <a:ext uri="{FF2B5EF4-FFF2-40B4-BE49-F238E27FC236}">
                <a16:creationId xmlns:a16="http://schemas.microsoft.com/office/drawing/2014/main" id="{CFAB172A-1BAA-464D-BAE1-7E824E8A303E}"/>
              </a:ext>
            </a:extLst>
          </p:cNvPr>
          <p:cNvSpPr/>
          <p:nvPr userDrawn="1"/>
        </p:nvSpPr>
        <p:spPr>
          <a:xfrm>
            <a:off x="5491310" y="2302204"/>
            <a:ext cx="1126869" cy="112679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Deep</a:t>
            </a:r>
          </a:p>
          <a:p>
            <a:pPr algn="ctr">
              <a:lnSpc>
                <a:spcPct val="100000"/>
              </a:lnSpc>
            </a:pPr>
            <a:r>
              <a:rPr lang="en-US" sz="900">
                <a:solidFill>
                  <a:schemeClr val="bg1"/>
                </a:solidFill>
              </a:rPr>
              <a:t>Blue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algn="ctr">
              <a:lnSpc>
                <a:spcPct val="100000"/>
              </a:lnSpc>
            </a:pPr>
            <a:r>
              <a:rPr lang="en-GB" sz="900" kern="1200">
                <a:solidFill>
                  <a:schemeClr val="lt1"/>
                </a:solidFill>
                <a:effectLst/>
                <a:latin typeface="+mn-lt"/>
                <a:ea typeface="+mn-ea"/>
                <a:cs typeface="+mn-cs"/>
              </a:rPr>
              <a:t>#1F4456</a:t>
            </a:r>
          </a:p>
        </p:txBody>
      </p:sp>
      <p:sp>
        <p:nvSpPr>
          <p:cNvPr id="75" name="Oval 74">
            <a:extLst>
              <a:ext uri="{FF2B5EF4-FFF2-40B4-BE49-F238E27FC236}">
                <a16:creationId xmlns:a16="http://schemas.microsoft.com/office/drawing/2014/main" id="{F1D0E45F-98DC-B34A-AFA6-51BCD7513D79}"/>
              </a:ext>
            </a:extLst>
          </p:cNvPr>
          <p:cNvSpPr/>
          <p:nvPr userDrawn="1"/>
        </p:nvSpPr>
        <p:spPr>
          <a:xfrm>
            <a:off x="4272030" y="3563738"/>
            <a:ext cx="1126869" cy="112679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Warm</a:t>
            </a:r>
          </a:p>
          <a:p>
            <a:pPr algn="ctr">
              <a:lnSpc>
                <a:spcPct val="100000"/>
              </a:lnSpc>
            </a:pPr>
            <a:r>
              <a:rPr lang="en-US" sz="900">
                <a:solidFill>
                  <a:srgbClr val="262626"/>
                </a:solidFill>
              </a:rPr>
              <a:t>White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algn="ctr">
              <a:lnSpc>
                <a:spcPct val="100000"/>
              </a:lnSpc>
            </a:pPr>
            <a:r>
              <a:rPr lang="en-GB" sz="900" kern="1200">
                <a:solidFill>
                  <a:srgbClr val="262626"/>
                </a:solidFill>
                <a:effectLst/>
                <a:latin typeface="+mn-lt"/>
                <a:ea typeface="+mn-ea"/>
                <a:cs typeface="+mn-cs"/>
              </a:rPr>
              <a:t>#F0EEED</a:t>
            </a:r>
          </a:p>
        </p:txBody>
      </p:sp>
      <p:sp>
        <p:nvSpPr>
          <p:cNvPr id="76" name="Oval 75">
            <a:extLst>
              <a:ext uri="{FF2B5EF4-FFF2-40B4-BE49-F238E27FC236}">
                <a16:creationId xmlns:a16="http://schemas.microsoft.com/office/drawing/2014/main" id="{6CA938AB-D89F-9843-A2B5-02DBB3E158C6}"/>
              </a:ext>
            </a:extLst>
          </p:cNvPr>
          <p:cNvSpPr/>
          <p:nvPr userDrawn="1"/>
        </p:nvSpPr>
        <p:spPr>
          <a:xfrm>
            <a:off x="5491310" y="3563738"/>
            <a:ext cx="1126869" cy="112679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Cool </a:t>
            </a:r>
          </a:p>
          <a:p>
            <a:pPr algn="ctr">
              <a:lnSpc>
                <a:spcPct val="100000"/>
              </a:lnSpc>
            </a:pPr>
            <a:r>
              <a:rPr lang="en-US" sz="900">
                <a:solidFill>
                  <a:srgbClr val="262626"/>
                </a:solidFill>
              </a:rPr>
              <a:t>Gray</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algn="ctr">
              <a:lnSpc>
                <a:spcPct val="100000"/>
              </a:lnSpc>
            </a:pPr>
            <a:r>
              <a:rPr lang="en-GB" sz="900" kern="1200">
                <a:solidFill>
                  <a:srgbClr val="262626"/>
                </a:solidFill>
                <a:effectLst/>
                <a:latin typeface="+mn-lt"/>
                <a:ea typeface="+mn-ea"/>
                <a:cs typeface="+mn-cs"/>
              </a:rPr>
              <a:t>#C2C7CA</a:t>
            </a:r>
          </a:p>
        </p:txBody>
      </p:sp>
      <p:sp>
        <p:nvSpPr>
          <p:cNvPr id="77" name="Oval 76">
            <a:extLst>
              <a:ext uri="{FF2B5EF4-FFF2-40B4-BE49-F238E27FC236}">
                <a16:creationId xmlns:a16="http://schemas.microsoft.com/office/drawing/2014/main" id="{992D69B6-A098-0F45-A305-DCD533E46EBA}"/>
              </a:ext>
            </a:extLst>
          </p:cNvPr>
          <p:cNvSpPr/>
          <p:nvPr userDrawn="1"/>
        </p:nvSpPr>
        <p:spPr>
          <a:xfrm>
            <a:off x="4272030" y="4799871"/>
            <a:ext cx="1126869" cy="1126796"/>
          </a:xfrm>
          <a:prstGeom prst="ellipse">
            <a:avLst/>
          </a:prstGeom>
          <a:solidFill>
            <a:schemeClr val="bg1"/>
          </a:solidFill>
          <a:ln>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rgbClr val="262626"/>
                </a:solidFill>
              </a:rPr>
              <a:t>White</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rgbClr val="262626"/>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#FFFFFF</a:t>
            </a:r>
          </a:p>
        </p:txBody>
      </p:sp>
      <p:sp>
        <p:nvSpPr>
          <p:cNvPr id="78" name="Oval 77">
            <a:extLst>
              <a:ext uri="{FF2B5EF4-FFF2-40B4-BE49-F238E27FC236}">
                <a16:creationId xmlns:a16="http://schemas.microsoft.com/office/drawing/2014/main" id="{121A5729-6302-C34E-A58B-7481EB87E7D3}"/>
              </a:ext>
            </a:extLst>
          </p:cNvPr>
          <p:cNvSpPr/>
          <p:nvPr userDrawn="1"/>
        </p:nvSpPr>
        <p:spPr>
          <a:xfrm>
            <a:off x="5491310" y="4799871"/>
            <a:ext cx="1126869" cy="112679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Black</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algn="ctr">
              <a:lnSpc>
                <a:spcPct val="100000"/>
              </a:lnSpc>
            </a:pPr>
            <a:r>
              <a:rPr lang="en-GB" sz="900" kern="1200">
                <a:solidFill>
                  <a:schemeClr val="lt1"/>
                </a:solidFill>
                <a:effectLst/>
                <a:latin typeface="+mn-lt"/>
                <a:ea typeface="+mn-ea"/>
                <a:cs typeface="+mn-cs"/>
              </a:rPr>
              <a:t>#262626</a:t>
            </a:r>
          </a:p>
        </p:txBody>
      </p:sp>
      <p:sp>
        <p:nvSpPr>
          <p:cNvPr id="79" name="Oval 78">
            <a:extLst>
              <a:ext uri="{FF2B5EF4-FFF2-40B4-BE49-F238E27FC236}">
                <a16:creationId xmlns:a16="http://schemas.microsoft.com/office/drawing/2014/main" id="{89BC4978-69C3-5147-B2BD-8D6FF46C6A3E}"/>
              </a:ext>
            </a:extLst>
          </p:cNvPr>
          <p:cNvSpPr/>
          <p:nvPr userDrawn="1"/>
        </p:nvSpPr>
        <p:spPr>
          <a:xfrm>
            <a:off x="7286691" y="2414293"/>
            <a:ext cx="900956" cy="900897"/>
          </a:xfrm>
          <a:prstGeom prst="ellipse">
            <a:avLst/>
          </a:prstGeom>
          <a:noFill/>
          <a:ln w="2286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00000"/>
              </a:lnSpc>
            </a:pPr>
            <a:r>
              <a:rPr lang="en-GB" sz="900" kern="1200">
                <a:solidFill>
                  <a:srgbClr val="262626"/>
                </a:solidFill>
                <a:effectLst/>
                <a:latin typeface="+mn-lt"/>
                <a:ea typeface="+mn-ea"/>
                <a:cs typeface="+mn-cs"/>
              </a:rPr>
              <a:t>#448790</a:t>
            </a:r>
          </a:p>
        </p:txBody>
      </p:sp>
      <p:sp>
        <p:nvSpPr>
          <p:cNvPr id="87" name="Oval 86">
            <a:extLst>
              <a:ext uri="{FF2B5EF4-FFF2-40B4-BE49-F238E27FC236}">
                <a16:creationId xmlns:a16="http://schemas.microsoft.com/office/drawing/2014/main" id="{DEF7AC98-7B0F-D945-A87D-41FC3997B90E}"/>
              </a:ext>
            </a:extLst>
          </p:cNvPr>
          <p:cNvSpPr/>
          <p:nvPr userDrawn="1"/>
        </p:nvSpPr>
        <p:spPr>
          <a:xfrm>
            <a:off x="8508522" y="2414293"/>
            <a:ext cx="900956" cy="900897"/>
          </a:xfrm>
          <a:prstGeom prst="ellipse">
            <a:avLst/>
          </a:prstGeom>
          <a:noFill/>
          <a:ln w="228600">
            <a:solidFill>
              <a:srgbClr val="A1C6C8"/>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#A1C6C8</a:t>
            </a:r>
          </a:p>
        </p:txBody>
      </p:sp>
      <p:sp>
        <p:nvSpPr>
          <p:cNvPr id="88" name="Oval 87">
            <a:extLst>
              <a:ext uri="{FF2B5EF4-FFF2-40B4-BE49-F238E27FC236}">
                <a16:creationId xmlns:a16="http://schemas.microsoft.com/office/drawing/2014/main" id="{49D13394-02F0-3449-A673-D7B35532FE88}"/>
              </a:ext>
            </a:extLst>
          </p:cNvPr>
          <p:cNvSpPr/>
          <p:nvPr userDrawn="1"/>
        </p:nvSpPr>
        <p:spPr>
          <a:xfrm>
            <a:off x="7286691" y="3676687"/>
            <a:ext cx="900956" cy="900897"/>
          </a:xfrm>
          <a:prstGeom prst="ellipse">
            <a:avLst/>
          </a:prstGeom>
          <a:noFill/>
          <a:ln w="2286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F4C064</a:t>
            </a:r>
          </a:p>
        </p:txBody>
      </p:sp>
      <p:sp>
        <p:nvSpPr>
          <p:cNvPr id="89" name="Oval 88">
            <a:extLst>
              <a:ext uri="{FF2B5EF4-FFF2-40B4-BE49-F238E27FC236}">
                <a16:creationId xmlns:a16="http://schemas.microsoft.com/office/drawing/2014/main" id="{E2A59286-4F60-7645-AB43-1EC4F2F9282C}"/>
              </a:ext>
            </a:extLst>
          </p:cNvPr>
          <p:cNvSpPr/>
          <p:nvPr userDrawn="1"/>
        </p:nvSpPr>
        <p:spPr>
          <a:xfrm>
            <a:off x="8508522" y="3676687"/>
            <a:ext cx="900956" cy="900897"/>
          </a:xfrm>
          <a:prstGeom prst="ellipse">
            <a:avLst/>
          </a:prstGeom>
          <a:noFill/>
          <a:ln w="228600">
            <a:solidFill>
              <a:srgbClr val="EDD8B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#EDD8BC</a:t>
            </a:r>
          </a:p>
        </p:txBody>
      </p:sp>
      <p:sp>
        <p:nvSpPr>
          <p:cNvPr id="90" name="Oval 89">
            <a:extLst>
              <a:ext uri="{FF2B5EF4-FFF2-40B4-BE49-F238E27FC236}">
                <a16:creationId xmlns:a16="http://schemas.microsoft.com/office/drawing/2014/main" id="{B0BC203A-CA68-0E4D-A11C-736FAA6510A3}"/>
              </a:ext>
            </a:extLst>
          </p:cNvPr>
          <p:cNvSpPr/>
          <p:nvPr userDrawn="1"/>
        </p:nvSpPr>
        <p:spPr>
          <a:xfrm>
            <a:off x="7286691" y="4912821"/>
            <a:ext cx="900956" cy="900897"/>
          </a:xfrm>
          <a:prstGeom prst="ellipse">
            <a:avLst/>
          </a:prstGeom>
          <a:noFill/>
          <a:ln w="2286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426399</a:t>
            </a:r>
          </a:p>
        </p:txBody>
      </p:sp>
      <p:sp>
        <p:nvSpPr>
          <p:cNvPr id="91" name="Oval 90">
            <a:extLst>
              <a:ext uri="{FF2B5EF4-FFF2-40B4-BE49-F238E27FC236}">
                <a16:creationId xmlns:a16="http://schemas.microsoft.com/office/drawing/2014/main" id="{47BDB668-EB28-5E47-807B-03076E1400C5}"/>
              </a:ext>
            </a:extLst>
          </p:cNvPr>
          <p:cNvSpPr/>
          <p:nvPr userDrawn="1"/>
        </p:nvSpPr>
        <p:spPr>
          <a:xfrm>
            <a:off x="8508522" y="4912821"/>
            <a:ext cx="900956" cy="900897"/>
          </a:xfrm>
          <a:prstGeom prst="ellipse">
            <a:avLst/>
          </a:prstGeom>
          <a:noFill/>
          <a:ln w="228600">
            <a:solidFill>
              <a:srgbClr val="D9E5EC"/>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rgbClr val="262626"/>
                </a:solidFill>
                <a:effectLst/>
                <a:latin typeface="+mn-lt"/>
                <a:ea typeface="+mn-ea"/>
                <a:cs typeface="+mn-cs"/>
              </a:rPr>
              <a:t># D9E5EC</a:t>
            </a:r>
          </a:p>
        </p:txBody>
      </p:sp>
      <p:cxnSp>
        <p:nvCxnSpPr>
          <p:cNvPr id="92" name="Straight Connector 91">
            <a:extLst>
              <a:ext uri="{FF2B5EF4-FFF2-40B4-BE49-F238E27FC236}">
                <a16:creationId xmlns:a16="http://schemas.microsoft.com/office/drawing/2014/main" id="{0BA01B46-766C-094E-B931-88F4AD4DD650}"/>
              </a:ext>
            </a:extLst>
          </p:cNvPr>
          <p:cNvCxnSpPr>
            <a:cxnSpLocks/>
          </p:cNvCxnSpPr>
          <p:nvPr userDrawn="1"/>
        </p:nvCxnSpPr>
        <p:spPr>
          <a:xfrm>
            <a:off x="9865209" y="1553601"/>
            <a:ext cx="0" cy="4373066"/>
          </a:xfrm>
          <a:prstGeom prst="line">
            <a:avLst/>
          </a:prstGeom>
          <a:ln>
            <a:solidFill>
              <a:srgbClr val="262626"/>
            </a:solidFill>
          </a:ln>
        </p:spPr>
        <p:style>
          <a:lnRef idx="1">
            <a:schemeClr val="dk1"/>
          </a:lnRef>
          <a:fillRef idx="0">
            <a:schemeClr val="dk1"/>
          </a:fillRef>
          <a:effectRef idx="0">
            <a:schemeClr val="dk1"/>
          </a:effectRef>
          <a:fontRef idx="minor">
            <a:schemeClr val="tx1"/>
          </a:fontRef>
        </p:style>
      </p:cxnSp>
      <p:sp>
        <p:nvSpPr>
          <p:cNvPr id="93" name="Oval 92">
            <a:extLst>
              <a:ext uri="{FF2B5EF4-FFF2-40B4-BE49-F238E27FC236}">
                <a16:creationId xmlns:a16="http://schemas.microsoft.com/office/drawing/2014/main" id="{5AC601D9-DAE9-E14C-832E-551832B2D766}"/>
              </a:ext>
            </a:extLst>
          </p:cNvPr>
          <p:cNvSpPr/>
          <p:nvPr userDrawn="1"/>
        </p:nvSpPr>
        <p:spPr>
          <a:xfrm>
            <a:off x="10083928" y="2302204"/>
            <a:ext cx="1126869" cy="1126796"/>
          </a:xfrm>
          <a:prstGeom prst="ellipse">
            <a:avLst/>
          </a:prstGeom>
          <a:solidFill>
            <a:srgbClr val="6F89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r>
              <a:rPr lang="en-US" sz="900">
                <a:solidFill>
                  <a:schemeClr val="bg1"/>
                </a:solidFill>
              </a:rPr>
              <a:t>Rewards</a:t>
            </a:r>
          </a:p>
          <a:p>
            <a:pPr algn="ctr">
              <a:lnSpc>
                <a:spcPct val="100000"/>
              </a:lnSpc>
            </a:pPr>
            <a:r>
              <a:rPr lang="en-US" sz="900">
                <a:solidFill>
                  <a:schemeClr val="bg1"/>
                </a:solidFill>
              </a:rPr>
              <a:t>Gray</a:t>
            </a:r>
          </a:p>
          <a:p>
            <a:pPr marL="0" marR="0" lvl="0" indent="0" algn="ctr" defTabSz="228600" rtl="0" eaLnBrk="1" fontAlgn="auto" latinLnBrk="0" hangingPunct="1">
              <a:lnSpc>
                <a:spcPct val="100000"/>
              </a:lnSpc>
              <a:spcBef>
                <a:spcPts val="0"/>
              </a:spcBef>
              <a:spcAft>
                <a:spcPts val="0"/>
              </a:spcAft>
              <a:buClrTx/>
              <a:buSzTx/>
              <a:buFontTx/>
              <a:buNone/>
              <a:tabLst/>
              <a:defRPr/>
            </a:pPr>
            <a:endParaRPr lang="en-GB" sz="900" kern="1200">
              <a:solidFill>
                <a:schemeClr val="bg1"/>
              </a:solidFill>
              <a:effectLst/>
              <a:latin typeface="+mn-lt"/>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lang="en-GB" sz="900" kern="1200">
                <a:solidFill>
                  <a:schemeClr val="lt1"/>
                </a:solidFill>
                <a:effectLst/>
                <a:latin typeface="+mn-lt"/>
                <a:ea typeface="+mn-ea"/>
                <a:cs typeface="+mn-cs"/>
              </a:rPr>
              <a:t>#6F8996</a:t>
            </a:r>
          </a:p>
        </p:txBody>
      </p:sp>
      <p:sp>
        <p:nvSpPr>
          <p:cNvPr id="94" name="TextBox 93">
            <a:extLst>
              <a:ext uri="{FF2B5EF4-FFF2-40B4-BE49-F238E27FC236}">
                <a16:creationId xmlns:a16="http://schemas.microsoft.com/office/drawing/2014/main" id="{D664392E-81FE-364D-926B-02EA69857AC3}"/>
              </a:ext>
            </a:extLst>
          </p:cNvPr>
          <p:cNvSpPr txBox="1"/>
          <p:nvPr userDrawn="1"/>
        </p:nvSpPr>
        <p:spPr>
          <a:xfrm>
            <a:off x="10089802" y="3656721"/>
            <a:ext cx="1469904" cy="1375137"/>
          </a:xfrm>
          <a:prstGeom prst="rect">
            <a:avLst/>
          </a:prstGeom>
          <a:noFill/>
        </p:spPr>
        <p:txBody>
          <a:bodyPr wrap="square" lIns="0" tIns="0" rIns="0" bIns="0" rtlCol="0">
            <a:noAutofit/>
          </a:bodyPr>
          <a:lstStyle/>
          <a:p>
            <a:pPr>
              <a:lnSpc>
                <a:spcPct val="100000"/>
              </a:lnSpc>
            </a:pPr>
            <a:r>
              <a:rPr lang="en-GB" sz="900" kern="1200">
                <a:solidFill>
                  <a:srgbClr val="262626"/>
                </a:solidFill>
                <a:effectLst/>
                <a:latin typeface="+mn-lt"/>
                <a:ea typeface="+mn-ea"/>
                <a:cs typeface="+mn-cs"/>
              </a:rPr>
              <a:t>Rewards Gray should only be used on PowerPoint presentations that feature IHG</a:t>
            </a:r>
            <a:r>
              <a:rPr lang="en-GB" sz="900" kern="1200" baseline="30000">
                <a:solidFill>
                  <a:srgbClr val="262626"/>
                </a:solidFill>
                <a:effectLst/>
                <a:latin typeface="+mn-lt"/>
                <a:ea typeface="+mn-ea"/>
                <a:cs typeface="+mn-cs"/>
              </a:rPr>
              <a:t>®</a:t>
            </a:r>
            <a:r>
              <a:rPr lang="en-GB" sz="900" kern="1200">
                <a:solidFill>
                  <a:srgbClr val="262626"/>
                </a:solidFill>
                <a:effectLst/>
                <a:latin typeface="+mn-lt"/>
                <a:ea typeface="+mn-ea"/>
                <a:cs typeface="+mn-cs"/>
              </a:rPr>
              <a:t> Rewards.</a:t>
            </a:r>
          </a:p>
        </p:txBody>
      </p:sp>
      <p:sp>
        <p:nvSpPr>
          <p:cNvPr id="30" name="Text Placeholder 5">
            <a:extLst>
              <a:ext uri="{FF2B5EF4-FFF2-40B4-BE49-F238E27FC236}">
                <a16:creationId xmlns:a16="http://schemas.microsoft.com/office/drawing/2014/main" id="{C4F49C69-DDFE-F544-A24E-974B9FA94354}"/>
              </a:ext>
            </a:extLst>
          </p:cNvPr>
          <p:cNvSpPr>
            <a:spLocks noGrp="1"/>
          </p:cNvSpPr>
          <p:nvPr>
            <p:ph type="body" sz="quarter" idx="22"/>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endParaRPr lang="en-US"/>
          </a:p>
        </p:txBody>
      </p:sp>
      <p:sp>
        <p:nvSpPr>
          <p:cNvPr id="31" name="Text Placeholder 7">
            <a:extLst>
              <a:ext uri="{FF2B5EF4-FFF2-40B4-BE49-F238E27FC236}">
                <a16:creationId xmlns:a16="http://schemas.microsoft.com/office/drawing/2014/main" id="{EF3FB2AE-B6EC-8B40-B6AF-B0AD2630D3A2}"/>
              </a:ext>
            </a:extLst>
          </p:cNvPr>
          <p:cNvSpPr>
            <a:spLocks noGrp="1"/>
          </p:cNvSpPr>
          <p:nvPr>
            <p:ph type="body" sz="quarter" idx="23" hasCustomPrompt="1"/>
          </p:nvPr>
        </p:nvSpPr>
        <p:spPr>
          <a:xfrm>
            <a:off x="400391" y="320674"/>
            <a:ext cx="9595278" cy="991283"/>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FB331025-DAFD-814C-A4D9-9FF86DCD2FA3}"/>
              </a:ext>
            </a:extLst>
          </p:cNvPr>
          <p:cNvSpPr>
            <a:spLocks noGrp="1"/>
          </p:cNvSpPr>
          <p:nvPr>
            <p:ph type="sldNum" sz="quarter" idx="24"/>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407971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47380266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359832671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68961822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Section Divider">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5581804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117396734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7990878"/>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5537110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19905050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1F445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82047991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41765009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400550929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14159374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912121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9" y="320675"/>
            <a:ext cx="1806574" cy="490538"/>
          </a:xfrm>
        </p:spPr>
        <p:txBody>
          <a:bodyPr lIns="0"/>
          <a:lstStyle>
            <a:lvl1pPr marL="0" indent="0" algn="r">
              <a:lnSpc>
                <a:spcPct val="100000"/>
              </a:lnSpc>
              <a:spcAft>
                <a:spcPts val="0"/>
              </a:spcAft>
              <a:buNone/>
              <a:defRPr sz="800" cap="all" spc="150" baseline="0">
                <a:solidFill>
                  <a:schemeClr val="accent1"/>
                </a:solidFill>
              </a:defRPr>
            </a:lvl1pPr>
            <a:lvl2pPr marL="457206" indent="0">
              <a:buNone/>
              <a:defRPr/>
            </a:lvl2pPr>
            <a:lvl3pPr marL="914411" indent="0">
              <a:buNone/>
              <a:defRPr/>
            </a:lvl3pPr>
            <a:lvl4pPr marL="1371617" indent="0">
              <a:buNone/>
              <a:defRPr/>
            </a:lvl4pPr>
            <a:lvl5pPr marL="1828823" indent="0">
              <a:buNone/>
              <a:defRPr/>
            </a:lvl5pPr>
          </a:lstStyle>
          <a:p>
            <a:pPr lvl="0"/>
            <a:r>
              <a:rPr lang="en-GB"/>
              <a:t>Click to edit Master text styles</a:t>
            </a:r>
            <a:endParaRPr lang="en-US"/>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196275419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29755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45874169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6_Title Slide - Dark">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bg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112494936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ents Slid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0765F987-6611-5826-05EC-B9A37AE389BC}"/>
              </a:ext>
            </a:extLst>
          </p:cNvPr>
          <p:cNvSpPr>
            <a:spLocks noGrp="1"/>
          </p:cNvSpPr>
          <p:nvPr>
            <p:ph type="body" sz="quarter" idx="14" hasCustomPrompt="1"/>
          </p:nvPr>
        </p:nvSpPr>
        <p:spPr>
          <a:xfrm>
            <a:off x="4441751" y="1247730"/>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01</a:t>
            </a:r>
            <a:endParaRPr lang="en-US"/>
          </a:p>
        </p:txBody>
      </p:sp>
      <p:sp>
        <p:nvSpPr>
          <p:cNvPr id="39" name="Text Placeholder 37">
            <a:extLst>
              <a:ext uri="{FF2B5EF4-FFF2-40B4-BE49-F238E27FC236}">
                <a16:creationId xmlns:a16="http://schemas.microsoft.com/office/drawing/2014/main" id="{F0D027BF-1B85-18F5-4135-81DDF44A9311}"/>
              </a:ext>
            </a:extLst>
          </p:cNvPr>
          <p:cNvSpPr>
            <a:spLocks noGrp="1"/>
          </p:cNvSpPr>
          <p:nvPr>
            <p:ph type="body" sz="quarter" idx="15" hasCustomPrompt="1"/>
          </p:nvPr>
        </p:nvSpPr>
        <p:spPr>
          <a:xfrm>
            <a:off x="4441751" y="2103604"/>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02</a:t>
            </a:r>
            <a:endParaRPr lang="en-US"/>
          </a:p>
        </p:txBody>
      </p:sp>
      <p:sp>
        <p:nvSpPr>
          <p:cNvPr id="40" name="Text Placeholder 37">
            <a:extLst>
              <a:ext uri="{FF2B5EF4-FFF2-40B4-BE49-F238E27FC236}">
                <a16:creationId xmlns:a16="http://schemas.microsoft.com/office/drawing/2014/main" id="{6EF20232-C0CB-6031-2BA3-649EAF84AC6A}"/>
              </a:ext>
            </a:extLst>
          </p:cNvPr>
          <p:cNvSpPr>
            <a:spLocks noGrp="1"/>
          </p:cNvSpPr>
          <p:nvPr>
            <p:ph type="body" sz="quarter" idx="16" hasCustomPrompt="1"/>
          </p:nvPr>
        </p:nvSpPr>
        <p:spPr>
          <a:xfrm>
            <a:off x="4441751" y="295947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03</a:t>
            </a:r>
            <a:endParaRPr lang="en-US"/>
          </a:p>
        </p:txBody>
      </p:sp>
      <p:sp>
        <p:nvSpPr>
          <p:cNvPr id="42" name="Text Placeholder 37">
            <a:extLst>
              <a:ext uri="{FF2B5EF4-FFF2-40B4-BE49-F238E27FC236}">
                <a16:creationId xmlns:a16="http://schemas.microsoft.com/office/drawing/2014/main" id="{4B71EB16-FDCD-4CA7-D34B-1232842DC200}"/>
              </a:ext>
            </a:extLst>
          </p:cNvPr>
          <p:cNvSpPr>
            <a:spLocks noGrp="1"/>
          </p:cNvSpPr>
          <p:nvPr>
            <p:ph type="body" sz="quarter" idx="17" hasCustomPrompt="1"/>
          </p:nvPr>
        </p:nvSpPr>
        <p:spPr>
          <a:xfrm>
            <a:off x="4441751" y="3815352"/>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04</a:t>
            </a:r>
            <a:endParaRPr lang="en-US"/>
          </a:p>
        </p:txBody>
      </p:sp>
      <p:sp>
        <p:nvSpPr>
          <p:cNvPr id="43" name="Text Placeholder 37">
            <a:extLst>
              <a:ext uri="{FF2B5EF4-FFF2-40B4-BE49-F238E27FC236}">
                <a16:creationId xmlns:a16="http://schemas.microsoft.com/office/drawing/2014/main" id="{D73C0D85-FED3-963B-1993-3DBA738DC59A}"/>
              </a:ext>
            </a:extLst>
          </p:cNvPr>
          <p:cNvSpPr>
            <a:spLocks noGrp="1"/>
          </p:cNvSpPr>
          <p:nvPr>
            <p:ph type="body" sz="quarter" idx="18" hasCustomPrompt="1"/>
          </p:nvPr>
        </p:nvSpPr>
        <p:spPr>
          <a:xfrm>
            <a:off x="5776839" y="1247730"/>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4" name="Text Placeholder 37">
            <a:extLst>
              <a:ext uri="{FF2B5EF4-FFF2-40B4-BE49-F238E27FC236}">
                <a16:creationId xmlns:a16="http://schemas.microsoft.com/office/drawing/2014/main" id="{EA0DF1CF-C6DE-6D92-A17B-A56B11B9B543}"/>
              </a:ext>
            </a:extLst>
          </p:cNvPr>
          <p:cNvSpPr>
            <a:spLocks noGrp="1"/>
          </p:cNvSpPr>
          <p:nvPr>
            <p:ph type="body" sz="quarter" idx="19" hasCustomPrompt="1"/>
          </p:nvPr>
        </p:nvSpPr>
        <p:spPr>
          <a:xfrm>
            <a:off x="5776839" y="2103604"/>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5" name="Text Placeholder 37">
            <a:extLst>
              <a:ext uri="{FF2B5EF4-FFF2-40B4-BE49-F238E27FC236}">
                <a16:creationId xmlns:a16="http://schemas.microsoft.com/office/drawing/2014/main" id="{A0332E3A-5D5F-D7B2-5A9B-D19016D5B93A}"/>
              </a:ext>
            </a:extLst>
          </p:cNvPr>
          <p:cNvSpPr>
            <a:spLocks noGrp="1"/>
          </p:cNvSpPr>
          <p:nvPr>
            <p:ph type="body" sz="quarter" idx="20" hasCustomPrompt="1"/>
          </p:nvPr>
        </p:nvSpPr>
        <p:spPr>
          <a:xfrm>
            <a:off x="5776839" y="295947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46" name="Text Placeholder 37">
            <a:extLst>
              <a:ext uri="{FF2B5EF4-FFF2-40B4-BE49-F238E27FC236}">
                <a16:creationId xmlns:a16="http://schemas.microsoft.com/office/drawing/2014/main" id="{7E0FA794-6E70-3C3D-2431-AC01C1E312F1}"/>
              </a:ext>
            </a:extLst>
          </p:cNvPr>
          <p:cNvSpPr>
            <a:spLocks noGrp="1"/>
          </p:cNvSpPr>
          <p:nvPr>
            <p:ph type="body" sz="quarter" idx="21" hasCustomPrompt="1"/>
          </p:nvPr>
        </p:nvSpPr>
        <p:spPr>
          <a:xfrm>
            <a:off x="5776839" y="3815352"/>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15936" y="1268413"/>
            <a:ext cx="3600000" cy="1440000"/>
          </a:xfrm>
        </p:spPr>
        <p:txBody>
          <a:bodyPr/>
          <a:lstStyle/>
          <a:p>
            <a:r>
              <a:rPr lang="en-GB"/>
              <a:t>Contents</a:t>
            </a:r>
            <a:endParaRPr lang="en-US"/>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635750" y="476250"/>
            <a:ext cx="5030223"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grpSp>
        <p:nvGrpSpPr>
          <p:cNvPr id="36" name="Group 35">
            <a:extLst>
              <a:ext uri="{FF2B5EF4-FFF2-40B4-BE49-F238E27FC236}">
                <a16:creationId xmlns:a16="http://schemas.microsoft.com/office/drawing/2014/main" id="{6F7F0560-66ED-39BF-1B48-2296B67771A8}"/>
              </a:ext>
            </a:extLst>
          </p:cNvPr>
          <p:cNvGrpSpPr/>
          <p:nvPr userDrawn="1"/>
        </p:nvGrpSpPr>
        <p:grpSpPr>
          <a:xfrm>
            <a:off x="4441751" y="1247864"/>
            <a:ext cx="7056000" cy="3425018"/>
            <a:chOff x="4441751" y="1247864"/>
            <a:chExt cx="7056000" cy="3425018"/>
          </a:xfrm>
        </p:grpSpPr>
        <p:cxnSp>
          <p:nvCxnSpPr>
            <p:cNvPr id="31" name="Straight Connector 30">
              <a:extLst>
                <a:ext uri="{FF2B5EF4-FFF2-40B4-BE49-F238E27FC236}">
                  <a16:creationId xmlns:a16="http://schemas.microsoft.com/office/drawing/2014/main" id="{424C8716-64CB-B222-E494-41205496D202}"/>
                </a:ext>
              </a:extLst>
            </p:cNvPr>
            <p:cNvCxnSpPr>
              <a:cxnSpLocks/>
            </p:cNvCxnSpPr>
            <p:nvPr userDrawn="1"/>
          </p:nvCxnSpPr>
          <p:spPr>
            <a:xfrm>
              <a:off x="4441751" y="124786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1DC8087-D3FA-8C7D-1732-D42D5855654F}"/>
                </a:ext>
              </a:extLst>
            </p:cNvPr>
            <p:cNvCxnSpPr>
              <a:cxnSpLocks/>
            </p:cNvCxnSpPr>
            <p:nvPr userDrawn="1"/>
          </p:nvCxnSpPr>
          <p:spPr>
            <a:xfrm>
              <a:off x="4441751" y="210411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921AA0B-322D-A6D2-1AC2-E67159B8A7EF}"/>
                </a:ext>
              </a:extLst>
            </p:cNvPr>
            <p:cNvCxnSpPr>
              <a:cxnSpLocks/>
            </p:cNvCxnSpPr>
            <p:nvPr userDrawn="1"/>
          </p:nvCxnSpPr>
          <p:spPr>
            <a:xfrm>
              <a:off x="4441751" y="2960374"/>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C830663-9213-4F74-EADD-8C97ACD75A78}"/>
                </a:ext>
              </a:extLst>
            </p:cNvPr>
            <p:cNvCxnSpPr>
              <a:cxnSpLocks/>
            </p:cNvCxnSpPr>
            <p:nvPr userDrawn="1"/>
          </p:nvCxnSpPr>
          <p:spPr>
            <a:xfrm>
              <a:off x="4441751" y="3816629"/>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B93942F-1BAA-D291-6DFE-5D5396CCAF31}"/>
                </a:ext>
              </a:extLst>
            </p:cNvPr>
            <p:cNvCxnSpPr>
              <a:cxnSpLocks/>
            </p:cNvCxnSpPr>
            <p:nvPr userDrawn="1"/>
          </p:nvCxnSpPr>
          <p:spPr>
            <a:xfrm>
              <a:off x="4441751" y="4672882"/>
              <a:ext cx="7056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7" name="Text Placeholder 37">
            <a:extLst>
              <a:ext uri="{FF2B5EF4-FFF2-40B4-BE49-F238E27FC236}">
                <a16:creationId xmlns:a16="http://schemas.microsoft.com/office/drawing/2014/main" id="{071B429B-A813-2228-8D88-D0FA31728AD0}"/>
              </a:ext>
            </a:extLst>
          </p:cNvPr>
          <p:cNvSpPr>
            <a:spLocks noGrp="1"/>
          </p:cNvSpPr>
          <p:nvPr>
            <p:ph type="body" sz="quarter" idx="22" hasCustomPrompt="1"/>
          </p:nvPr>
        </p:nvSpPr>
        <p:spPr>
          <a:xfrm>
            <a:off x="4441751" y="4671228"/>
            <a:ext cx="1335088" cy="849313"/>
          </a:xfrm>
        </p:spPr>
        <p:txBody>
          <a:bodyPr/>
          <a:lstStyle>
            <a:lvl1pPr marL="0" indent="0">
              <a:spcAft>
                <a:spcPts val="0"/>
              </a:spcAft>
              <a:buNone/>
              <a:defRPr sz="4000">
                <a:solidFill>
                  <a:schemeClr val="accent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05</a:t>
            </a:r>
            <a:endParaRPr lang="en-US"/>
          </a:p>
        </p:txBody>
      </p:sp>
      <p:sp>
        <p:nvSpPr>
          <p:cNvPr id="48" name="Text Placeholder 37">
            <a:extLst>
              <a:ext uri="{FF2B5EF4-FFF2-40B4-BE49-F238E27FC236}">
                <a16:creationId xmlns:a16="http://schemas.microsoft.com/office/drawing/2014/main" id="{9A57FEBE-54BA-1BEA-53B0-B6937E62C91E}"/>
              </a:ext>
            </a:extLst>
          </p:cNvPr>
          <p:cNvSpPr>
            <a:spLocks noGrp="1"/>
          </p:cNvSpPr>
          <p:nvPr>
            <p:ph type="body" sz="quarter" idx="23" hasCustomPrompt="1"/>
          </p:nvPr>
        </p:nvSpPr>
        <p:spPr>
          <a:xfrm>
            <a:off x="5776839" y="4671228"/>
            <a:ext cx="5720912" cy="849313"/>
          </a:xfrm>
        </p:spPr>
        <p:txBody>
          <a:bodyPr/>
          <a:lstStyle>
            <a:lvl1pPr marL="0" indent="0">
              <a:spcAft>
                <a:spcPts val="0"/>
              </a:spcAft>
              <a:buNone/>
              <a:defRPr sz="4000">
                <a:solidFill>
                  <a:schemeClr val="tx1"/>
                </a:solidFill>
              </a:defRPr>
            </a:lvl1pPr>
            <a:lvl2pPr marL="0" indent="0">
              <a:spcAft>
                <a:spcPts val="0"/>
              </a:spcAft>
              <a:buNone/>
              <a:defRPr sz="2400">
                <a:solidFill>
                  <a:schemeClr val="accent1"/>
                </a:solidFill>
              </a:defRPr>
            </a:lvl2pPr>
            <a:lvl3pPr marL="0" indent="0">
              <a:spcAft>
                <a:spcPts val="0"/>
              </a:spcAft>
              <a:buNone/>
              <a:defRPr sz="2400">
                <a:solidFill>
                  <a:schemeClr val="accent1"/>
                </a:solidFill>
              </a:defRPr>
            </a:lvl3pPr>
            <a:lvl4pPr marL="0" indent="0">
              <a:spcAft>
                <a:spcPts val="0"/>
              </a:spcAft>
              <a:buNone/>
              <a:defRPr sz="2400">
                <a:solidFill>
                  <a:schemeClr val="accent1"/>
                </a:solidFill>
              </a:defRPr>
            </a:lvl4pPr>
            <a:lvl5pPr marL="0" indent="0">
              <a:spcAft>
                <a:spcPts val="0"/>
              </a:spcAft>
              <a:buNone/>
              <a:defRPr sz="2400">
                <a:solidFill>
                  <a:schemeClr val="accent1"/>
                </a:solidFill>
              </a:defRPr>
            </a:lvl5pPr>
          </a:lstStyle>
          <a:p>
            <a:pPr lvl="0"/>
            <a:r>
              <a:rPr lang="en-GB"/>
              <a:t>Content Item</a:t>
            </a:r>
            <a:endParaRPr lang="en-US"/>
          </a:p>
        </p:txBody>
      </p:sp>
    </p:spTree>
    <p:extLst>
      <p:ext uri="{BB962C8B-B14F-4D97-AF65-F5344CB8AC3E}">
        <p14:creationId xmlns:p14="http://schemas.microsoft.com/office/powerpoint/2010/main" val="19291912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Statment - Split Image">
    <p:bg>
      <p:bgPr>
        <a:solidFill>
          <a:schemeClr val="tx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49510" y="5058"/>
            <a:ext cx="6142490" cy="6876000"/>
          </a:xfrm>
          <a:solidFill>
            <a:schemeClr val="bg1">
              <a:lumMod val="85000"/>
            </a:schemeClr>
          </a:solidFill>
        </p:spPr>
        <p:txBody>
          <a:bodyPr/>
          <a:lstStyle/>
          <a:p>
            <a:r>
              <a:rPr lang="en-US"/>
              <a:t>Click icon to add picture</a:t>
            </a:r>
          </a:p>
        </p:txBody>
      </p:sp>
      <p:pic>
        <p:nvPicPr>
          <p:cNvPr id="6" name="Graphic 5">
            <a:extLst>
              <a:ext uri="{FF2B5EF4-FFF2-40B4-BE49-F238E27FC236}">
                <a16:creationId xmlns:a16="http://schemas.microsoft.com/office/drawing/2014/main" id="{02F718EE-F749-6245-360C-62743886D2EA}"/>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8" name="Slide Number Placeholder 5">
            <a:extLst>
              <a:ext uri="{FF2B5EF4-FFF2-40B4-BE49-F238E27FC236}">
                <a16:creationId xmlns:a16="http://schemas.microsoft.com/office/drawing/2014/main" id="{55227DA8-49BF-BC91-6F9E-8D36260C6086}"/>
              </a:ext>
            </a:extLst>
          </p:cNvPr>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sp>
        <p:nvSpPr>
          <p:cNvPr id="11" name="Text Placeholder 10">
            <a:extLst>
              <a:ext uri="{FF2B5EF4-FFF2-40B4-BE49-F238E27FC236}">
                <a16:creationId xmlns:a16="http://schemas.microsoft.com/office/drawing/2014/main" id="{C3CD4768-C978-97ED-767A-3070AEC53FE7}"/>
              </a:ext>
            </a:extLst>
          </p:cNvPr>
          <p:cNvSpPr>
            <a:spLocks noGrp="1"/>
          </p:cNvSpPr>
          <p:nvPr>
            <p:ph type="body" sz="quarter" idx="14" hasCustomPrompt="1"/>
          </p:nvPr>
        </p:nvSpPr>
        <p:spPr>
          <a:xfrm>
            <a:off x="515938" y="1933575"/>
            <a:ext cx="5156200" cy="2522538"/>
          </a:xfrm>
        </p:spPr>
        <p:txBody>
          <a:bodyPr anchor="b"/>
          <a:lstStyle>
            <a:lvl1pPr marL="0" indent="0" algn="ctr">
              <a:lnSpc>
                <a:spcPct val="90000"/>
              </a:lnSpc>
              <a:spcAft>
                <a:spcPts val="0"/>
              </a:spcAft>
              <a:buNone/>
              <a:defRPr lang="en-GB" sz="5000" b="0" i="0" smtClean="0">
                <a:solidFill>
                  <a:schemeClr val="bg1"/>
                </a:solidFill>
                <a:effectLst/>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lvl="0"/>
            <a:r>
              <a:rPr lang="en-GB"/>
              <a:t>Large statement</a:t>
            </a:r>
            <a:br>
              <a:rPr lang="en-GB"/>
            </a:br>
            <a:r>
              <a:rPr lang="en-GB"/>
              <a:t>half &amp; half</a:t>
            </a:r>
            <a:br>
              <a:rPr lang="en-GB"/>
            </a:br>
            <a:r>
              <a:rPr lang="en-GB"/>
              <a:t>split image</a:t>
            </a:r>
            <a:endParaRPr lang="en-US"/>
          </a:p>
        </p:txBody>
      </p:sp>
    </p:spTree>
    <p:extLst>
      <p:ext uri="{BB962C8B-B14F-4D97-AF65-F5344CB8AC3E}">
        <p14:creationId xmlns:p14="http://schemas.microsoft.com/office/powerpoint/2010/main" val="7449753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p>
            <a:fld id="{BF1B362E-304B-D74F-8E05-F581CCD55911}" type="slidenum">
              <a:rPr lang="en-US" smtClean="0"/>
              <a:pPr/>
              <a:t>‹#›</a:t>
            </a:fld>
            <a:endParaRPr lang="en-US"/>
          </a:p>
        </p:txBody>
      </p:sp>
    </p:spTree>
    <p:extLst>
      <p:ext uri="{BB962C8B-B14F-4D97-AF65-F5344CB8AC3E}">
        <p14:creationId xmlns:p14="http://schemas.microsoft.com/office/powerpoint/2010/main" val="377875516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Title Slide - L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6490" y="2924433"/>
            <a:ext cx="5400000" cy="1532237"/>
          </a:xfrm>
        </p:spPr>
        <p:txBody>
          <a:bodyPr anchor="b"/>
          <a:lstStyle>
            <a:lvl1pPr algn="l">
              <a:defRPr sz="5000">
                <a:solidFill>
                  <a:schemeClr val="tx1"/>
                </a:solidFill>
              </a:defRPr>
            </a:lvl1pPr>
          </a:lstStyle>
          <a:p>
            <a:r>
              <a:rPr lang="en-GB"/>
              <a:t>Presentation</a:t>
            </a:r>
            <a:br>
              <a:rPr lang="en-GB"/>
            </a:br>
            <a:r>
              <a:rPr lang="en-GB"/>
              <a:t>Title</a:t>
            </a:r>
            <a:endParaRPr lang="en-US"/>
          </a:p>
        </p:txBody>
      </p:sp>
      <p:sp>
        <p:nvSpPr>
          <p:cNvPr id="3" name="Subtitle 2"/>
          <p:cNvSpPr>
            <a:spLocks noGrp="1"/>
          </p:cNvSpPr>
          <p:nvPr>
            <p:ph type="subTitle" idx="1" hasCustomPrompt="1"/>
          </p:nvPr>
        </p:nvSpPr>
        <p:spPr>
          <a:xfrm>
            <a:off x="526490" y="4554666"/>
            <a:ext cx="5400000" cy="346848"/>
          </a:xfrm>
        </p:spPr>
        <p:txBody>
          <a:bodyPr/>
          <a:lstStyle>
            <a:lvl1pPr marL="0" indent="0" algn="l">
              <a:buNone/>
              <a:defRPr sz="950" cap="all" spc="50" baseline="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Month year</a:t>
            </a:r>
            <a:endParaRPr lang="en-US"/>
          </a:p>
        </p:txBody>
      </p:sp>
      <p:pic>
        <p:nvPicPr>
          <p:cNvPr id="12" name="Graphic 11">
            <a:extLst>
              <a:ext uri="{FF2B5EF4-FFF2-40B4-BE49-F238E27FC236}">
                <a16:creationId xmlns:a16="http://schemas.microsoft.com/office/drawing/2014/main" id="{EF7EAAEA-1A6A-9D72-9ECE-4DA8DD2C60D2}"/>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4"/>
            <a:ext cx="3258000" cy="261176"/>
          </a:xfrm>
          <a:prstGeom prst="rect">
            <a:avLst/>
          </a:prstGeom>
        </p:spPr>
      </p:pic>
      <p:pic>
        <p:nvPicPr>
          <p:cNvPr id="15" name="Graphic 14">
            <a:extLst>
              <a:ext uri="{FF2B5EF4-FFF2-40B4-BE49-F238E27FC236}">
                <a16:creationId xmlns:a16="http://schemas.microsoft.com/office/drawing/2014/main" id="{5F9BDF4C-6A1D-134B-C022-C72A73E8CC95}"/>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526490" y="6139432"/>
            <a:ext cx="1332000" cy="240852"/>
          </a:xfrm>
          <a:prstGeom prst="rect">
            <a:avLst/>
          </a:prstGeom>
        </p:spPr>
      </p:pic>
      <p:sp>
        <p:nvSpPr>
          <p:cNvPr id="17" name="Picture Placeholder 16">
            <a:extLst>
              <a:ext uri="{FF2B5EF4-FFF2-40B4-BE49-F238E27FC236}">
                <a16:creationId xmlns:a16="http://schemas.microsoft.com/office/drawing/2014/main" id="{84E67C43-A397-4BCD-CB05-E7742F9F0AA8}"/>
              </a:ext>
            </a:extLst>
          </p:cNvPr>
          <p:cNvSpPr>
            <a:spLocks noGrp="1"/>
          </p:cNvSpPr>
          <p:nvPr>
            <p:ph type="pic" sz="quarter" idx="13"/>
          </p:nvPr>
        </p:nvSpPr>
        <p:spPr>
          <a:xfrm>
            <a:off x="6096000" y="476284"/>
            <a:ext cx="5616000" cy="5904000"/>
          </a:xfrm>
          <a:solidFill>
            <a:schemeClr val="bg1">
              <a:lumMod val="85000"/>
            </a:schemeClr>
          </a:solidFill>
        </p:spPr>
        <p:txBody>
          <a:bodyPr/>
          <a:lstStyle/>
          <a:p>
            <a:endParaRPr lang="en-US"/>
          </a:p>
        </p:txBody>
      </p:sp>
    </p:spTree>
    <p:extLst>
      <p:ext uri="{BB962C8B-B14F-4D97-AF65-F5344CB8AC3E}">
        <p14:creationId xmlns:p14="http://schemas.microsoft.com/office/powerpoint/2010/main" val="24361262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7_Section Divi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106703521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6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358495402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5_Section Divider">
    <p:bg>
      <p:bgPr>
        <a:solidFill>
          <a:srgbClr val="1F445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1655" y="476251"/>
            <a:ext cx="11134408" cy="900000"/>
          </a:xfrm>
        </p:spPr>
        <p:txBody>
          <a:bodyPr anchor="b"/>
          <a:lstStyle>
            <a:lvl1pPr algn="ctr">
              <a:defRPr sz="5000">
                <a:solidFill>
                  <a:schemeClr val="bg1"/>
                </a:solidFill>
              </a:defRPr>
            </a:lvl1pPr>
          </a:lstStyle>
          <a:p>
            <a:r>
              <a:rPr lang="en-GB"/>
              <a:t>Section Divider</a:t>
            </a:r>
            <a:endParaRPr lang="en-US"/>
          </a:p>
        </p:txBody>
      </p:sp>
      <p:sp>
        <p:nvSpPr>
          <p:cNvPr id="3" name="Text Placeholder 2"/>
          <p:cNvSpPr>
            <a:spLocks noGrp="1"/>
          </p:cNvSpPr>
          <p:nvPr>
            <p:ph type="body" idx="1" hasCustomPrompt="1"/>
          </p:nvPr>
        </p:nvSpPr>
        <p:spPr>
          <a:xfrm>
            <a:off x="541655" y="5335929"/>
            <a:ext cx="11134408" cy="1027728"/>
          </a:xfrm>
        </p:spPr>
        <p:txBody>
          <a:bodyPr/>
          <a:lstStyle>
            <a:lvl1pPr marL="0" indent="0" algn="ctr">
              <a:buNone/>
              <a:defRPr sz="5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Window Image</a:t>
            </a:r>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1944547" y="1527858"/>
            <a:ext cx="8287473" cy="3773936"/>
          </a:xfrm>
          <a:solidFill>
            <a:schemeClr val="bg1">
              <a:lumMod val="85000"/>
            </a:schemeClr>
          </a:solidFill>
        </p:spPr>
        <p:txBody>
          <a:bodyPr/>
          <a:lstStyle/>
          <a:p>
            <a:endParaRPr lang="en-US"/>
          </a:p>
        </p:txBody>
      </p:sp>
    </p:spTree>
    <p:extLst>
      <p:ext uri="{BB962C8B-B14F-4D97-AF65-F5344CB8AC3E}">
        <p14:creationId xmlns:p14="http://schemas.microsoft.com/office/powerpoint/2010/main" val="219847345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4_Section Divider">
    <p:bg>
      <p:bgPr>
        <a:solidFill>
          <a:schemeClr val="tx2"/>
        </a:solidFill>
        <a:effectLst/>
      </p:bgPr>
    </p:bg>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E98335D7-2473-70E7-4F21-CFA8DA875BDE}"/>
              </a:ext>
            </a:extLst>
          </p:cNvPr>
          <p:cNvSpPr>
            <a:spLocks noGrp="1"/>
          </p:cNvSpPr>
          <p:nvPr>
            <p:ph type="pic" sz="quarter" idx="13"/>
          </p:nvPr>
        </p:nvSpPr>
        <p:spPr>
          <a:xfrm>
            <a:off x="0" y="0"/>
            <a:ext cx="12204000" cy="6861568"/>
          </a:xfrm>
          <a:solidFill>
            <a:schemeClr val="bg1">
              <a:lumMod val="75000"/>
            </a:schemeClr>
          </a:solidFill>
        </p:spPr>
        <p:txBody>
          <a:bodyPr/>
          <a:lstStyle/>
          <a:p>
            <a:endParaRPr lang="en-US"/>
          </a:p>
        </p:txBody>
      </p:sp>
      <p:sp>
        <p:nvSpPr>
          <p:cNvPr id="2" name="Title 1"/>
          <p:cNvSpPr>
            <a:spLocks noGrp="1"/>
          </p:cNvSpPr>
          <p:nvPr>
            <p:ph type="title" hasCustomPrompt="1"/>
          </p:nvPr>
        </p:nvSpPr>
        <p:spPr>
          <a:xfrm>
            <a:off x="534796" y="1268413"/>
            <a:ext cx="11134408" cy="2886898"/>
          </a:xfrm>
        </p:spPr>
        <p:txBody>
          <a:bodyPr anchor="b"/>
          <a:lstStyle>
            <a:lvl1pPr algn="ctr">
              <a:defRPr sz="4800">
                <a:solidFill>
                  <a:schemeClr val="bg1"/>
                </a:solidFill>
              </a:defRPr>
            </a:lvl1pPr>
          </a:lstStyle>
          <a:p>
            <a:r>
              <a:rPr lang="en-GB"/>
              <a:t>Section Divider </a:t>
            </a:r>
            <a:br>
              <a:rPr lang="en-GB"/>
            </a:br>
            <a:r>
              <a:rPr lang="en-GB"/>
              <a:t>Full Screen Image</a:t>
            </a:r>
            <a:endParaRPr lang="en-US"/>
          </a:p>
        </p:txBody>
      </p:sp>
      <p:sp>
        <p:nvSpPr>
          <p:cNvPr id="5" name="Footer Placeholder 4"/>
          <p:cNvSpPr>
            <a:spLocks noGrp="1"/>
          </p:cNvSpPr>
          <p:nvPr>
            <p:ph type="ftr" sz="quarter" idx="11"/>
          </p:nvPr>
        </p:nvSpPr>
        <p:spPr>
          <a:xfrm>
            <a:off x="541655" y="6397792"/>
            <a:ext cx="5554345" cy="432000"/>
          </a:xfrm>
        </p:spPr>
        <p:txBody>
          <a:bodyPr/>
          <a:lstStyle>
            <a:lvl1pPr>
              <a:defRPr>
                <a:solidFill>
                  <a:schemeClr val="bg1"/>
                </a:solidFill>
              </a:defRPr>
            </a:lvl1pPr>
          </a:lstStyle>
          <a:p>
            <a:r>
              <a:rPr lang="en-US"/>
              <a:t>Document title</a:t>
            </a:r>
          </a:p>
        </p:txBody>
      </p:sp>
      <p:sp>
        <p:nvSpPr>
          <p:cNvPr id="6" name="Slide Number Placeholder 5"/>
          <p:cNvSpPr>
            <a:spLocks noGrp="1"/>
          </p:cNvSpPr>
          <p:nvPr>
            <p:ph type="sldNum" sz="quarter" idx="12"/>
          </p:nvPr>
        </p:nvSpPr>
        <p:spPr>
          <a:xfrm>
            <a:off x="-1" y="6397792"/>
            <a:ext cx="515937" cy="432000"/>
          </a:xfrm>
        </p:spPr>
        <p:txBody>
          <a:bodyPr/>
          <a:lstStyle>
            <a:lvl1pPr>
              <a:defRPr>
                <a:solidFill>
                  <a:schemeClr val="bg1"/>
                </a:solidFill>
              </a:defRPr>
            </a:lvl1pPr>
          </a:lstStyle>
          <a:p>
            <a:fld id="{48F63A3B-78C7-47BE-AE5E-E10140E04643}" type="slidenum">
              <a:rPr lang="en-US" smtClean="0"/>
              <a:pPr/>
              <a:t>‹#›</a:t>
            </a:fld>
            <a:endParaRPr lang="en-US"/>
          </a:p>
        </p:txBody>
      </p:sp>
      <p:pic>
        <p:nvPicPr>
          <p:cNvPr id="8" name="Graphic 7">
            <a:extLst>
              <a:ext uri="{FF2B5EF4-FFF2-40B4-BE49-F238E27FC236}">
                <a16:creationId xmlns:a16="http://schemas.microsoft.com/office/drawing/2014/main" id="{5128F565-7A04-2959-5007-37582C32CD7F}"/>
              </a:ext>
            </a:extLst>
          </p:cNvPr>
          <p:cNvPicPr>
            <a:picLocks noChangeAspect="1"/>
          </p:cNvPicPr>
          <p:nvPr userDrawn="1"/>
        </p:nvPicPr>
        <p:blipFill>
          <a:blip>
            <a:extLst>
              <a:ext uri="{96DAC541-7B7A-43D3-8B79-37D633B846F1}">
                <asvg:svgBlip xmlns:asvg="http://schemas.microsoft.com/office/drawing/2016/SVG/main" r:embed="rId2"/>
              </a:ext>
            </a:extLst>
          </a:blip>
          <a:srcRect l="15593" t="39568" r="16052" b="38619"/>
          <a:stretch>
            <a:fillRect/>
          </a:stretch>
        </p:blipFill>
        <p:spPr>
          <a:xfrm>
            <a:off x="11021638" y="6522659"/>
            <a:ext cx="1008000" cy="182266"/>
          </a:xfrm>
          <a:prstGeom prst="rect">
            <a:avLst/>
          </a:prstGeom>
        </p:spPr>
      </p:pic>
      <p:pic>
        <p:nvPicPr>
          <p:cNvPr id="3" name="Graphic 2">
            <a:extLst>
              <a:ext uri="{FF2B5EF4-FFF2-40B4-BE49-F238E27FC236}">
                <a16:creationId xmlns:a16="http://schemas.microsoft.com/office/drawing/2014/main" id="{5ACC2F41-D964-4B4C-4A7D-C4DCECC5827E}"/>
              </a:ext>
            </a:extLst>
          </p:cNvPr>
          <p:cNvPicPr>
            <a:picLocks noChangeAspect="1"/>
          </p:cNvPicPr>
          <p:nvPr userDrawn="1"/>
        </p:nvPicPr>
        <p:blipFill>
          <a:blip>
            <a:extLst>
              <a:ext uri="{96DAC541-7B7A-43D3-8B79-37D633B846F1}">
                <asvg:svgBlip xmlns:asvg="http://schemas.microsoft.com/office/drawing/2016/SVG/main" r:embed="rId3"/>
              </a:ext>
            </a:extLst>
          </a:blip>
          <a:srcRect l="8903" t="40386" r="9168" b="30574"/>
          <a:stretch>
            <a:fillRect/>
          </a:stretch>
        </p:blipFill>
        <p:spPr>
          <a:xfrm>
            <a:off x="526490" y="476285"/>
            <a:ext cx="1440000" cy="115433"/>
          </a:xfrm>
          <a:prstGeom prst="rect">
            <a:avLst/>
          </a:prstGeom>
        </p:spPr>
      </p:pic>
    </p:spTree>
    <p:extLst>
      <p:ext uri="{BB962C8B-B14F-4D97-AF65-F5344CB8AC3E}">
        <p14:creationId xmlns:p14="http://schemas.microsoft.com/office/powerpoint/2010/main" val="236598592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4_Content Slide x 2 Image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DD8F8D7-9D13-93C9-0B68-10EA7FA23156}"/>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6791789" y="1644982"/>
            <a:ext cx="4895850" cy="1440000"/>
          </a:xfrm>
        </p:spPr>
        <p:txBody>
          <a:bodyPr/>
          <a:lstStyle/>
          <a:p>
            <a:r>
              <a:rPr lang="en-GB"/>
              <a:t>Content slide</a:t>
            </a:r>
            <a:br>
              <a:rPr lang="en-GB"/>
            </a:br>
            <a:r>
              <a:rPr lang="en-GB"/>
              <a:t>- 2 images</a:t>
            </a:r>
            <a:endParaRPr lang="en-US"/>
          </a:p>
        </p:txBody>
      </p:sp>
      <p:sp>
        <p:nvSpPr>
          <p:cNvPr id="5" name="Footer Placeholder 4"/>
          <p:cNvSpPr>
            <a:spLocks noGrp="1"/>
          </p:cNvSpPr>
          <p:nvPr>
            <p:ph type="ftr" sz="quarter" idx="11"/>
          </p:nvPr>
        </p:nvSpPr>
        <p:spPr>
          <a:xfrm>
            <a:off x="541655" y="6397240"/>
            <a:ext cx="5554345" cy="432000"/>
          </a:xfrm>
        </p:spPr>
        <p:txBody>
          <a:bodyPr/>
          <a:lstStyle/>
          <a:p>
            <a:r>
              <a:rPr lang="en-US"/>
              <a:t>Document title</a:t>
            </a:r>
          </a:p>
        </p:txBody>
      </p:sp>
      <p:sp>
        <p:nvSpPr>
          <p:cNvPr id="6" name="Slide Number Placeholder 5"/>
          <p:cNvSpPr>
            <a:spLocks noGrp="1"/>
          </p:cNvSpPr>
          <p:nvPr>
            <p:ph type="sldNum" sz="quarter" idx="12"/>
          </p:nvPr>
        </p:nvSpPr>
        <p:spPr>
          <a:xfrm>
            <a:off x="-1" y="6397240"/>
            <a:ext cx="515937" cy="432000"/>
          </a:xfrm>
        </p:spPr>
        <p:txBody>
          <a:bodyPr/>
          <a:lstStyle/>
          <a:p>
            <a:fld id="{48F63A3B-78C7-47BE-AE5E-E10140E04643}" type="slidenum">
              <a:rPr lang="en-US"/>
              <a:t>‹#›</a:t>
            </a:fld>
            <a:endParaRPr lang="en-US"/>
          </a:p>
        </p:txBody>
      </p:sp>
      <p:pic>
        <p:nvPicPr>
          <p:cNvPr id="11" name="Graphic 10">
            <a:extLst>
              <a:ext uri="{FF2B5EF4-FFF2-40B4-BE49-F238E27FC236}">
                <a16:creationId xmlns:a16="http://schemas.microsoft.com/office/drawing/2014/main" id="{30016047-C335-658A-26CD-3EC419638573}"/>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sp>
        <p:nvSpPr>
          <p:cNvPr id="14" name="Text Placeholder 13">
            <a:extLst>
              <a:ext uri="{FF2B5EF4-FFF2-40B4-BE49-F238E27FC236}">
                <a16:creationId xmlns:a16="http://schemas.microsoft.com/office/drawing/2014/main" id="{CCB38EC9-2126-983C-598A-3BFFFEBBCE10}"/>
              </a:ext>
            </a:extLst>
          </p:cNvPr>
          <p:cNvSpPr>
            <a:spLocks noGrp="1"/>
          </p:cNvSpPr>
          <p:nvPr>
            <p:ph type="body" sz="quarter" idx="13" hasCustomPrompt="1"/>
          </p:nvPr>
        </p:nvSpPr>
        <p:spPr>
          <a:xfrm>
            <a:off x="6791789" y="476250"/>
            <a:ext cx="4874184"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pic>
        <p:nvPicPr>
          <p:cNvPr id="15" name="Graphic 14">
            <a:extLst>
              <a:ext uri="{FF2B5EF4-FFF2-40B4-BE49-F238E27FC236}">
                <a16:creationId xmlns:a16="http://schemas.microsoft.com/office/drawing/2014/main" id="{8E12274F-7B07-4743-1791-C1B83B5D68EE}"/>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7" name="Picture Placeholder 16">
            <a:extLst>
              <a:ext uri="{FF2B5EF4-FFF2-40B4-BE49-F238E27FC236}">
                <a16:creationId xmlns:a16="http://schemas.microsoft.com/office/drawing/2014/main" id="{229710FD-8A45-2431-D079-EA74DA120F85}"/>
              </a:ext>
            </a:extLst>
          </p:cNvPr>
          <p:cNvSpPr>
            <a:spLocks noGrp="1"/>
          </p:cNvSpPr>
          <p:nvPr>
            <p:ph type="pic" sz="quarter" idx="14"/>
          </p:nvPr>
        </p:nvSpPr>
        <p:spPr>
          <a:xfrm>
            <a:off x="1033611" y="1780549"/>
            <a:ext cx="2520000" cy="3564000"/>
          </a:xfrm>
          <a:solidFill>
            <a:schemeClr val="bg1">
              <a:lumMod val="85000"/>
            </a:schemeClr>
          </a:solidFill>
        </p:spPr>
        <p:txBody>
          <a:bodyPr/>
          <a:lstStyle/>
          <a:p>
            <a:endParaRPr lang="en-US"/>
          </a:p>
        </p:txBody>
      </p:sp>
      <p:sp>
        <p:nvSpPr>
          <p:cNvPr id="18" name="Picture Placeholder 16">
            <a:extLst>
              <a:ext uri="{FF2B5EF4-FFF2-40B4-BE49-F238E27FC236}">
                <a16:creationId xmlns:a16="http://schemas.microsoft.com/office/drawing/2014/main" id="{7EAFD47E-3100-474E-D984-924BEA08459E}"/>
              </a:ext>
            </a:extLst>
          </p:cNvPr>
          <p:cNvSpPr>
            <a:spLocks noGrp="1"/>
          </p:cNvSpPr>
          <p:nvPr>
            <p:ph type="pic" sz="quarter" idx="15"/>
          </p:nvPr>
        </p:nvSpPr>
        <p:spPr>
          <a:xfrm>
            <a:off x="3685746" y="770794"/>
            <a:ext cx="2124000" cy="2700000"/>
          </a:xfrm>
          <a:solidFill>
            <a:schemeClr val="bg1">
              <a:lumMod val="85000"/>
            </a:schemeClr>
          </a:solidFill>
        </p:spPr>
        <p:txBody>
          <a:bodyPr/>
          <a:lstStyle/>
          <a:p>
            <a:endParaRPr lang="en-US"/>
          </a:p>
        </p:txBody>
      </p:sp>
      <p:sp>
        <p:nvSpPr>
          <p:cNvPr id="22" name="Text Placeholder 21">
            <a:extLst>
              <a:ext uri="{FF2B5EF4-FFF2-40B4-BE49-F238E27FC236}">
                <a16:creationId xmlns:a16="http://schemas.microsoft.com/office/drawing/2014/main" id="{EE470DD9-C1CC-3B38-6B1B-63618244468F}"/>
              </a:ext>
            </a:extLst>
          </p:cNvPr>
          <p:cNvSpPr>
            <a:spLocks noGrp="1"/>
          </p:cNvSpPr>
          <p:nvPr>
            <p:ph type="body" sz="quarter" idx="16"/>
          </p:nvPr>
        </p:nvSpPr>
        <p:spPr>
          <a:xfrm>
            <a:off x="6791789" y="3435917"/>
            <a:ext cx="4884737" cy="2514033"/>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56864471"/>
      </p:ext>
    </p:extLst>
  </p:cSld>
  <p:clrMapOvr>
    <a:masterClrMapping/>
  </p:clrMapOvr>
  <p:extLst>
    <p:ext uri="{DCECCB84-F9BA-43D5-87BE-67443E8EF086}">
      <p15:sldGuideLst xmlns:p15="http://schemas.microsoft.com/office/powerpoint/2012/main">
        <p15:guide id="1" pos="427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226000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0_Title Only">
    <p:bg>
      <p:bgPr>
        <a:solidFill>
          <a:srgbClr val="1F445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lvl1pPr>
              <a:defRPr>
                <a:solidFill>
                  <a:schemeClr val="bg1"/>
                </a:solidFill>
              </a:defRPr>
            </a:lvl1p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bg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41715040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674C7096-C45A-30E5-B074-F9A71AEC6EDA}"/>
              </a:ext>
            </a:extLst>
          </p:cNvPr>
          <p:cNvSpPr>
            <a:spLocks noGrp="1"/>
          </p:cNvSpPr>
          <p:nvPr>
            <p:ph type="body" sz="quarter" idx="17" hasCustomPrompt="1"/>
          </p:nvPr>
        </p:nvSpPr>
        <p:spPr>
          <a:xfrm>
            <a:off x="3318827" y="2349500"/>
            <a:ext cx="8352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 </a:t>
            </a:r>
            <a:endParaRPr lang="en-US"/>
          </a:p>
        </p:txBody>
      </p:sp>
    </p:spTree>
    <p:extLst>
      <p:ext uri="{BB962C8B-B14F-4D97-AF65-F5344CB8AC3E}">
        <p14:creationId xmlns:p14="http://schemas.microsoft.com/office/powerpoint/2010/main" val="386480778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6_Title and Content x 2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500"/>
            <a:ext cx="2520000" cy="360045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9636"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6" name="Text Placeholder 21">
            <a:extLst>
              <a:ext uri="{FF2B5EF4-FFF2-40B4-BE49-F238E27FC236}">
                <a16:creationId xmlns:a16="http://schemas.microsoft.com/office/drawing/2014/main" id="{FEE36CB7-E97C-CC07-F8A5-6FBAEC33F6E9}"/>
              </a:ext>
            </a:extLst>
          </p:cNvPr>
          <p:cNvSpPr>
            <a:spLocks noGrp="1"/>
          </p:cNvSpPr>
          <p:nvPr>
            <p:ph type="body" sz="quarter" idx="18" hasCustomPrompt="1"/>
          </p:nvPr>
        </p:nvSpPr>
        <p:spPr>
          <a:xfrm>
            <a:off x="7619760" y="2349500"/>
            <a:ext cx="406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290009756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Title and Content x 3 column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
        <p:nvSpPr>
          <p:cNvPr id="11" name="Text Placeholder 21">
            <a:extLst>
              <a:ext uri="{FF2B5EF4-FFF2-40B4-BE49-F238E27FC236}">
                <a16:creationId xmlns:a16="http://schemas.microsoft.com/office/drawing/2014/main" id="{B50E0136-587D-56AB-24BC-50A55A912E84}"/>
              </a:ext>
            </a:extLst>
          </p:cNvPr>
          <p:cNvSpPr>
            <a:spLocks noGrp="1"/>
          </p:cNvSpPr>
          <p:nvPr>
            <p:ph type="body" sz="quarter" idx="16" hasCustomPrompt="1"/>
          </p:nvPr>
        </p:nvSpPr>
        <p:spPr>
          <a:xfrm>
            <a:off x="527512" y="2349050"/>
            <a:ext cx="2520000" cy="3600000"/>
          </a:xfrm>
        </p:spPr>
        <p:txBody>
          <a:bodyPr/>
          <a:lstStyle>
            <a:lvl1pPr marL="0" indent="0">
              <a:spcAft>
                <a:spcPts val="1000"/>
              </a:spcAft>
              <a:buNone/>
              <a:defRPr sz="18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Subheading</a:t>
            </a:r>
            <a:endParaRPr lang="en-US"/>
          </a:p>
        </p:txBody>
      </p:sp>
      <p:sp>
        <p:nvSpPr>
          <p:cNvPr id="3" name="Text Placeholder 21">
            <a:extLst>
              <a:ext uri="{FF2B5EF4-FFF2-40B4-BE49-F238E27FC236}">
                <a16:creationId xmlns:a16="http://schemas.microsoft.com/office/drawing/2014/main" id="{CC56F193-8B2A-0975-6CD0-E84A5465EF75}"/>
              </a:ext>
            </a:extLst>
          </p:cNvPr>
          <p:cNvSpPr>
            <a:spLocks noGrp="1"/>
          </p:cNvSpPr>
          <p:nvPr>
            <p:ph type="body" sz="quarter" idx="17" hasCustomPrompt="1"/>
          </p:nvPr>
        </p:nvSpPr>
        <p:spPr>
          <a:xfrm>
            <a:off x="3292016"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2" name="Text Placeholder 21">
            <a:extLst>
              <a:ext uri="{FF2B5EF4-FFF2-40B4-BE49-F238E27FC236}">
                <a16:creationId xmlns:a16="http://schemas.microsoft.com/office/drawing/2014/main" id="{F249BC02-4B69-FE1F-6A2C-6F131B54748A}"/>
              </a:ext>
            </a:extLst>
          </p:cNvPr>
          <p:cNvSpPr>
            <a:spLocks noGrp="1"/>
          </p:cNvSpPr>
          <p:nvPr>
            <p:ph type="body" sz="quarter" idx="18" hasCustomPrompt="1"/>
          </p:nvPr>
        </p:nvSpPr>
        <p:spPr>
          <a:xfrm>
            <a:off x="6164520"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
        <p:nvSpPr>
          <p:cNvPr id="13" name="Text Placeholder 21">
            <a:extLst>
              <a:ext uri="{FF2B5EF4-FFF2-40B4-BE49-F238E27FC236}">
                <a16:creationId xmlns:a16="http://schemas.microsoft.com/office/drawing/2014/main" id="{3E5D4F1E-F300-D3BD-7B02-632FF8997134}"/>
              </a:ext>
            </a:extLst>
          </p:cNvPr>
          <p:cNvSpPr>
            <a:spLocks noGrp="1"/>
          </p:cNvSpPr>
          <p:nvPr>
            <p:ph type="body" sz="quarter" idx="19" hasCustomPrompt="1"/>
          </p:nvPr>
        </p:nvSpPr>
        <p:spPr>
          <a:xfrm>
            <a:off x="9037023" y="2349050"/>
            <a:ext cx="2628000" cy="3600450"/>
          </a:xfrm>
        </p:spPr>
        <p:txBody>
          <a:bodyPr/>
          <a:lstStyle>
            <a:lvl1pPr marL="0" indent="0">
              <a:spcAft>
                <a:spcPts val="1000"/>
              </a:spcAft>
              <a:buNone/>
              <a:defRPr sz="1200"/>
            </a:lvl1pPr>
            <a:lvl2pPr marL="0" indent="0">
              <a:spcAft>
                <a:spcPts val="1000"/>
              </a:spcAft>
              <a:buNone/>
              <a:defRPr sz="1100"/>
            </a:lvl2pPr>
            <a:lvl3pPr marL="0" indent="0">
              <a:spcAft>
                <a:spcPts val="1000"/>
              </a:spcAft>
              <a:buNone/>
              <a:defRPr sz="1050"/>
            </a:lvl3pPr>
            <a:lvl4pPr marL="0" indent="0">
              <a:spcAft>
                <a:spcPts val="1000"/>
              </a:spcAft>
              <a:buNone/>
              <a:defRPr sz="1000"/>
            </a:lvl4pPr>
            <a:lvl5pPr marL="0" indent="0">
              <a:spcAft>
                <a:spcPts val="1000"/>
              </a:spcAft>
              <a:buNone/>
              <a:defRPr sz="1000"/>
            </a:lvl5pPr>
          </a:lstStyle>
          <a:p>
            <a:pPr lvl="0"/>
            <a:r>
              <a:rPr lang="en-GB"/>
              <a:t>Body text</a:t>
            </a:r>
            <a:endParaRPr lang="en-US"/>
          </a:p>
        </p:txBody>
      </p:sp>
    </p:spTree>
    <p:extLst>
      <p:ext uri="{BB962C8B-B14F-4D97-AF65-F5344CB8AC3E}">
        <p14:creationId xmlns:p14="http://schemas.microsoft.com/office/powerpoint/2010/main" val="341384183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Content Slide 1 Text Bloc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5A4C779-8AD3-426D-A981-180B52AA342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5" name="think-cell data - do not delete" hidden="1">
                        <a:extLst>
                          <a:ext uri="{FF2B5EF4-FFF2-40B4-BE49-F238E27FC236}">
                            <a16:creationId xmlns:a16="http://schemas.microsoft.com/office/drawing/2014/main" id="{15A4C779-8AD3-426D-A981-180B52AA34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2CE804C-5BFE-49EA-BEF9-E14BC1591394}"/>
              </a:ext>
            </a:extLst>
          </p:cNvPr>
          <p:cNvSpPr>
            <a:spLocks noGrp="1"/>
          </p:cNvSpPr>
          <p:nvPr>
            <p:ph type="title" hasCustomPrompt="1"/>
          </p:nvPr>
        </p:nvSpPr>
        <p:spPr>
          <a:xfrm>
            <a:off x="400391" y="320676"/>
            <a:ext cx="9592056" cy="991282"/>
          </a:xfrm>
        </p:spPr>
        <p:txBody>
          <a:bodyPr vert="horz" lIns="0" tIns="0" rIns="0" bIns="0" anchor="t"/>
          <a:lstStyle>
            <a:lvl1pPr>
              <a:spcAft>
                <a:spcPts val="600"/>
              </a:spcAft>
              <a:defRPr sz="3000"/>
            </a:lvl1pPr>
          </a:lstStyle>
          <a:p>
            <a:pPr lvl="0"/>
            <a:r>
              <a:rPr lang="en-GB"/>
              <a:t>Content section title</a:t>
            </a:r>
          </a:p>
        </p:txBody>
      </p:sp>
      <p:sp>
        <p:nvSpPr>
          <p:cNvPr id="3" name="Text Placeholder 5">
            <a:extLst>
              <a:ext uri="{FF2B5EF4-FFF2-40B4-BE49-F238E27FC236}">
                <a16:creationId xmlns:a16="http://schemas.microsoft.com/office/drawing/2014/main" id="{16132827-075A-4B54-9F90-03FC47D52710}"/>
              </a:ext>
            </a:extLst>
          </p:cNvPr>
          <p:cNvSpPr>
            <a:spLocks noGrp="1"/>
          </p:cNvSpPr>
          <p:nvPr>
            <p:ph type="body" sz="quarter" idx="21"/>
          </p:nvPr>
        </p:nvSpPr>
        <p:spPr>
          <a:xfrm>
            <a:off x="9995668" y="320675"/>
            <a:ext cx="1806575" cy="490538"/>
          </a:xfrm>
        </p:spPr>
        <p:txBody>
          <a:bodyPr lIns="0"/>
          <a:lstStyle>
            <a:lvl1pPr marL="0" indent="0" algn="r">
              <a:lnSpc>
                <a:spcPct val="100000"/>
              </a:lnSpc>
              <a:spcAft>
                <a:spcPts val="0"/>
              </a:spcAft>
              <a:buNone/>
              <a:defRPr sz="800" cap="all" spc="150" baseline="0">
                <a:solidFill>
                  <a:schemeClr val="tx2"/>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9" name="Text Placeholder 9">
            <a:extLst>
              <a:ext uri="{FF2B5EF4-FFF2-40B4-BE49-F238E27FC236}">
                <a16:creationId xmlns:a16="http://schemas.microsoft.com/office/drawing/2014/main" id="{3E4DB92E-FCCA-4806-8F2E-DEB3A5FAEC72}"/>
              </a:ext>
            </a:extLst>
          </p:cNvPr>
          <p:cNvSpPr>
            <a:spLocks noGrp="1"/>
          </p:cNvSpPr>
          <p:nvPr>
            <p:ph type="body" sz="quarter" idx="26"/>
          </p:nvPr>
        </p:nvSpPr>
        <p:spPr>
          <a:xfrm>
            <a:off x="400391" y="2082800"/>
            <a:ext cx="11391217" cy="3934642"/>
          </a:xfrm>
          <a:prstGeom prst="rect">
            <a:avLst/>
          </a:prstGeom>
        </p:spPr>
        <p:txBody>
          <a:bodyPr lIns="0" tIns="0" rIns="0" bIns="0"/>
          <a:lstStyle>
            <a:lvl1pPr>
              <a:lnSpc>
                <a:spcPct val="100000"/>
              </a:lnSpc>
              <a:spcBef>
                <a:spcPts val="600"/>
              </a:spcBef>
              <a:buNone/>
              <a:defRPr sz="2400">
                <a:solidFill>
                  <a:schemeClr val="tx1"/>
                </a:solidFill>
                <a:latin typeface="+mn-lt"/>
                <a:ea typeface="+mn-ea"/>
                <a:cs typeface="+mn-cs"/>
              </a:defRPr>
            </a:lvl1pPr>
            <a:lvl2pPr>
              <a:lnSpc>
                <a:spcPct val="100000"/>
              </a:lnSpc>
              <a:spcBef>
                <a:spcPts val="600"/>
              </a:spcBef>
              <a:defRPr sz="2400">
                <a:solidFill>
                  <a:schemeClr val="tx1"/>
                </a:solidFill>
                <a:latin typeface="+mn-lt"/>
                <a:ea typeface="+mn-ea"/>
                <a:cs typeface="+mn-cs"/>
              </a:defRPr>
            </a:lvl2pPr>
            <a:lvl3pPr>
              <a:lnSpc>
                <a:spcPct val="100000"/>
              </a:lnSpc>
              <a:spcBef>
                <a:spcPts val="600"/>
              </a:spcBef>
              <a:defRPr sz="2400">
                <a:solidFill>
                  <a:schemeClr val="tx1"/>
                </a:solidFill>
                <a:latin typeface="+mn-lt"/>
                <a:ea typeface="+mn-ea"/>
                <a:cs typeface="+mn-cs"/>
              </a:defRPr>
            </a:lvl3pPr>
            <a:lvl4pPr>
              <a:lnSpc>
                <a:spcPct val="100000"/>
              </a:lnSpc>
              <a:spcBef>
                <a:spcPts val="600"/>
              </a:spcBef>
              <a:defRPr sz="2400">
                <a:solidFill>
                  <a:schemeClr val="tx1"/>
                </a:solidFill>
                <a:latin typeface="+mn-lt"/>
                <a:ea typeface="+mn-ea"/>
                <a:cs typeface="+mn-cs"/>
              </a:defRPr>
            </a:lvl4pPr>
            <a:lvl5pPr>
              <a:lnSpc>
                <a:spcPts val="1750"/>
              </a:lnSpc>
              <a:defRPr sz="1400"/>
            </a:lvl5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8972347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4_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DDE965-4941-7132-45E7-50830D784BEF}"/>
              </a:ext>
            </a:extLst>
          </p:cNvPr>
          <p:cNvGraphicFramePr>
            <a:graphicFrameLocks noChangeAspect="1"/>
          </p:cNvGraphicFramePr>
          <p:nvPr userDrawn="1">
            <p:custDataLst>
              <p:tags r:id="rId1"/>
            </p:custDataLst>
            <p:extLst>
              <p:ext uri="{D42A27DB-BD31-4B8C-83A1-F6EECF244321}">
                <p14:modId xmlns:p14="http://schemas.microsoft.com/office/powerpoint/2010/main" val="939341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C1DDE965-4941-7132-45E7-50830D784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168485565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1_Cool Gray Blank">
    <p:bg>
      <p:bgPr>
        <a:solidFill>
          <a:srgbClr val="C2C7CA"/>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0D01C7-7BD5-A01A-5C6F-F986D8B51C6D}"/>
              </a:ext>
            </a:extLst>
          </p:cNvPr>
          <p:cNvGraphicFramePr>
            <a:graphicFrameLocks noChangeAspect="1"/>
          </p:cNvGraphicFramePr>
          <p:nvPr userDrawn="1">
            <p:custDataLst>
              <p:tags r:id="rId1"/>
            </p:custDataLst>
            <p:extLst>
              <p:ext uri="{D42A27DB-BD31-4B8C-83A1-F6EECF244321}">
                <p14:modId xmlns:p14="http://schemas.microsoft.com/office/powerpoint/2010/main" val="4122222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10D01C7-7BD5-A01A-5C6F-F986D8B51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59373255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3C99A4-0F29-EDFF-560F-E01D3406C16B}"/>
              </a:ext>
            </a:extLst>
          </p:cNvPr>
          <p:cNvSpPr/>
          <p:nvPr userDrawn="1"/>
        </p:nvSpPr>
        <p:spPr>
          <a:xfrm>
            <a:off x="-425" y="6390815"/>
            <a:ext cx="12204000" cy="46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92787" y="1299410"/>
            <a:ext cx="11160125" cy="834189"/>
          </a:xfrm>
        </p:spPr>
        <p:txBody>
          <a:bodyPr/>
          <a:lstStyle/>
          <a:p>
            <a:r>
              <a:rPr lang="en-GB"/>
              <a:t>Slide Title</a:t>
            </a:r>
            <a:endParaRPr lang="en-US"/>
          </a:p>
        </p:txBody>
      </p:sp>
      <p:sp>
        <p:nvSpPr>
          <p:cNvPr id="4" name="Footer Placeholder 3"/>
          <p:cNvSpPr>
            <a:spLocks noGrp="1"/>
          </p:cNvSpPr>
          <p:nvPr>
            <p:ph type="ftr" sz="quarter" idx="11"/>
          </p:nvPr>
        </p:nvSpPr>
        <p:spPr/>
        <p:txBody>
          <a:bodyPr/>
          <a:lstStyle/>
          <a:p>
            <a:r>
              <a:rPr lang="en-US"/>
              <a:t>Document title</a:t>
            </a:r>
          </a:p>
        </p:txBody>
      </p:sp>
      <p:sp>
        <p:nvSpPr>
          <p:cNvPr id="5" name="Slide Number Placeholder 4"/>
          <p:cNvSpPr>
            <a:spLocks noGrp="1"/>
          </p:cNvSpPr>
          <p:nvPr>
            <p:ph type="sldNum" sz="quarter" idx="12"/>
          </p:nvPr>
        </p:nvSpPr>
        <p:spPr/>
        <p:txBody>
          <a:bodyPr/>
          <a:lstStyle/>
          <a:p>
            <a:fld id="{48F63A3B-78C7-47BE-AE5E-E10140E04643}" type="slidenum">
              <a:rPr lang="en-US"/>
              <a:t>‹#›</a:t>
            </a:fld>
            <a:endParaRPr lang="en-US"/>
          </a:p>
        </p:txBody>
      </p:sp>
      <p:pic>
        <p:nvPicPr>
          <p:cNvPr id="7" name="Graphic 6">
            <a:extLst>
              <a:ext uri="{FF2B5EF4-FFF2-40B4-BE49-F238E27FC236}">
                <a16:creationId xmlns:a16="http://schemas.microsoft.com/office/drawing/2014/main" id="{473E546C-B7E9-7005-334C-C6B57AC6F5DB}"/>
              </a:ext>
            </a:extLst>
          </p:cNvPr>
          <p:cNvPicPr>
            <a:picLocks noChangeAspect="1"/>
          </p:cNvPicPr>
          <p:nvPr userDrawn="1"/>
        </p:nvPicPr>
        <p:blipFill>
          <a:blip>
            <a:extLst>
              <a:ext uri="{96DAC541-7B7A-43D3-8B79-37D633B846F1}">
                <asvg:svgBlip xmlns:asvg="http://schemas.microsoft.com/office/drawing/2016/SVG/main" r:embed="rId2"/>
              </a:ext>
            </a:extLst>
          </a:blip>
          <a:srcRect l="8903" t="40386" r="9168" b="30574"/>
          <a:stretch>
            <a:fillRect/>
          </a:stretch>
        </p:blipFill>
        <p:spPr>
          <a:xfrm>
            <a:off x="526490" y="476285"/>
            <a:ext cx="1440000" cy="115433"/>
          </a:xfrm>
          <a:prstGeom prst="rect">
            <a:avLst/>
          </a:prstGeom>
        </p:spPr>
      </p:pic>
      <p:pic>
        <p:nvPicPr>
          <p:cNvPr id="9" name="Graphic 8">
            <a:extLst>
              <a:ext uri="{FF2B5EF4-FFF2-40B4-BE49-F238E27FC236}">
                <a16:creationId xmlns:a16="http://schemas.microsoft.com/office/drawing/2014/main" id="{0E935F0A-4C4E-F487-B6F1-3807908BD38A}"/>
              </a:ext>
            </a:extLst>
          </p:cNvPr>
          <p:cNvPicPr>
            <a:picLocks noChangeAspect="1"/>
          </p:cNvPicPr>
          <p:nvPr userDrawn="1"/>
        </p:nvPicPr>
        <p:blipFill>
          <a:blip>
            <a:extLst>
              <a:ext uri="{96DAC541-7B7A-43D3-8B79-37D633B846F1}">
                <asvg:svgBlip xmlns:asvg="http://schemas.microsoft.com/office/drawing/2016/SVG/main" r:embed="rId3"/>
              </a:ext>
            </a:extLst>
          </a:blip>
          <a:srcRect l="15593" t="39568" r="16052" b="38619"/>
          <a:stretch>
            <a:fillRect/>
          </a:stretch>
        </p:blipFill>
        <p:spPr>
          <a:xfrm>
            <a:off x="11021638" y="6522107"/>
            <a:ext cx="1008000" cy="182266"/>
          </a:xfrm>
          <a:prstGeom prst="rect">
            <a:avLst/>
          </a:prstGeom>
        </p:spPr>
      </p:pic>
      <p:sp>
        <p:nvSpPr>
          <p:cNvPr id="10" name="Text Placeholder 13">
            <a:extLst>
              <a:ext uri="{FF2B5EF4-FFF2-40B4-BE49-F238E27FC236}">
                <a16:creationId xmlns:a16="http://schemas.microsoft.com/office/drawing/2014/main" id="{A8D7F72A-547F-2F53-8082-4B355F5DD0AD}"/>
              </a:ext>
            </a:extLst>
          </p:cNvPr>
          <p:cNvSpPr>
            <a:spLocks noGrp="1"/>
          </p:cNvSpPr>
          <p:nvPr>
            <p:ph type="body" sz="quarter" idx="13" hasCustomPrompt="1"/>
          </p:nvPr>
        </p:nvSpPr>
        <p:spPr>
          <a:xfrm>
            <a:off x="6096001" y="476250"/>
            <a:ext cx="5569510" cy="427038"/>
          </a:xfrm>
        </p:spPr>
        <p:txBody>
          <a:bodyPr/>
          <a:lstStyle>
            <a:lvl1pPr marL="0" indent="0" algn="r">
              <a:spcAft>
                <a:spcPts val="0"/>
              </a:spcAft>
              <a:buNone/>
              <a:defRPr sz="900" cap="all" spc="50" baseline="0">
                <a:solidFill>
                  <a:schemeClr val="tx1"/>
                </a:solidFill>
              </a:defRPr>
            </a:lvl1pPr>
            <a:lvl2pPr marL="0" indent="0">
              <a:spcAft>
                <a:spcPts val="0"/>
              </a:spcAft>
              <a:buNone/>
              <a:defRPr/>
            </a:lvl2pPr>
            <a:lvl3pPr marL="0" indent="0">
              <a:spcAft>
                <a:spcPts val="0"/>
              </a:spcAft>
              <a:buNone/>
              <a:defRPr/>
            </a:lvl3pPr>
            <a:lvl4pPr marL="0" indent="0">
              <a:spcAft>
                <a:spcPts val="0"/>
              </a:spcAft>
              <a:buNone/>
              <a:defRPr/>
            </a:lvl4pPr>
            <a:lvl5pPr marL="0" indent="0">
              <a:spcAft>
                <a:spcPts val="0"/>
              </a:spcAft>
              <a:buNone/>
              <a:defRPr/>
            </a:lvl5pPr>
          </a:lstStyle>
          <a:p>
            <a:pPr lvl="0"/>
            <a:r>
              <a:rPr lang="en-GB"/>
              <a:t>Section title</a:t>
            </a:r>
            <a:endParaRPr lang="en-US"/>
          </a:p>
        </p:txBody>
      </p:sp>
    </p:spTree>
    <p:extLst>
      <p:ext uri="{BB962C8B-B14F-4D97-AF65-F5344CB8AC3E}">
        <p14:creationId xmlns:p14="http://schemas.microsoft.com/office/powerpoint/2010/main" val="217482667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F0B1F0-1477-8D21-AC20-6899CA257399}"/>
              </a:ext>
            </a:extLst>
          </p:cNvPr>
          <p:cNvGraphicFramePr>
            <a:graphicFrameLocks noChangeAspect="1"/>
          </p:cNvGraphicFramePr>
          <p:nvPr userDrawn="1">
            <p:custDataLst>
              <p:tags r:id="rId1"/>
            </p:custDataLst>
            <p:extLst>
              <p:ext uri="{D42A27DB-BD31-4B8C-83A1-F6EECF244321}">
                <p14:modId xmlns:p14="http://schemas.microsoft.com/office/powerpoint/2010/main" val="1651319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15F0B1F0-1477-8D21-AC20-6899CA25739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id="{7CFF06D9-FB08-5745-931D-8B37BDFBFDF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28986924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White BG with Footer Bar">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86C98B7-DE10-82B5-99D4-C529F7A0038D}"/>
              </a:ext>
            </a:extLst>
          </p:cNvPr>
          <p:cNvGraphicFramePr>
            <a:graphicFrameLocks noChangeAspect="1"/>
          </p:cNvGraphicFramePr>
          <p:nvPr userDrawn="1">
            <p:custDataLst>
              <p:tags r:id="rId1"/>
            </p:custDataLst>
            <p:extLst>
              <p:ext uri="{D42A27DB-BD31-4B8C-83A1-F6EECF244321}">
                <p14:modId xmlns:p14="http://schemas.microsoft.com/office/powerpoint/2010/main" val="30324870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86C98B7-DE10-82B5-99D4-C529F7A003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92C15477-B79C-0949-A9EA-DCFAD113D4D0}"/>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17702250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Warm White BG with Footer">
    <p:bg>
      <p:bgPr>
        <a:solidFill>
          <a:srgbClr val="F0EEED"/>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EB5C00-E3D3-76F4-31C0-12D985953BD7}"/>
              </a:ext>
            </a:extLst>
          </p:cNvPr>
          <p:cNvGraphicFramePr>
            <a:graphicFrameLocks noChangeAspect="1"/>
          </p:cNvGraphicFramePr>
          <p:nvPr userDrawn="1">
            <p:custDataLst>
              <p:tags r:id="rId1"/>
            </p:custDataLst>
            <p:extLst>
              <p:ext uri="{D42A27DB-BD31-4B8C-83A1-F6EECF244321}">
                <p14:modId xmlns:p14="http://schemas.microsoft.com/office/powerpoint/2010/main" val="761161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39EB5C00-E3D3-76F4-31C0-12D985953B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D3097BF5-7BBF-3047-A206-3F4A405BB095}"/>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1186249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1_Cool Gray BG with Footer ">
    <p:bg>
      <p:bgPr>
        <a:solidFill>
          <a:srgbClr val="C2C7CA"/>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99970C-B254-230C-FEDC-94BFF1194A6A}"/>
              </a:ext>
            </a:extLst>
          </p:cNvPr>
          <p:cNvGraphicFramePr>
            <a:graphicFrameLocks noChangeAspect="1"/>
          </p:cNvGraphicFramePr>
          <p:nvPr userDrawn="1">
            <p:custDataLst>
              <p:tags r:id="rId1"/>
            </p:custDataLst>
            <p:extLst>
              <p:ext uri="{D42A27DB-BD31-4B8C-83A1-F6EECF244321}">
                <p14:modId xmlns:p14="http://schemas.microsoft.com/office/powerpoint/2010/main" val="655918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1599970C-B254-230C-FEDC-94BFF1194A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descr="Shape&#10;&#10;Description automatically generated with medium confidence">
            <a:extLst>
              <a:ext uri="{FF2B5EF4-FFF2-40B4-BE49-F238E27FC236}">
                <a16:creationId xmlns:a16="http://schemas.microsoft.com/office/drawing/2014/main" id="{BC0B97F8-76CD-034D-BE7D-C4CA07F040DC}"/>
              </a:ext>
            </a:extLst>
          </p:cNvPr>
          <p:cNvPicPr>
            <a:picLocks noChangeAspect="1"/>
          </p:cNvPicPr>
          <p:nvPr userDrawn="1"/>
        </p:nvPicPr>
        <p:blipFill>
          <a:blip r:embed="rId5"/>
          <a:stretch>
            <a:fillRect/>
          </a:stretch>
        </p:blipFill>
        <p:spPr>
          <a:xfrm>
            <a:off x="10895872" y="6497324"/>
            <a:ext cx="1213995" cy="339897"/>
          </a:xfrm>
          <a:prstGeom prst="rect">
            <a:avLst/>
          </a:prstGeom>
        </p:spPr>
      </p:pic>
      <p:sp>
        <p:nvSpPr>
          <p:cNvPr id="6" name="Subtitle 2">
            <a:extLst>
              <a:ext uri="{FF2B5EF4-FFF2-40B4-BE49-F238E27FC236}">
                <a16:creationId xmlns:a16="http://schemas.microsoft.com/office/drawing/2014/main" id="{0948CC4D-4367-B440-99AF-C773899BA61F}"/>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600" kern="800" spc="0">
              <a:solidFill>
                <a:schemeClr val="tx1"/>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A9F911F-E274-B449-8FFF-CFAFEA4138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55784893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_Deep Blue BG with Footer">
    <p:bg>
      <p:bgPr>
        <a:solidFill>
          <a:srgbClr val="1E445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859B6D-D802-9937-F4E6-73E1C96EC98C}"/>
              </a:ext>
            </a:extLst>
          </p:cNvPr>
          <p:cNvGraphicFramePr>
            <a:graphicFrameLocks noChangeAspect="1"/>
          </p:cNvGraphicFramePr>
          <p:nvPr userDrawn="1">
            <p:custDataLst>
              <p:tags r:id="rId1"/>
            </p:custDataLst>
            <p:extLst>
              <p:ext uri="{D42A27DB-BD31-4B8C-83A1-F6EECF244321}">
                <p14:modId xmlns:p14="http://schemas.microsoft.com/office/powerpoint/2010/main" val="3096126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8B859B6D-D802-9937-F4E6-73E1C96EC9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ubtitle 2">
            <a:extLst>
              <a:ext uri="{FF2B5EF4-FFF2-40B4-BE49-F238E27FC236}">
                <a16:creationId xmlns:a16="http://schemas.microsoft.com/office/drawing/2014/main" id="{F6F27F47-D0BE-A040-A0F8-F917A54A3554}"/>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accent2"/>
                </a:solidFill>
                <a:effectLst/>
                <a:latin typeface="+mn-lt"/>
              </a:rPr>
              <a:t>®IHG | Confidential &amp; Proprietary</a:t>
            </a:r>
            <a:endParaRPr lang="en-GB" sz="600" kern="800" spc="0">
              <a:solidFill>
                <a:schemeClr val="accent2"/>
              </a:solidFill>
              <a:latin typeface="+mn-lt"/>
              <a:cs typeface="Arial" panose="020B0604020202020204" pitchFamily="34" charset="0"/>
            </a:endParaRPr>
          </a:p>
        </p:txBody>
      </p:sp>
      <p:pic>
        <p:nvPicPr>
          <p:cNvPr id="5" name="Picture 4">
            <a:extLst>
              <a:ext uri="{FF2B5EF4-FFF2-40B4-BE49-F238E27FC236}">
                <a16:creationId xmlns:a16="http://schemas.microsoft.com/office/drawing/2014/main" id="{BC0B97F8-76CD-034D-BE7D-C4CA07F040DC}"/>
              </a:ext>
            </a:extLst>
          </p:cNvPr>
          <p:cNvPicPr>
            <a:picLocks noChangeAspect="1"/>
          </p:cNvPicPr>
          <p:nvPr userDrawn="1"/>
        </p:nvPicPr>
        <p:blipFill>
          <a:blip r:embed="rId5"/>
          <a:srcRect/>
          <a:stretch/>
        </p:blipFill>
        <p:spPr>
          <a:xfrm>
            <a:off x="10895872" y="6497324"/>
            <a:ext cx="1213995" cy="339896"/>
          </a:xfrm>
          <a:prstGeom prst="rect">
            <a:avLst/>
          </a:prstGeom>
        </p:spPr>
      </p:pic>
      <p:sp>
        <p:nvSpPr>
          <p:cNvPr id="2" name="Slide Number Placeholder 1">
            <a:extLst>
              <a:ext uri="{FF2B5EF4-FFF2-40B4-BE49-F238E27FC236}">
                <a16:creationId xmlns:a16="http://schemas.microsoft.com/office/drawing/2014/main" id="{3D708E44-75FF-CD4B-A9F2-3C54C6595278}"/>
              </a:ext>
            </a:extLst>
          </p:cNvPr>
          <p:cNvSpPr>
            <a:spLocks noGrp="1"/>
          </p:cNvSpPr>
          <p:nvPr>
            <p:ph type="sldNum" sz="quarter" idx="10"/>
          </p:nvPr>
        </p:nvSpPr>
        <p:spPr/>
        <p:txBody>
          <a:bodyPr/>
          <a:lstStyle>
            <a:lvl1pPr rtl="0">
              <a:defRPr>
                <a:solidFill>
                  <a:schemeClr val="bg1"/>
                </a:solidFill>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09366544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_Warm White Blank">
    <p:bg>
      <p:bgPr>
        <a:solidFill>
          <a:srgbClr val="F0EEED"/>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1EDB389-5F78-A70A-18FD-102A95934547}"/>
              </a:ext>
            </a:extLst>
          </p:cNvPr>
          <p:cNvGraphicFramePr>
            <a:graphicFrameLocks noChangeAspect="1"/>
          </p:cNvGraphicFramePr>
          <p:nvPr userDrawn="1">
            <p:custDataLst>
              <p:tags r:id="rId1"/>
            </p:custDataLst>
            <p:extLst>
              <p:ext uri="{D42A27DB-BD31-4B8C-83A1-F6EECF244321}">
                <p14:modId xmlns:p14="http://schemas.microsoft.com/office/powerpoint/2010/main" val="1672738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41EDB389-5F78-A70A-18FD-102A959345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4412DFBF-C69A-174E-B6A3-82347D959FA2}"/>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90740457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Deep Blue Blank">
    <p:bg>
      <p:bgPr>
        <a:solidFill>
          <a:srgbClr val="1E4456"/>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4F92D57-CD68-CA19-A5E3-83E0C7A7D36A}"/>
              </a:ext>
            </a:extLst>
          </p:cNvPr>
          <p:cNvGraphicFramePr>
            <a:graphicFrameLocks noChangeAspect="1"/>
          </p:cNvGraphicFramePr>
          <p:nvPr userDrawn="1">
            <p:custDataLst>
              <p:tags r:id="rId1"/>
            </p:custDataLst>
            <p:extLst>
              <p:ext uri="{D42A27DB-BD31-4B8C-83A1-F6EECF244321}">
                <p14:modId xmlns:p14="http://schemas.microsoft.com/office/powerpoint/2010/main" val="2910544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4F92D57-CD68-CA19-A5E3-83E0C7A7D3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EA9AB00A-8414-464E-A652-719BD037CAF7}"/>
              </a:ext>
            </a:extLst>
          </p:cNvPr>
          <p:cNvSpPr>
            <a:spLocks noGrp="1"/>
          </p:cNvSpPr>
          <p:nvPr>
            <p:ph type="sldNum" sz="quarter" idx="10"/>
          </p:nvPr>
        </p:nvSpPr>
        <p:spPr/>
        <p:txBody>
          <a:bodyPr/>
          <a:lstStyle>
            <a:lvl1pPr rtl="0">
              <a:defRPr>
                <a:solidFill>
                  <a:schemeClr val="bg1"/>
                </a:solidFill>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227158128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_Cool Gray Blank">
    <p:bg>
      <p:bgPr>
        <a:solidFill>
          <a:srgbClr val="C2C7CA"/>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10D01C7-7BD5-A01A-5C6F-F986D8B51C6D}"/>
              </a:ext>
            </a:extLst>
          </p:cNvPr>
          <p:cNvGraphicFramePr>
            <a:graphicFrameLocks noChangeAspect="1"/>
          </p:cNvGraphicFramePr>
          <p:nvPr userDrawn="1">
            <p:custDataLst>
              <p:tags r:id="rId1"/>
            </p:custDataLst>
            <p:extLst>
              <p:ext uri="{D42A27DB-BD31-4B8C-83A1-F6EECF244321}">
                <p14:modId xmlns:p14="http://schemas.microsoft.com/office/powerpoint/2010/main" val="4122222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B10D01C7-7BD5-A01A-5C6F-F986D8B51C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9298310A-D0C6-DA4B-873F-284F19394ABF}"/>
              </a:ext>
            </a:extLst>
          </p:cNvPr>
          <p:cNvSpPr>
            <a:spLocks noGrp="1"/>
          </p:cNvSpPr>
          <p:nvPr>
            <p:ph type="sldNum" sz="quarter" idx="10"/>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124190551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Presentation Title Image Galler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FC497D2-91ED-662A-D962-216849C53D75}"/>
              </a:ext>
            </a:extLst>
          </p:cNvPr>
          <p:cNvGraphicFramePr>
            <a:graphicFrameLocks noChangeAspect="1"/>
          </p:cNvGraphicFramePr>
          <p:nvPr userDrawn="1">
            <p:custDataLst>
              <p:tags r:id="rId1"/>
            </p:custDataLst>
            <p:extLst>
              <p:ext uri="{D42A27DB-BD31-4B8C-83A1-F6EECF244321}">
                <p14:modId xmlns:p14="http://schemas.microsoft.com/office/powerpoint/2010/main" val="14767394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5FC497D2-91ED-662A-D962-216849C53D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Picture Placeholder 3">
            <a:extLst>
              <a:ext uri="{FF2B5EF4-FFF2-40B4-BE49-F238E27FC236}">
                <a16:creationId xmlns:a16="http://schemas.microsoft.com/office/drawing/2014/main" id="{D8585B6A-9C3E-BF4A-A865-E0C828397480}"/>
              </a:ext>
            </a:extLst>
          </p:cNvPr>
          <p:cNvSpPr>
            <a:spLocks noGrp="1"/>
          </p:cNvSpPr>
          <p:nvPr>
            <p:ph type="pic" sz="quarter" idx="14" hasCustomPrompt="1"/>
          </p:nvPr>
        </p:nvSpPr>
        <p:spPr>
          <a:xfrm>
            <a:off x="-1" y="1403748"/>
            <a:ext cx="3010502" cy="29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2" name="Picture Placeholder 3">
            <a:extLst>
              <a:ext uri="{FF2B5EF4-FFF2-40B4-BE49-F238E27FC236}">
                <a16:creationId xmlns:a16="http://schemas.microsoft.com/office/drawing/2014/main" id="{DEBF2340-24F5-7449-A747-E6C8095E6A54}"/>
              </a:ext>
            </a:extLst>
          </p:cNvPr>
          <p:cNvSpPr>
            <a:spLocks noGrp="1"/>
          </p:cNvSpPr>
          <p:nvPr>
            <p:ph type="pic" sz="quarter" idx="15" hasCustomPrompt="1"/>
          </p:nvPr>
        </p:nvSpPr>
        <p:spPr>
          <a:xfrm>
            <a:off x="3095093" y="1403748"/>
            <a:ext cx="1849682" cy="20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5" name="Picture Placeholder 3">
            <a:extLst>
              <a:ext uri="{FF2B5EF4-FFF2-40B4-BE49-F238E27FC236}">
                <a16:creationId xmlns:a16="http://schemas.microsoft.com/office/drawing/2014/main" id="{D43A5DDA-E27A-CD48-98DD-4F2254AD49AD}"/>
              </a:ext>
            </a:extLst>
          </p:cNvPr>
          <p:cNvSpPr>
            <a:spLocks noGrp="1"/>
          </p:cNvSpPr>
          <p:nvPr>
            <p:ph type="pic" sz="quarter" idx="16" hasCustomPrompt="1"/>
          </p:nvPr>
        </p:nvSpPr>
        <p:spPr>
          <a:xfrm>
            <a:off x="5029527" y="1403748"/>
            <a:ext cx="2813494" cy="2448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6" name="Picture Placeholder 3">
            <a:extLst>
              <a:ext uri="{FF2B5EF4-FFF2-40B4-BE49-F238E27FC236}">
                <a16:creationId xmlns:a16="http://schemas.microsoft.com/office/drawing/2014/main" id="{4424DC3B-BD2A-ED4E-BB51-AFC701DA0B84}"/>
              </a:ext>
            </a:extLst>
          </p:cNvPr>
          <p:cNvSpPr>
            <a:spLocks noGrp="1"/>
          </p:cNvSpPr>
          <p:nvPr>
            <p:ph type="pic" sz="quarter" idx="17" hasCustomPrompt="1"/>
          </p:nvPr>
        </p:nvSpPr>
        <p:spPr>
          <a:xfrm>
            <a:off x="7925316" y="1403748"/>
            <a:ext cx="2189033" cy="20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sp>
        <p:nvSpPr>
          <p:cNvPr id="27" name="Picture Placeholder 3">
            <a:extLst>
              <a:ext uri="{FF2B5EF4-FFF2-40B4-BE49-F238E27FC236}">
                <a16:creationId xmlns:a16="http://schemas.microsoft.com/office/drawing/2014/main" id="{5622D332-7D21-DE49-BB27-39E5CD04E3C8}"/>
              </a:ext>
            </a:extLst>
          </p:cNvPr>
          <p:cNvSpPr>
            <a:spLocks noGrp="1"/>
          </p:cNvSpPr>
          <p:nvPr>
            <p:ph type="pic" sz="quarter" idx="18" hasCustomPrompt="1"/>
          </p:nvPr>
        </p:nvSpPr>
        <p:spPr>
          <a:xfrm>
            <a:off x="10199740" y="1403748"/>
            <a:ext cx="1992260" cy="2970000"/>
          </a:xfrm>
          <a:prstGeom prst="rect">
            <a:avLst/>
          </a:prstGeom>
          <a:solidFill>
            <a:srgbClr val="C2C7CA"/>
          </a:solidFill>
          <a:ln>
            <a:noFill/>
          </a:ln>
        </p:spPr>
        <p:txBody>
          <a:bodyPr anchor="ctr" anchorCtr="0"/>
          <a:lstStyle>
            <a:lvl1pPr algn="ctr" rtl="0">
              <a:buFontTx/>
              <a:buNone/>
              <a:defRPr sz="1500">
                <a:solidFill>
                  <a:srgbClr val="262626"/>
                </a:solidFill>
              </a:defRPr>
            </a:lvl1pPr>
          </a:lstStyle>
          <a:p>
            <a:r>
              <a:rPr lang="en-GB"/>
              <a:t>Insert image here</a:t>
            </a:r>
          </a:p>
        </p:txBody>
      </p:sp>
      <p:pic>
        <p:nvPicPr>
          <p:cNvPr id="2" name="Picture 1" descr="Shape&#10;&#10;Description automatically generated with medium confidence">
            <a:extLst>
              <a:ext uri="{FF2B5EF4-FFF2-40B4-BE49-F238E27FC236}">
                <a16:creationId xmlns:a16="http://schemas.microsoft.com/office/drawing/2014/main" id="{7419BC37-E1AF-C544-AB59-368BB200836D}"/>
              </a:ext>
            </a:extLst>
          </p:cNvPr>
          <p:cNvPicPr>
            <a:picLocks noChangeAspect="1"/>
          </p:cNvPicPr>
          <p:nvPr userDrawn="1"/>
        </p:nvPicPr>
        <p:blipFill>
          <a:blip r:embed="rId5"/>
          <a:stretch>
            <a:fillRect/>
          </a:stretch>
        </p:blipFill>
        <p:spPr>
          <a:xfrm>
            <a:off x="5089295" y="205402"/>
            <a:ext cx="2030663" cy="960322"/>
          </a:xfrm>
          <a:prstGeom prst="rect">
            <a:avLst/>
          </a:prstGeom>
        </p:spPr>
      </p:pic>
      <p:sp>
        <p:nvSpPr>
          <p:cNvPr id="4" name="Text Placeholder 3">
            <a:extLst>
              <a:ext uri="{FF2B5EF4-FFF2-40B4-BE49-F238E27FC236}">
                <a16:creationId xmlns:a16="http://schemas.microsoft.com/office/drawing/2014/main" id="{02569AE1-31E6-9844-9002-CF31BD42E8C9}"/>
              </a:ext>
            </a:extLst>
          </p:cNvPr>
          <p:cNvSpPr>
            <a:spLocks noGrp="1"/>
          </p:cNvSpPr>
          <p:nvPr>
            <p:ph type="body" sz="quarter" idx="10" hasCustomPrompt="1"/>
          </p:nvPr>
        </p:nvSpPr>
        <p:spPr>
          <a:xfrm>
            <a:off x="2323458" y="4892826"/>
            <a:ext cx="7539528" cy="465827"/>
          </a:xfrm>
          <a:prstGeom prst="rect">
            <a:avLst/>
          </a:prstGeom>
        </p:spPr>
        <p:txBody>
          <a:bodyPr lIns="0" tIns="0" rIns="0" bIns="0" anchor="b"/>
          <a:lstStyle>
            <a:lvl1pPr marL="0" indent="0" algn="ctr" rtl="0">
              <a:lnSpc>
                <a:spcPct val="90000"/>
              </a:lnSpc>
              <a:spcBef>
                <a:spcPts val="0"/>
              </a:spcBef>
              <a:buNone/>
              <a:defRPr sz="375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Presentation Title</a:t>
            </a:r>
          </a:p>
        </p:txBody>
      </p:sp>
      <p:sp>
        <p:nvSpPr>
          <p:cNvPr id="5" name="Text Placeholder 3">
            <a:extLst>
              <a:ext uri="{FF2B5EF4-FFF2-40B4-BE49-F238E27FC236}">
                <a16:creationId xmlns:a16="http://schemas.microsoft.com/office/drawing/2014/main" id="{D0F46287-EEDD-B045-9BE9-944F86CED7DA}"/>
              </a:ext>
            </a:extLst>
          </p:cNvPr>
          <p:cNvSpPr>
            <a:spLocks noGrp="1"/>
          </p:cNvSpPr>
          <p:nvPr>
            <p:ph type="body" sz="quarter" idx="11" hasCustomPrompt="1"/>
          </p:nvPr>
        </p:nvSpPr>
        <p:spPr>
          <a:xfrm>
            <a:off x="2323458" y="5490864"/>
            <a:ext cx="7539528" cy="247351"/>
          </a:xfrm>
          <a:prstGeom prst="rect">
            <a:avLst/>
          </a:prstGeom>
        </p:spPr>
        <p:txBody>
          <a:bodyPr lIns="0" tIns="0" rIns="0" bIns="0"/>
          <a:lstStyle>
            <a:lvl1pPr marL="0" indent="0" algn="ctr" rtl="0">
              <a:lnSpc>
                <a:spcPct val="90000"/>
              </a:lnSpc>
              <a:spcBef>
                <a:spcPts val="0"/>
              </a:spcBef>
              <a:buNone/>
              <a:defRPr sz="2000">
                <a:solidFill>
                  <a:schemeClr val="accent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Subtitle</a:t>
            </a:r>
          </a:p>
        </p:txBody>
      </p:sp>
      <p:sp>
        <p:nvSpPr>
          <p:cNvPr id="6" name="Text Placeholder 3">
            <a:extLst>
              <a:ext uri="{FF2B5EF4-FFF2-40B4-BE49-F238E27FC236}">
                <a16:creationId xmlns:a16="http://schemas.microsoft.com/office/drawing/2014/main" id="{F76D573B-F035-014D-B8AF-3DD130E61B3A}"/>
              </a:ext>
            </a:extLst>
          </p:cNvPr>
          <p:cNvSpPr>
            <a:spLocks noGrp="1"/>
          </p:cNvSpPr>
          <p:nvPr>
            <p:ph type="body" sz="quarter" idx="12" hasCustomPrompt="1"/>
          </p:nvPr>
        </p:nvSpPr>
        <p:spPr>
          <a:xfrm>
            <a:off x="4263509" y="6378510"/>
            <a:ext cx="3662601" cy="92934"/>
          </a:xfrm>
          <a:prstGeom prst="rect">
            <a:avLst/>
          </a:prstGeom>
        </p:spPr>
        <p:txBody>
          <a:bodyPr lIns="0" tIns="0" rIns="0" bIns="0"/>
          <a:lstStyle>
            <a:lvl1pPr marL="0" indent="0" algn="ctr" rtl="0">
              <a:lnSpc>
                <a:spcPct val="90000"/>
              </a:lnSpc>
              <a:spcBef>
                <a:spcPts val="0"/>
              </a:spcBef>
              <a:buNone/>
              <a:defRPr sz="800" spc="150" baseline="0">
                <a:solidFill>
                  <a:schemeClr val="tx1"/>
                </a:solidFill>
                <a:latin typeface="Arial" panose="020B0604020202020204" pitchFamily="34" charset="0"/>
                <a:cs typeface="Arial" panose="020B0604020202020204" pitchFamily="34" charset="0"/>
              </a:defRPr>
            </a:lvl1pPr>
            <a:lvl2pPr algn="ctr">
              <a:defRPr sz="3750">
                <a:latin typeface="Arial" panose="020B0604020202020204" pitchFamily="34" charset="0"/>
                <a:cs typeface="Arial" panose="020B0604020202020204" pitchFamily="34" charset="0"/>
              </a:defRPr>
            </a:lvl2pPr>
            <a:lvl3pPr algn="ctr">
              <a:defRPr sz="3750">
                <a:latin typeface="Arial" panose="020B0604020202020204" pitchFamily="34" charset="0"/>
                <a:cs typeface="Arial" panose="020B0604020202020204" pitchFamily="34" charset="0"/>
              </a:defRPr>
            </a:lvl3pPr>
            <a:lvl4pPr algn="ctr">
              <a:defRPr sz="3750">
                <a:latin typeface="Arial" panose="020B0604020202020204" pitchFamily="34" charset="0"/>
                <a:cs typeface="Arial" panose="020B0604020202020204" pitchFamily="34" charset="0"/>
              </a:defRPr>
            </a:lvl4pPr>
            <a:lvl5pPr algn="ctr">
              <a:defRPr sz="3750">
                <a:latin typeface="Arial" panose="020B0604020202020204" pitchFamily="34" charset="0"/>
                <a:cs typeface="Arial" panose="020B0604020202020204" pitchFamily="34" charset="0"/>
              </a:defRPr>
            </a:lvl5pPr>
          </a:lstStyle>
          <a:p>
            <a:pPr lvl="0"/>
            <a:r>
              <a:rPr lang="en-GB"/>
              <a:t>MONTH YEAR</a:t>
            </a:r>
          </a:p>
        </p:txBody>
      </p:sp>
    </p:spTree>
    <p:extLst>
      <p:ext uri="{BB962C8B-B14F-4D97-AF65-F5344CB8AC3E}">
        <p14:creationId xmlns:p14="http://schemas.microsoft.com/office/powerpoint/2010/main" val="82645197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DDE965-4941-7132-45E7-50830D784BEF}"/>
              </a:ext>
            </a:extLst>
          </p:cNvPr>
          <p:cNvGraphicFramePr>
            <a:graphicFrameLocks noChangeAspect="1"/>
          </p:cNvGraphicFramePr>
          <p:nvPr userDrawn="1">
            <p:custDataLst>
              <p:tags r:id="rId1"/>
            </p:custDataLst>
            <p:extLst>
              <p:ext uri="{D42A27DB-BD31-4B8C-83A1-F6EECF244321}">
                <p14:modId xmlns:p14="http://schemas.microsoft.com/office/powerpoint/2010/main" val="939341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C1DDE965-4941-7132-45E7-50830D784B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6"/>
            <a:ext cx="9595278" cy="991282"/>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Content section 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p:txBody>
          <a:bodyPr/>
          <a:lstStyle>
            <a:lvl1pPr rtl="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322480635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2_Content Slide – Title Only">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64C950EF-B06A-43B9-A9B6-7DD642BADC29}"/>
              </a:ext>
            </a:extLst>
          </p:cNvPr>
          <p:cNvGraphicFramePr>
            <a:graphicFrameLocks noChangeAspect="1"/>
          </p:cNvGraphicFramePr>
          <p:nvPr userDrawn="1">
            <p:custDataLst>
              <p:tags r:id="rId1"/>
            </p:custDataLst>
            <p:extLst>
              <p:ext uri="{D42A27DB-BD31-4B8C-83A1-F6EECF244321}">
                <p14:modId xmlns:p14="http://schemas.microsoft.com/office/powerpoint/2010/main" val="11167061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64C950EF-B06A-43B9-A9B6-7DD642BADC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4">
            <a:extLst>
              <a:ext uri="{FF2B5EF4-FFF2-40B4-BE49-F238E27FC236}">
                <a16:creationId xmlns:a16="http://schemas.microsoft.com/office/drawing/2014/main" id="{8CF15469-9000-459E-8703-E7EA9A50C0FA}"/>
              </a:ext>
            </a:extLst>
          </p:cNvPr>
          <p:cNvSpPr>
            <a:spLocks noGrp="1"/>
          </p:cNvSpPr>
          <p:nvPr>
            <p:ph type="body" sz="quarter" idx="26" hasCustomPrompt="1"/>
          </p:nvPr>
        </p:nvSpPr>
        <p:spPr>
          <a:xfrm>
            <a:off x="400391" y="1205835"/>
            <a:ext cx="8715375" cy="306388"/>
          </a:xfrm>
        </p:spPr>
        <p:txBody>
          <a:bodyPr lIns="0" anchor="ctr"/>
          <a:lstStyle>
            <a:lvl1pPr marL="0" indent="0" rtl="0">
              <a:buClrTx/>
              <a:buFont typeface="+mj-lt"/>
              <a:buNone/>
              <a:defRPr sz="1400">
                <a:solidFill>
                  <a:schemeClr val="tx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Subtitle</a:t>
            </a:r>
          </a:p>
        </p:txBody>
      </p:sp>
      <p:sp>
        <p:nvSpPr>
          <p:cNvPr id="11" name="Text Placeholder 5">
            <a:extLst>
              <a:ext uri="{FF2B5EF4-FFF2-40B4-BE49-F238E27FC236}">
                <a16:creationId xmlns:a16="http://schemas.microsoft.com/office/drawing/2014/main" id="{4BEA3786-0865-4B44-AE91-371E8B7C2E32}"/>
              </a:ext>
            </a:extLst>
          </p:cNvPr>
          <p:cNvSpPr>
            <a:spLocks noGrp="1"/>
          </p:cNvSpPr>
          <p:nvPr>
            <p:ph type="body" sz="quarter" idx="21"/>
          </p:nvPr>
        </p:nvSpPr>
        <p:spPr>
          <a:xfrm>
            <a:off x="9995668" y="320675"/>
            <a:ext cx="1806575" cy="490538"/>
          </a:xfrm>
        </p:spPr>
        <p:txBody>
          <a:bodyPr lIns="0"/>
          <a:lstStyle>
            <a:lvl1pPr marL="0" indent="0" algn="r" rtl="0">
              <a:lnSpc>
                <a:spcPct val="100000"/>
              </a:lnSpc>
              <a:spcAft>
                <a:spcPts val="0"/>
              </a:spcAft>
              <a:buNone/>
              <a:defRPr sz="800" cap="all" spc="15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
        <p:nvSpPr>
          <p:cNvPr id="12" name="Text Placeholder 7">
            <a:extLst>
              <a:ext uri="{FF2B5EF4-FFF2-40B4-BE49-F238E27FC236}">
                <a16:creationId xmlns:a16="http://schemas.microsoft.com/office/drawing/2014/main" id="{A89C155A-1AC7-DA43-B6D2-E679E2BB4579}"/>
              </a:ext>
            </a:extLst>
          </p:cNvPr>
          <p:cNvSpPr>
            <a:spLocks noGrp="1"/>
          </p:cNvSpPr>
          <p:nvPr>
            <p:ph type="body" sz="quarter" idx="22" hasCustomPrompt="1"/>
          </p:nvPr>
        </p:nvSpPr>
        <p:spPr>
          <a:xfrm>
            <a:off x="400391" y="320677"/>
            <a:ext cx="9595278" cy="800980"/>
          </a:xfrm>
          <a:prstGeom prst="rect">
            <a:avLst/>
          </a:prstGeom>
        </p:spPr>
        <p:txBody>
          <a:bodyPr lIns="0" tIns="0" rIns="0" bIns="0" anchor="t"/>
          <a:lstStyle>
            <a:lvl1pPr marL="0" indent="0" algn="l" rtl="0">
              <a:lnSpc>
                <a:spcPct val="90000"/>
              </a:lnSpc>
              <a:spcBef>
                <a:spcPts val="0"/>
              </a:spcBef>
              <a:buNone/>
              <a:defRPr sz="3000">
                <a:solidFill>
                  <a:schemeClr val="tx1"/>
                </a:solidFill>
                <a:latin typeface="Arial" panose="020B0604020202020204" pitchFamily="34" charset="0"/>
                <a:cs typeface="Arial" panose="020B0604020202020204" pitchFamily="34" charset="0"/>
              </a:defRPr>
            </a:lvl1pPr>
          </a:lstStyle>
          <a:p>
            <a:pPr lvl="0"/>
            <a:r>
              <a:rPr lang="en-GB"/>
              <a:t>Title</a:t>
            </a:r>
          </a:p>
        </p:txBody>
      </p:sp>
      <p:sp>
        <p:nvSpPr>
          <p:cNvPr id="4" name="Slide Number Placeholder 3">
            <a:extLst>
              <a:ext uri="{FF2B5EF4-FFF2-40B4-BE49-F238E27FC236}">
                <a16:creationId xmlns:a16="http://schemas.microsoft.com/office/drawing/2014/main" id="{5C08E9EA-89C9-9442-857B-4031E334067C}"/>
              </a:ext>
            </a:extLst>
          </p:cNvPr>
          <p:cNvSpPr>
            <a:spLocks noGrp="1"/>
          </p:cNvSpPr>
          <p:nvPr>
            <p:ph type="sldNum" sz="quarter" idx="23"/>
          </p:nvPr>
        </p:nvSpPr>
        <p:spPr>
          <a:xfrm>
            <a:off x="191337" y="6555623"/>
            <a:ext cx="326122" cy="218200"/>
          </a:xfrm>
        </p:spPr>
        <p:txBody>
          <a:bodyPr/>
          <a:lstStyle>
            <a:lvl1pPr rtl="0">
              <a:defRPr/>
            </a:lvl1pPr>
          </a:lstStyle>
          <a:p>
            <a:fld id="{BF1B362E-304B-D74F-8E05-F581CCD55911}" type="slidenum">
              <a:rPr lang="en-GB" smtClean="0"/>
              <a:pPr/>
              <a:t>‹#›</a:t>
            </a:fld>
            <a:endParaRPr lang="en-GB"/>
          </a:p>
        </p:txBody>
      </p:sp>
      <p:sp>
        <p:nvSpPr>
          <p:cNvPr id="5" name="Text Placeholder 4">
            <a:extLst>
              <a:ext uri="{FF2B5EF4-FFF2-40B4-BE49-F238E27FC236}">
                <a16:creationId xmlns:a16="http://schemas.microsoft.com/office/drawing/2014/main" id="{0957155C-28F2-476A-B483-4198FC1F5076}"/>
              </a:ext>
            </a:extLst>
          </p:cNvPr>
          <p:cNvSpPr>
            <a:spLocks noGrp="1"/>
          </p:cNvSpPr>
          <p:nvPr>
            <p:ph type="body" sz="quarter" idx="24" hasCustomPrompt="1"/>
          </p:nvPr>
        </p:nvSpPr>
        <p:spPr>
          <a:xfrm>
            <a:off x="191337" y="6084887"/>
            <a:ext cx="11610906" cy="386557"/>
          </a:xfrm>
        </p:spPr>
        <p:txBody>
          <a:bodyPr lIns="0" anchor="b"/>
          <a:lstStyle>
            <a:lvl1pPr marL="0" indent="0" rtl="0">
              <a:spcAft>
                <a:spcPts val="0"/>
              </a:spcAft>
              <a:buClrTx/>
              <a:buFont typeface="+mj-lt"/>
              <a:buNone/>
              <a:defRPr sz="800">
                <a:solidFill>
                  <a:schemeClr val="tx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Notes:</a:t>
            </a:r>
          </a:p>
        </p:txBody>
      </p:sp>
      <p:sp>
        <p:nvSpPr>
          <p:cNvPr id="7" name="Text Placeholder 4">
            <a:extLst>
              <a:ext uri="{FF2B5EF4-FFF2-40B4-BE49-F238E27FC236}">
                <a16:creationId xmlns:a16="http://schemas.microsoft.com/office/drawing/2014/main" id="{1BBB70CC-4324-4655-9119-09D10ADFC579}"/>
              </a:ext>
            </a:extLst>
          </p:cNvPr>
          <p:cNvSpPr>
            <a:spLocks noGrp="1"/>
          </p:cNvSpPr>
          <p:nvPr>
            <p:ph type="body" sz="quarter" idx="25" hasCustomPrompt="1"/>
          </p:nvPr>
        </p:nvSpPr>
        <p:spPr>
          <a:xfrm>
            <a:off x="704193" y="6555622"/>
            <a:ext cx="4990487" cy="218201"/>
          </a:xfrm>
        </p:spPr>
        <p:txBody>
          <a:bodyPr lIns="0" anchor="ctr"/>
          <a:lstStyle>
            <a:lvl1pPr marL="0" indent="0" rtl="0">
              <a:buClrTx/>
              <a:buFont typeface="+mj-lt"/>
              <a:buNone/>
              <a:defRPr sz="800">
                <a:solidFill>
                  <a:schemeClr val="accent1"/>
                </a:solidFill>
              </a:defRPr>
            </a:lvl1pPr>
            <a:lvl2pPr>
              <a:buFont typeface="+mj-lt"/>
              <a:buAutoNum type="arabicPeriod"/>
              <a:defRPr sz="800"/>
            </a:lvl2pPr>
            <a:lvl3pPr>
              <a:buFont typeface="+mj-lt"/>
              <a:buAutoNum type="arabicPeriod"/>
              <a:defRPr sz="800"/>
            </a:lvl3pPr>
            <a:lvl4pPr>
              <a:buFont typeface="+mj-lt"/>
              <a:buAutoNum type="arabicPeriod"/>
              <a:defRPr sz="800"/>
            </a:lvl4pPr>
            <a:lvl5pPr>
              <a:buFont typeface="+mj-lt"/>
              <a:buAutoNum type="arabicPeriod"/>
              <a:defRPr sz="800"/>
            </a:lvl5pPr>
          </a:lstStyle>
          <a:p>
            <a:pPr lvl="0"/>
            <a:r>
              <a:rPr lang="en-GB"/>
              <a:t>Source:</a:t>
            </a:r>
          </a:p>
        </p:txBody>
      </p:sp>
    </p:spTree>
    <p:extLst>
      <p:ext uri="{BB962C8B-B14F-4D97-AF65-F5344CB8AC3E}">
        <p14:creationId xmlns:p14="http://schemas.microsoft.com/office/powerpoint/2010/main" val="348422079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userDrawn="1">
  <p:cSld name="Section Divider Full Screen Image">
    <p:bg>
      <p:bgPr>
        <a:solidFill>
          <a:srgbClr val="F0EEED"/>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A9DDFF3-F19E-B22F-A23C-1F24ACB6206A}"/>
              </a:ext>
            </a:extLst>
          </p:cNvPr>
          <p:cNvGraphicFramePr>
            <a:graphicFrameLocks noChangeAspect="1"/>
          </p:cNvGraphicFramePr>
          <p:nvPr userDrawn="1">
            <p:custDataLst>
              <p:tags r:id="rId1"/>
            </p:custDataLst>
            <p:extLst>
              <p:ext uri="{D42A27DB-BD31-4B8C-83A1-F6EECF244321}">
                <p14:modId xmlns:p14="http://schemas.microsoft.com/office/powerpoint/2010/main" val="3202166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2" name="think-cell data - do not delete" hidden="1">
                        <a:extLst>
                          <a:ext uri="{FF2B5EF4-FFF2-40B4-BE49-F238E27FC236}">
                            <a16:creationId xmlns:a16="http://schemas.microsoft.com/office/drawing/2014/main" id="{8A9DDFF3-F19E-B22F-A23C-1F24ACB620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6">
            <a:extLst>
              <a:ext uri="{FF2B5EF4-FFF2-40B4-BE49-F238E27FC236}">
                <a16:creationId xmlns:a16="http://schemas.microsoft.com/office/drawing/2014/main" id="{6F875240-D617-D248-9A2C-21A0950C0ECC}"/>
              </a:ext>
            </a:extLst>
          </p:cNvPr>
          <p:cNvSpPr>
            <a:spLocks noGrp="1"/>
          </p:cNvSpPr>
          <p:nvPr>
            <p:ph type="pic" sz="quarter" idx="23" hasCustomPrompt="1"/>
          </p:nvPr>
        </p:nvSpPr>
        <p:spPr>
          <a:xfrm>
            <a:off x="3" y="0"/>
            <a:ext cx="12191999" cy="6858000"/>
          </a:xfrm>
          <a:prstGeom prst="rect">
            <a:avLst/>
          </a:prstGeom>
          <a:solidFill>
            <a:srgbClr val="C2C7CA"/>
          </a:solidFill>
        </p:spPr>
        <p:txBody>
          <a:bodyPr anchor="ctr" anchorCtr="0"/>
          <a:lstStyle>
            <a:lvl1pPr algn="ctr" rtl="0">
              <a:buNone/>
              <a:defRPr sz="1500">
                <a:solidFill>
                  <a:srgbClr val="262626"/>
                </a:solidFill>
              </a:defRPr>
            </a:lvl1pPr>
          </a:lstStyle>
          <a:p>
            <a:r>
              <a:rPr lang="en-GB"/>
              <a:t>Insert image here</a:t>
            </a:r>
          </a:p>
        </p:txBody>
      </p:sp>
      <p:sp>
        <p:nvSpPr>
          <p:cNvPr id="9" name="Text Placeholder 7">
            <a:extLst>
              <a:ext uri="{FF2B5EF4-FFF2-40B4-BE49-F238E27FC236}">
                <a16:creationId xmlns:a16="http://schemas.microsoft.com/office/drawing/2014/main" id="{A3CADE0B-1C6B-234A-AE35-08272364E468}"/>
              </a:ext>
            </a:extLst>
          </p:cNvPr>
          <p:cNvSpPr>
            <a:spLocks noGrp="1"/>
          </p:cNvSpPr>
          <p:nvPr>
            <p:ph type="body" sz="quarter" idx="22" hasCustomPrompt="1"/>
          </p:nvPr>
        </p:nvSpPr>
        <p:spPr>
          <a:xfrm>
            <a:off x="1354227" y="1461010"/>
            <a:ext cx="9481167" cy="3935980"/>
          </a:xfrm>
          <a:prstGeom prst="rect">
            <a:avLst/>
          </a:prstGeom>
        </p:spPr>
        <p:txBody>
          <a:bodyPr anchor="ctr"/>
          <a:lstStyle>
            <a:lvl1pPr marL="0" indent="0" algn="ctr" rtl="0">
              <a:lnSpc>
                <a:spcPct val="90000"/>
              </a:lnSpc>
              <a:spcBef>
                <a:spcPts val="0"/>
              </a:spcBef>
              <a:buNone/>
              <a:defRPr sz="600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Section Divider</a:t>
            </a:r>
          </a:p>
          <a:p>
            <a:r>
              <a:rPr lang="en-GB">
                <a:effectLst/>
                <a:latin typeface="Arial" panose="020B0604020202020204" pitchFamily="34" charset="0"/>
              </a:rPr>
              <a:t>Full screen</a:t>
            </a:r>
          </a:p>
        </p:txBody>
      </p:sp>
      <p:sp>
        <p:nvSpPr>
          <p:cNvPr id="11" name="Text Placeholder 3">
            <a:extLst>
              <a:ext uri="{FF2B5EF4-FFF2-40B4-BE49-F238E27FC236}">
                <a16:creationId xmlns:a16="http://schemas.microsoft.com/office/drawing/2014/main" id="{C0F29A55-3D94-2243-8DD7-867EF6346A4C}"/>
              </a:ext>
            </a:extLst>
          </p:cNvPr>
          <p:cNvSpPr>
            <a:spLocks noGrp="1"/>
          </p:cNvSpPr>
          <p:nvPr>
            <p:ph type="body" sz="quarter" idx="24" hasCustomPrompt="1"/>
          </p:nvPr>
        </p:nvSpPr>
        <p:spPr>
          <a:xfrm>
            <a:off x="78796" y="6650211"/>
            <a:ext cx="1888747" cy="137689"/>
          </a:xfrm>
          <a:prstGeom prst="rect">
            <a:avLst/>
          </a:prstGeom>
        </p:spPr>
        <p:txBody>
          <a:bodyPr/>
          <a:lstStyle>
            <a:lvl1pPr rtl="0">
              <a:buFontTx/>
              <a:buNone/>
              <a:defRPr sz="700">
                <a:solidFill>
                  <a:schemeClr val="bg1"/>
                </a:solidFill>
              </a:defRPr>
            </a:lvl1pPr>
          </a:lstStyle>
          <a:p>
            <a:pPr lvl="0"/>
            <a:r>
              <a:rPr lang="en-GB"/>
              <a:t>Hotel Brand Name Goes Here</a:t>
            </a:r>
          </a:p>
        </p:txBody>
      </p:sp>
      <p:sp>
        <p:nvSpPr>
          <p:cNvPr id="6" name="Text Placeholder 5">
            <a:extLst>
              <a:ext uri="{FF2B5EF4-FFF2-40B4-BE49-F238E27FC236}">
                <a16:creationId xmlns:a16="http://schemas.microsoft.com/office/drawing/2014/main" id="{B773E1C4-087D-DC4B-ADBE-5DE20B265DB8}"/>
              </a:ext>
            </a:extLst>
          </p:cNvPr>
          <p:cNvSpPr>
            <a:spLocks noGrp="1"/>
          </p:cNvSpPr>
          <p:nvPr>
            <p:ph type="body" sz="quarter" idx="21"/>
          </p:nvPr>
        </p:nvSpPr>
        <p:spPr>
          <a:xfrm>
            <a:off x="5192714" y="332105"/>
            <a:ext cx="1806575" cy="490538"/>
          </a:xfrm>
        </p:spPr>
        <p:txBody>
          <a:bodyPr/>
          <a:lstStyle>
            <a:lvl1pPr marL="0" indent="0" algn="ctr" rtl="0">
              <a:lnSpc>
                <a:spcPct val="100000"/>
              </a:lnSpc>
              <a:spcAft>
                <a:spcPts val="0"/>
              </a:spcAft>
              <a:buNone/>
              <a:defRPr sz="800" cap="all" spc="15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styles</a:t>
            </a:r>
          </a:p>
        </p:txBody>
      </p:sp>
    </p:spTree>
    <p:extLst>
      <p:ext uri="{BB962C8B-B14F-4D97-AF65-F5344CB8AC3E}">
        <p14:creationId xmlns:p14="http://schemas.microsoft.com/office/powerpoint/2010/main" val="377315857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_Content Slide – Image + Content Righ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6BEA6A1-02A2-01A4-FA60-0776C8EFCFE0}"/>
              </a:ext>
            </a:extLst>
          </p:cNvPr>
          <p:cNvGraphicFramePr>
            <a:graphicFrameLocks noChangeAspect="1"/>
          </p:cNvGraphicFramePr>
          <p:nvPr userDrawn="1">
            <p:custDataLst>
              <p:tags r:id="rId1"/>
            </p:custDataLst>
            <p:extLst>
              <p:ext uri="{D42A27DB-BD31-4B8C-83A1-F6EECF244321}">
                <p14:modId xmlns:p14="http://schemas.microsoft.com/office/powerpoint/2010/main" val="1580473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77" imgH="377" progId="TCLayout.ActiveDocument.1">
                  <p:embed/>
                </p:oleObj>
              </mc:Choice>
              <mc:Fallback>
                <p:oleObj name="thinkcell Slide" r:id="rId3" imgW="377" imgH="377" progId="TCLayout.ActiveDocument.1">
                  <p:embed/>
                  <p:pic>
                    <p:nvPicPr>
                      <p:cNvPr id="3" name="think-cell data - do not delete" hidden="1">
                        <a:extLst>
                          <a:ext uri="{FF2B5EF4-FFF2-40B4-BE49-F238E27FC236}">
                            <a16:creationId xmlns:a16="http://schemas.microsoft.com/office/drawing/2014/main" id="{E6BEA6A1-02A2-01A4-FA60-0776C8EFCFE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761CFB91-C806-8D41-AEB8-66A5C159DA35}"/>
              </a:ext>
            </a:extLst>
          </p:cNvPr>
          <p:cNvSpPr/>
          <p:nvPr userDrawn="1"/>
        </p:nvSpPr>
        <p:spPr>
          <a:xfrm>
            <a:off x="0" y="0"/>
            <a:ext cx="6096000" cy="6858000"/>
          </a:xfrm>
          <a:prstGeom prst="rect">
            <a:avLst/>
          </a:prstGeom>
          <a:solidFill>
            <a:srgbClr val="1E44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450"/>
          </a:p>
        </p:txBody>
      </p:sp>
      <p:sp>
        <p:nvSpPr>
          <p:cNvPr id="20" name="Picture Placeholder 3">
            <a:extLst>
              <a:ext uri="{FF2B5EF4-FFF2-40B4-BE49-F238E27FC236}">
                <a16:creationId xmlns:a16="http://schemas.microsoft.com/office/drawing/2014/main" id="{18057AE8-4D76-1A47-BD43-6B088AA398AD}"/>
              </a:ext>
            </a:extLst>
          </p:cNvPr>
          <p:cNvSpPr>
            <a:spLocks noGrp="1"/>
          </p:cNvSpPr>
          <p:nvPr>
            <p:ph type="pic" sz="quarter" idx="30" hasCustomPrompt="1"/>
          </p:nvPr>
        </p:nvSpPr>
        <p:spPr>
          <a:xfrm>
            <a:off x="998934" y="1448329"/>
            <a:ext cx="4098133" cy="3961342"/>
          </a:xfrm>
          <a:prstGeom prst="rect">
            <a:avLst/>
          </a:prstGeom>
          <a:solidFill>
            <a:srgbClr val="C2C7CA"/>
          </a:solidFill>
        </p:spPr>
        <p:txBody>
          <a:bodyPr anchor="ctr" anchorCtr="0"/>
          <a:lstStyle>
            <a:lvl1pPr algn="ctr" rtl="0">
              <a:buFontTx/>
              <a:buNone/>
              <a:defRPr sz="1500">
                <a:solidFill>
                  <a:srgbClr val="262626"/>
                </a:solidFill>
              </a:defRPr>
            </a:lvl1pPr>
          </a:lstStyle>
          <a:p>
            <a:r>
              <a:rPr lang="en-GB"/>
              <a:t>Insert image here</a:t>
            </a:r>
          </a:p>
        </p:txBody>
      </p:sp>
      <p:sp>
        <p:nvSpPr>
          <p:cNvPr id="5" name="Text Placeholder 7">
            <a:extLst>
              <a:ext uri="{FF2B5EF4-FFF2-40B4-BE49-F238E27FC236}">
                <a16:creationId xmlns:a16="http://schemas.microsoft.com/office/drawing/2014/main" id="{FA755B49-F1BF-A842-A657-EF5A4EFCF900}"/>
              </a:ext>
            </a:extLst>
          </p:cNvPr>
          <p:cNvSpPr>
            <a:spLocks noGrp="1"/>
          </p:cNvSpPr>
          <p:nvPr>
            <p:ph type="body" sz="quarter" idx="22" hasCustomPrompt="1"/>
          </p:nvPr>
        </p:nvSpPr>
        <p:spPr>
          <a:xfrm>
            <a:off x="754707" y="1083733"/>
            <a:ext cx="4587910" cy="584730"/>
          </a:xfrm>
          <a:prstGeom prst="rect">
            <a:avLst/>
          </a:prstGeom>
        </p:spPr>
        <p:txBody>
          <a:bodyPr anchor="t"/>
          <a:lstStyle>
            <a:lvl1pPr marL="0" indent="0" algn="ctr" rtl="0">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pic>
        <p:nvPicPr>
          <p:cNvPr id="9" name="Picture 8" descr="Shape&#10;&#10;Description automatically generated with medium confidence">
            <a:extLst>
              <a:ext uri="{FF2B5EF4-FFF2-40B4-BE49-F238E27FC236}">
                <a16:creationId xmlns:a16="http://schemas.microsoft.com/office/drawing/2014/main" id="{BB59885E-792D-AC4B-AA80-1B2C4B42A7A1}"/>
              </a:ext>
            </a:extLst>
          </p:cNvPr>
          <p:cNvPicPr>
            <a:picLocks noChangeAspect="1"/>
          </p:cNvPicPr>
          <p:nvPr userDrawn="1"/>
        </p:nvPicPr>
        <p:blipFill>
          <a:blip r:embed="rId5"/>
          <a:stretch>
            <a:fillRect/>
          </a:stretch>
        </p:blipFill>
        <p:spPr>
          <a:xfrm>
            <a:off x="10895872" y="6497324"/>
            <a:ext cx="1213995" cy="339897"/>
          </a:xfrm>
          <a:prstGeom prst="rect">
            <a:avLst/>
          </a:prstGeom>
        </p:spPr>
      </p:pic>
      <p:sp>
        <p:nvSpPr>
          <p:cNvPr id="10" name="Slide Number Placeholder 5">
            <a:extLst>
              <a:ext uri="{FF2B5EF4-FFF2-40B4-BE49-F238E27FC236}">
                <a16:creationId xmlns:a16="http://schemas.microsoft.com/office/drawing/2014/main" id="{30F41468-29F6-1A40-8B1C-A9CEDE77BB9B}"/>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bg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
        <p:nvSpPr>
          <p:cNvPr id="8" name="Text Placeholder 7">
            <a:extLst>
              <a:ext uri="{FF2B5EF4-FFF2-40B4-BE49-F238E27FC236}">
                <a16:creationId xmlns:a16="http://schemas.microsoft.com/office/drawing/2014/main" id="{18192EA2-72F6-CC46-BDC2-D45B9A2B58C4}"/>
              </a:ext>
            </a:extLst>
          </p:cNvPr>
          <p:cNvSpPr>
            <a:spLocks noGrp="1"/>
          </p:cNvSpPr>
          <p:nvPr>
            <p:ph type="body" sz="quarter" idx="23" hasCustomPrompt="1"/>
          </p:nvPr>
        </p:nvSpPr>
        <p:spPr>
          <a:xfrm>
            <a:off x="754707" y="5054600"/>
            <a:ext cx="4587910" cy="584730"/>
          </a:xfrm>
          <a:prstGeom prst="rect">
            <a:avLst/>
          </a:prstGeom>
        </p:spPr>
        <p:txBody>
          <a:bodyPr anchor="t"/>
          <a:lstStyle>
            <a:lvl1pPr marL="0" algn="ctr" rtl="0">
              <a:lnSpc>
                <a:spcPct val="100000"/>
              </a:lnSpc>
              <a:spcBef>
                <a:spcPts val="0"/>
              </a:spcBef>
              <a:buNone/>
              <a:defRPr sz="3750">
                <a:solidFill>
                  <a:schemeClr val="bg1"/>
                </a:solidFill>
                <a:latin typeface="Arial" panose="020B0604020202020204" pitchFamily="34" charset="0"/>
                <a:cs typeface="Arial" panose="020B0604020202020204" pitchFamily="34" charset="0"/>
              </a:defRPr>
            </a:lvl1pPr>
          </a:lstStyle>
          <a:p>
            <a:r>
              <a:rPr lang="en-GB">
                <a:effectLst/>
                <a:latin typeface="Arial" panose="020B0604020202020204" pitchFamily="34" charset="0"/>
              </a:rPr>
              <a:t>Content title</a:t>
            </a:r>
          </a:p>
        </p:txBody>
      </p:sp>
      <p:sp>
        <p:nvSpPr>
          <p:cNvPr id="12" name="Text Placeholder 7">
            <a:extLst>
              <a:ext uri="{FF2B5EF4-FFF2-40B4-BE49-F238E27FC236}">
                <a16:creationId xmlns:a16="http://schemas.microsoft.com/office/drawing/2014/main" id="{D9C2FC27-BE4F-A540-B533-6DD71004AA82}"/>
              </a:ext>
            </a:extLst>
          </p:cNvPr>
          <p:cNvSpPr>
            <a:spLocks noGrp="1"/>
          </p:cNvSpPr>
          <p:nvPr>
            <p:ph type="body" sz="quarter" idx="24" hasCustomPrompt="1"/>
          </p:nvPr>
        </p:nvSpPr>
        <p:spPr>
          <a:xfrm>
            <a:off x="7313890" y="948182"/>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01</a:t>
            </a:r>
          </a:p>
        </p:txBody>
      </p:sp>
      <p:sp>
        <p:nvSpPr>
          <p:cNvPr id="15" name="Text Placeholder 14">
            <a:extLst>
              <a:ext uri="{FF2B5EF4-FFF2-40B4-BE49-F238E27FC236}">
                <a16:creationId xmlns:a16="http://schemas.microsoft.com/office/drawing/2014/main" id="{D85F9D05-767E-F449-B433-4C332FBC7DF2}"/>
              </a:ext>
            </a:extLst>
          </p:cNvPr>
          <p:cNvSpPr>
            <a:spLocks noGrp="1"/>
          </p:cNvSpPr>
          <p:nvPr>
            <p:ph type="body" sz="quarter" idx="25" hasCustomPrompt="1"/>
          </p:nvPr>
        </p:nvSpPr>
        <p:spPr>
          <a:xfrm>
            <a:off x="7313890" y="1323909"/>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6" name="Text Placeholder 7">
            <a:extLst>
              <a:ext uri="{FF2B5EF4-FFF2-40B4-BE49-F238E27FC236}">
                <a16:creationId xmlns:a16="http://schemas.microsoft.com/office/drawing/2014/main" id="{50DB282D-F010-5540-ADFA-A0D33A7DC6F7}"/>
              </a:ext>
            </a:extLst>
          </p:cNvPr>
          <p:cNvSpPr>
            <a:spLocks noGrp="1"/>
          </p:cNvSpPr>
          <p:nvPr>
            <p:ph type="body" sz="quarter" idx="26" hasCustomPrompt="1"/>
          </p:nvPr>
        </p:nvSpPr>
        <p:spPr>
          <a:xfrm>
            <a:off x="7313890" y="2750088"/>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02</a:t>
            </a:r>
          </a:p>
        </p:txBody>
      </p:sp>
      <p:sp>
        <p:nvSpPr>
          <p:cNvPr id="17" name="Text Placeholder 14">
            <a:extLst>
              <a:ext uri="{FF2B5EF4-FFF2-40B4-BE49-F238E27FC236}">
                <a16:creationId xmlns:a16="http://schemas.microsoft.com/office/drawing/2014/main" id="{F6655E9E-2403-CB48-8E32-DBB497DDCEE9}"/>
              </a:ext>
            </a:extLst>
          </p:cNvPr>
          <p:cNvSpPr>
            <a:spLocks noGrp="1"/>
          </p:cNvSpPr>
          <p:nvPr>
            <p:ph type="body" sz="quarter" idx="27" hasCustomPrompt="1"/>
          </p:nvPr>
        </p:nvSpPr>
        <p:spPr>
          <a:xfrm>
            <a:off x="7313890" y="3125815"/>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18" name="Text Placeholder 7">
            <a:extLst>
              <a:ext uri="{FF2B5EF4-FFF2-40B4-BE49-F238E27FC236}">
                <a16:creationId xmlns:a16="http://schemas.microsoft.com/office/drawing/2014/main" id="{58A99B4A-9FB9-9047-A2DE-8C0C8AA0A84D}"/>
              </a:ext>
            </a:extLst>
          </p:cNvPr>
          <p:cNvSpPr>
            <a:spLocks noGrp="1"/>
          </p:cNvSpPr>
          <p:nvPr>
            <p:ph type="body" sz="quarter" idx="28" hasCustomPrompt="1"/>
          </p:nvPr>
        </p:nvSpPr>
        <p:spPr>
          <a:xfrm>
            <a:off x="7313890" y="4525100"/>
            <a:ext cx="3660219" cy="261471"/>
          </a:xfrm>
          <a:prstGeom prst="rect">
            <a:avLst/>
          </a:prstGeom>
        </p:spPr>
        <p:txBody>
          <a:bodyPr lIns="0" tIns="0" rIns="0" bIns="0" anchor="t"/>
          <a:lstStyle>
            <a:lvl1pPr marL="0" indent="0" algn="l" rtl="0">
              <a:lnSpc>
                <a:spcPct val="100000"/>
              </a:lnSpc>
              <a:spcBef>
                <a:spcPts val="0"/>
              </a:spcBef>
              <a:buNone/>
              <a:defRPr sz="1500">
                <a:solidFill>
                  <a:schemeClr val="accent1"/>
                </a:solidFill>
                <a:latin typeface="Arial" panose="020B0604020202020204" pitchFamily="34" charset="0"/>
                <a:cs typeface="Arial" panose="020B0604020202020204" pitchFamily="34" charset="0"/>
              </a:defRPr>
            </a:lvl1pPr>
          </a:lstStyle>
          <a:p>
            <a:r>
              <a:rPr lang="en-GB" err="1">
                <a:effectLst/>
                <a:latin typeface="Arial" panose="020B0604020202020204" pitchFamily="34" charset="0"/>
              </a:rPr>
              <a:t>Subheader</a:t>
            </a:r>
            <a:r>
              <a:rPr lang="en-GB">
                <a:effectLst/>
                <a:latin typeface="Arial" panose="020B0604020202020204" pitchFamily="34" charset="0"/>
              </a:rPr>
              <a:t> 03</a:t>
            </a:r>
          </a:p>
        </p:txBody>
      </p:sp>
      <p:sp>
        <p:nvSpPr>
          <p:cNvPr id="19" name="Text Placeholder 14">
            <a:extLst>
              <a:ext uri="{FF2B5EF4-FFF2-40B4-BE49-F238E27FC236}">
                <a16:creationId xmlns:a16="http://schemas.microsoft.com/office/drawing/2014/main" id="{9B589CC2-2E5C-084D-99BB-8F5939EBAA8D}"/>
              </a:ext>
            </a:extLst>
          </p:cNvPr>
          <p:cNvSpPr>
            <a:spLocks noGrp="1"/>
          </p:cNvSpPr>
          <p:nvPr>
            <p:ph type="body" sz="quarter" idx="29" hasCustomPrompt="1"/>
          </p:nvPr>
        </p:nvSpPr>
        <p:spPr>
          <a:xfrm>
            <a:off x="7313890" y="4900827"/>
            <a:ext cx="3660219" cy="1057601"/>
          </a:xfrm>
          <a:prstGeom prst="rect">
            <a:avLst/>
          </a:prstGeom>
        </p:spPr>
        <p:txBody>
          <a:bodyPr lIns="0" tIns="0" rIns="0" bIns="0"/>
          <a:lstStyle>
            <a:lvl1pPr marL="126000" indent="-126000" rtl="0">
              <a:lnSpc>
                <a:spcPct val="100000"/>
              </a:lnSpc>
              <a:buFont typeface="Arial" panose="020B0604020202020204" pitchFamily="34" charset="0"/>
              <a:buChar char="•"/>
              <a:defRPr lang="en-GB" sz="900" smtClean="0">
                <a:solidFill>
                  <a:schemeClr val="tx1"/>
                </a:solidFill>
                <a:effectLst/>
              </a:defRPr>
            </a:lvl1pPr>
            <a:lvl2pPr>
              <a:defRPr sz="900"/>
            </a:lvl2pPr>
            <a:lvl3pPr>
              <a:defRPr sz="900"/>
            </a:lvl3pPr>
            <a:lvl4pPr>
              <a:defRPr sz="900"/>
            </a:lvl4pPr>
            <a:lvl5pPr>
              <a:defRPr sz="900"/>
            </a:lvl5pPr>
          </a:lstStyle>
          <a:p>
            <a:r>
              <a:rPr lang="en-GB">
                <a:effectLst/>
                <a:latin typeface="Arial" panose="020B0604020202020204" pitchFamily="34" charset="0"/>
              </a:rPr>
              <a:t>Busam qui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mo</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a:t>
            </a:r>
            <a:r>
              <a:rPr lang="en-GB" err="1">
                <a:effectLst/>
                <a:latin typeface="Arial" panose="020B0604020202020204" pitchFamily="34" charset="0"/>
              </a:rPr>
              <a:t>aut</a:t>
            </a:r>
            <a:r>
              <a:rPr lang="en-GB">
                <a:effectLst/>
                <a:latin typeface="Arial" panose="020B0604020202020204" pitchFamily="34" charset="0"/>
              </a:rPr>
              <a:t> </a:t>
            </a:r>
            <a:r>
              <a:rPr lang="en-GB" err="1">
                <a:effectLst/>
                <a:latin typeface="Arial" panose="020B0604020202020204" pitchFamily="34" charset="0"/>
              </a:rPr>
              <a:t>quam</a:t>
            </a:r>
            <a:r>
              <a:rPr lang="en-GB">
                <a:effectLst/>
                <a:latin typeface="Arial" panose="020B0604020202020204" pitchFamily="34" charset="0"/>
              </a:rPr>
              <a:t> </a:t>
            </a:r>
            <a:r>
              <a:rPr lang="en-GB" err="1">
                <a:effectLst/>
                <a:latin typeface="Arial" panose="020B0604020202020204" pitchFamily="34" charset="0"/>
              </a:rPr>
              <a:t>quae</a:t>
            </a:r>
            <a:r>
              <a:rPr lang="en-GB">
                <a:effectLst/>
                <a:latin typeface="Arial" panose="020B0604020202020204" pitchFamily="34" charset="0"/>
              </a:rPr>
              <a:t> dolent es </a:t>
            </a:r>
            <a:r>
              <a:rPr lang="en-GB" err="1">
                <a:effectLst/>
                <a:latin typeface="Arial" panose="020B0604020202020204" pitchFamily="34" charset="0"/>
              </a:rPr>
              <a:t>veriae</a:t>
            </a:r>
            <a:r>
              <a:rPr lang="en-GB">
                <a:effectLst/>
                <a:latin typeface="Arial" panose="020B0604020202020204" pitchFamily="34" charset="0"/>
              </a:rPr>
              <a:t> </a:t>
            </a:r>
            <a:r>
              <a:rPr lang="en-GB" err="1">
                <a:effectLst/>
                <a:latin typeface="Arial" panose="020B0604020202020204" pitchFamily="34" charset="0"/>
              </a:rPr>
              <a:t>luptaqui</a:t>
            </a:r>
            <a:r>
              <a:rPr lang="en-GB">
                <a:effectLst/>
                <a:latin typeface="Arial" panose="020B0604020202020204" pitchFamily="34" charset="0"/>
              </a:rPr>
              <a:t> </a:t>
            </a:r>
            <a:r>
              <a:rPr lang="en-GB" err="1">
                <a:effectLst/>
                <a:latin typeface="Arial" panose="020B0604020202020204" pitchFamily="34" charset="0"/>
              </a:rPr>
              <a:t>ra</a:t>
            </a:r>
            <a:r>
              <a:rPr lang="en-GB">
                <a:effectLst/>
                <a:latin typeface="Arial" panose="020B0604020202020204" pitchFamily="34" charset="0"/>
              </a:rPr>
              <a:t> </a:t>
            </a:r>
            <a:r>
              <a:rPr lang="en-GB" err="1">
                <a:effectLst/>
                <a:latin typeface="Arial" panose="020B0604020202020204" pitchFamily="34" charset="0"/>
              </a:rPr>
              <a:t>sinctus</a:t>
            </a:r>
            <a:r>
              <a:rPr lang="en-GB">
                <a:effectLst/>
                <a:latin typeface="Arial" panose="020B0604020202020204" pitchFamily="34" charset="0"/>
              </a:rPr>
              <a:t> </a:t>
            </a:r>
            <a:r>
              <a:rPr lang="en-GB" err="1">
                <a:effectLst/>
                <a:latin typeface="Arial" panose="020B0604020202020204" pitchFamily="34" charset="0"/>
              </a:rPr>
              <a:t>alignisqui</a:t>
            </a:r>
            <a:r>
              <a:rPr lang="en-GB">
                <a:effectLst/>
                <a:latin typeface="Arial" panose="020B0604020202020204" pitchFamily="34" charset="0"/>
              </a:rPr>
              <a:t> </a:t>
            </a:r>
            <a:r>
              <a:rPr lang="en-GB" err="1">
                <a:effectLst/>
                <a:latin typeface="Arial" panose="020B0604020202020204" pitchFamily="34" charset="0"/>
              </a:rPr>
              <a:t>ute</a:t>
            </a:r>
            <a:r>
              <a:rPr lang="en-GB">
                <a:effectLst/>
                <a:latin typeface="Arial" panose="020B0604020202020204" pitchFamily="34" charset="0"/>
              </a:rPr>
              <a:t> </a:t>
            </a:r>
            <a:r>
              <a:rPr lang="en-GB" err="1">
                <a:effectLst/>
                <a:latin typeface="Arial" panose="020B0604020202020204" pitchFamily="34" charset="0"/>
              </a:rPr>
              <a:t>sintur</a:t>
            </a:r>
            <a:r>
              <a:rPr lang="en-GB">
                <a:effectLst/>
                <a:latin typeface="Arial" panose="020B0604020202020204" pitchFamily="34" charset="0"/>
              </a:rPr>
              <a:t> </a:t>
            </a:r>
            <a:r>
              <a:rPr lang="en-GB" err="1">
                <a:effectLst/>
                <a:latin typeface="Arial" panose="020B0604020202020204" pitchFamily="34" charset="0"/>
              </a:rPr>
              <a:t>minvell</a:t>
            </a:r>
            <a:r>
              <a:rPr lang="en-GB">
                <a:effectLst/>
                <a:latin typeface="Arial" panose="020B0604020202020204" pitchFamily="34" charset="0"/>
              </a:rPr>
              <a:t> </a:t>
            </a:r>
            <a:r>
              <a:rPr lang="en-GB" err="1">
                <a:effectLst/>
                <a:latin typeface="Arial" panose="020B0604020202020204" pitchFamily="34" charset="0"/>
              </a:rPr>
              <a:t>ibusam</a:t>
            </a:r>
            <a:r>
              <a:rPr lang="en-GB">
                <a:effectLst/>
                <a:latin typeface="Arial" panose="020B0604020202020204" pitchFamily="34" charset="0"/>
              </a:rPr>
              <a:t> es di </a:t>
            </a:r>
            <a:r>
              <a:rPr lang="en-GB" err="1">
                <a:effectLst/>
                <a:latin typeface="Arial" panose="020B0604020202020204" pitchFamily="34" charset="0"/>
              </a:rPr>
              <a:t>comnihita</a:t>
            </a:r>
            <a:r>
              <a:rPr lang="en-GB">
                <a:effectLst/>
                <a:latin typeface="Arial" panose="020B0604020202020204" pitchFamily="34" charset="0"/>
              </a:rPr>
              <a:t> </a:t>
            </a:r>
            <a:r>
              <a:rPr lang="en-GB" err="1">
                <a:effectLst/>
                <a:latin typeface="Arial" panose="020B0604020202020204" pitchFamily="34" charset="0"/>
              </a:rPr>
              <a:t>doluptatem</a:t>
            </a:r>
            <a:r>
              <a:rPr lang="en-GB">
                <a:effectLst/>
                <a:latin typeface="Arial" panose="020B0604020202020204" pitchFamily="34" charset="0"/>
              </a:rPr>
              <a:t> con </a:t>
            </a:r>
            <a:r>
              <a:rPr lang="en-GB" err="1">
                <a:effectLst/>
                <a:latin typeface="Arial" panose="020B0604020202020204" pitchFamily="34" charset="0"/>
              </a:rPr>
              <a:t>cus</a:t>
            </a:r>
            <a:r>
              <a:rPr lang="en-GB">
                <a:effectLst/>
                <a:latin typeface="Arial" panose="020B0604020202020204" pitchFamily="34" charset="0"/>
              </a:rPr>
              <a:t> et a </a:t>
            </a:r>
            <a:r>
              <a:rPr lang="en-GB" err="1">
                <a:effectLst/>
                <a:latin typeface="Arial" panose="020B0604020202020204" pitchFamily="34" charset="0"/>
              </a:rPr>
              <a:t>quatem</a:t>
            </a:r>
            <a:r>
              <a:rPr lang="en-GB">
                <a:effectLst/>
                <a:latin typeface="Arial" panose="020B0604020202020204" pitchFamily="34" charset="0"/>
              </a:rPr>
              <a:t> vera </a:t>
            </a:r>
            <a:r>
              <a:rPr lang="en-GB" err="1">
                <a:effectLst/>
                <a:latin typeface="Arial" panose="020B0604020202020204" pitchFamily="34" charset="0"/>
              </a:rPr>
              <a:t>por</a:t>
            </a:r>
            <a:r>
              <a:rPr lang="en-GB">
                <a:effectLst/>
                <a:latin typeface="Arial" panose="020B0604020202020204" pitchFamily="34" charset="0"/>
              </a:rPr>
              <a:t> </a:t>
            </a:r>
            <a:r>
              <a:rPr lang="en-GB" err="1">
                <a:effectLst/>
                <a:latin typeface="Arial" panose="020B0604020202020204" pitchFamily="34" charset="0"/>
              </a:rPr>
              <a:t>magnis</a:t>
            </a:r>
            <a:r>
              <a:rPr lang="en-GB">
                <a:effectLst/>
                <a:latin typeface="Arial" panose="020B0604020202020204" pitchFamily="34" charset="0"/>
              </a:rPr>
              <a:t> </a:t>
            </a:r>
            <a:r>
              <a:rPr lang="en-GB" err="1">
                <a:effectLst/>
                <a:latin typeface="Arial" panose="020B0604020202020204" pitchFamily="34" charset="0"/>
              </a:rPr>
              <a:t>numquam</a:t>
            </a:r>
            <a:r>
              <a:rPr lang="en-GB">
                <a:effectLst/>
                <a:latin typeface="Arial" panose="020B0604020202020204" pitchFamily="34" charset="0"/>
              </a:rPr>
              <a:t> </a:t>
            </a:r>
            <a:r>
              <a:rPr lang="en-GB" err="1">
                <a:effectLst/>
                <a:latin typeface="Arial" panose="020B0604020202020204" pitchFamily="34" charset="0"/>
              </a:rPr>
              <a:t>si</a:t>
            </a:r>
            <a:r>
              <a:rPr lang="en-GB">
                <a:effectLst/>
                <a:latin typeface="Arial" panose="020B0604020202020204" pitchFamily="34" charset="0"/>
              </a:rPr>
              <a:t> </a:t>
            </a:r>
            <a:r>
              <a:rPr lang="en-GB" err="1">
                <a:effectLst/>
                <a:latin typeface="Arial" panose="020B0604020202020204" pitchFamily="34" charset="0"/>
              </a:rPr>
              <a:t>doluptiusant</a:t>
            </a:r>
            <a:r>
              <a:rPr lang="en-GB">
                <a:effectLst/>
                <a:latin typeface="Arial" panose="020B0604020202020204" pitchFamily="34" charset="0"/>
              </a:rPr>
              <a:t> </a:t>
            </a:r>
            <a:r>
              <a:rPr lang="en-GB" err="1">
                <a:effectLst/>
                <a:latin typeface="Arial" panose="020B0604020202020204" pitchFamily="34" charset="0"/>
              </a:rPr>
              <a:t>periaerum</a:t>
            </a:r>
            <a:r>
              <a:rPr lang="en-GB">
                <a:effectLst/>
                <a:latin typeface="Arial" panose="020B0604020202020204" pitchFamily="34" charset="0"/>
              </a:rPr>
              <a:t> </a:t>
            </a:r>
            <a:r>
              <a:rPr lang="en-GB" err="1">
                <a:effectLst/>
                <a:latin typeface="Arial" panose="020B0604020202020204" pitchFamily="34" charset="0"/>
              </a:rPr>
              <a:t>voloreriam</a:t>
            </a:r>
            <a:r>
              <a:rPr lang="en-GB">
                <a:effectLst/>
                <a:latin typeface="Arial" panose="020B0604020202020204" pitchFamily="34" charset="0"/>
              </a:rPr>
              <a:t> ipsum </a:t>
            </a:r>
            <a:r>
              <a:rPr lang="en-GB" err="1">
                <a:effectLst/>
                <a:latin typeface="Arial" panose="020B0604020202020204" pitchFamily="34" charset="0"/>
              </a:rPr>
              <a:t>essi</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volor</a:t>
            </a:r>
            <a:r>
              <a:rPr lang="en-GB">
                <a:effectLst/>
                <a:latin typeface="Arial" panose="020B0604020202020204" pitchFamily="34" charset="0"/>
              </a:rPr>
              <a:t> </a:t>
            </a:r>
            <a:r>
              <a:rPr lang="en-GB" err="1">
                <a:effectLst/>
                <a:latin typeface="Arial" panose="020B0604020202020204" pitchFamily="34" charset="0"/>
              </a:rPr>
              <a:t>sa</a:t>
            </a:r>
            <a:endParaRPr lang="en-GB">
              <a:effectLst/>
              <a:latin typeface="Arial" panose="020B0604020202020204" pitchFamily="34" charset="0"/>
            </a:endParaRPr>
          </a:p>
          <a:p>
            <a:r>
              <a:rPr lang="en-GB" err="1">
                <a:effectLst/>
                <a:latin typeface="Arial" panose="020B0604020202020204" pitchFamily="34" charset="0"/>
              </a:rPr>
              <a:t>Dolecullabo</a:t>
            </a:r>
            <a:r>
              <a:rPr lang="en-GB">
                <a:effectLst/>
                <a:latin typeface="Arial" panose="020B0604020202020204" pitchFamily="34" charset="0"/>
              </a:rPr>
              <a:t>. Ut </a:t>
            </a:r>
            <a:r>
              <a:rPr lang="en-GB" err="1">
                <a:effectLst/>
                <a:latin typeface="Arial" panose="020B0604020202020204" pitchFamily="34" charset="0"/>
              </a:rPr>
              <a:t>andamet</a:t>
            </a:r>
            <a:r>
              <a:rPr lang="en-GB">
                <a:effectLst/>
                <a:latin typeface="Arial" panose="020B0604020202020204" pitchFamily="34" charset="0"/>
              </a:rPr>
              <a:t> </a:t>
            </a:r>
            <a:r>
              <a:rPr lang="en-GB" err="1">
                <a:effectLst/>
                <a:latin typeface="Arial" panose="020B0604020202020204" pitchFamily="34" charset="0"/>
              </a:rPr>
              <a:t>alibus</a:t>
            </a:r>
            <a:r>
              <a:rPr lang="en-GB">
                <a:effectLst/>
                <a:latin typeface="Arial" panose="020B0604020202020204" pitchFamily="34" charset="0"/>
              </a:rPr>
              <a:t>, sae </a:t>
            </a:r>
            <a:r>
              <a:rPr lang="en-GB" err="1">
                <a:effectLst/>
                <a:latin typeface="Arial" panose="020B0604020202020204" pitchFamily="34" charset="0"/>
              </a:rPr>
              <a:t>dem</a:t>
            </a:r>
            <a:r>
              <a:rPr lang="en-GB">
                <a:effectLst/>
                <a:latin typeface="Arial" panose="020B0604020202020204" pitchFamily="34" charset="0"/>
              </a:rPr>
              <a:t> </a:t>
            </a:r>
            <a:r>
              <a:rPr lang="en-GB" err="1">
                <a:effectLst/>
                <a:latin typeface="Arial" panose="020B0604020202020204" pitchFamily="34" charset="0"/>
              </a:rPr>
              <a:t>facearu</a:t>
            </a:r>
            <a:r>
              <a:rPr lang="en-GB">
                <a:effectLst/>
                <a:latin typeface="Arial" panose="020B0604020202020204" pitchFamily="34" charset="0"/>
              </a:rPr>
              <a:t> </a:t>
            </a:r>
            <a:r>
              <a:rPr lang="en-GB" err="1">
                <a:effectLst/>
                <a:latin typeface="Arial" panose="020B0604020202020204" pitchFamily="34" charset="0"/>
              </a:rPr>
              <a:t>mquodit</a:t>
            </a:r>
            <a:r>
              <a:rPr lang="en-GB">
                <a:effectLst/>
                <a:latin typeface="Arial" panose="020B0604020202020204" pitchFamily="34" charset="0"/>
              </a:rPr>
              <a:t>, in </a:t>
            </a:r>
            <a:r>
              <a:rPr lang="en-GB" err="1">
                <a:effectLst/>
                <a:latin typeface="Arial" panose="020B0604020202020204" pitchFamily="34" charset="0"/>
              </a:rPr>
              <a:t>everro</a:t>
            </a:r>
            <a:r>
              <a:rPr lang="en-GB">
                <a:effectLst/>
                <a:latin typeface="Arial" panose="020B0604020202020204" pitchFamily="34" charset="0"/>
              </a:rPr>
              <a:t> </a:t>
            </a:r>
            <a:r>
              <a:rPr lang="en-GB" err="1">
                <a:effectLst/>
                <a:latin typeface="Arial" panose="020B0604020202020204" pitchFamily="34" charset="0"/>
              </a:rPr>
              <a:t>eos</a:t>
            </a:r>
            <a:r>
              <a:rPr lang="en-GB">
                <a:effectLst/>
                <a:latin typeface="Arial" panose="020B0604020202020204" pitchFamily="34" charset="0"/>
              </a:rPr>
              <a:t> </a:t>
            </a:r>
            <a:r>
              <a:rPr lang="en-GB" err="1">
                <a:effectLst/>
                <a:latin typeface="Arial" panose="020B0604020202020204" pitchFamily="34" charset="0"/>
              </a:rPr>
              <a:t>mos</a:t>
            </a:r>
            <a:r>
              <a:rPr lang="en-GB">
                <a:effectLst/>
                <a:latin typeface="Arial" panose="020B0604020202020204" pitchFamily="34" charset="0"/>
              </a:rPr>
              <a:t> et </a:t>
            </a:r>
            <a:r>
              <a:rPr lang="en-GB" err="1">
                <a:effectLst/>
                <a:latin typeface="Arial" panose="020B0604020202020204" pitchFamily="34" charset="0"/>
              </a:rPr>
              <a:t>quaectem</a:t>
            </a:r>
            <a:r>
              <a:rPr lang="en-GB">
                <a:effectLst/>
                <a:latin typeface="Arial" panose="020B0604020202020204" pitchFamily="34" charset="0"/>
              </a:rPr>
              <a:t> </a:t>
            </a:r>
            <a:r>
              <a:rPr lang="en-GB" err="1">
                <a:effectLst/>
                <a:latin typeface="Arial" panose="020B0604020202020204" pitchFamily="34" charset="0"/>
              </a:rPr>
              <a:t>susciis</a:t>
            </a:r>
            <a:r>
              <a:rPr lang="en-GB">
                <a:effectLst/>
                <a:latin typeface="Arial" panose="020B0604020202020204" pitchFamily="34" charset="0"/>
              </a:rPr>
              <a:t> est, </a:t>
            </a:r>
            <a:r>
              <a:rPr lang="en-GB" err="1">
                <a:effectLst/>
                <a:latin typeface="Arial" panose="020B0604020202020204" pitchFamily="34" charset="0"/>
              </a:rPr>
              <a:t>quatur</a:t>
            </a:r>
            <a:r>
              <a:rPr lang="en-GB">
                <a:effectLst/>
                <a:latin typeface="Arial" panose="020B0604020202020204" pitchFamily="34" charset="0"/>
              </a:rPr>
              <a:t>, </a:t>
            </a:r>
            <a:r>
              <a:rPr lang="en-GB" err="1">
                <a:effectLst/>
                <a:latin typeface="Arial" panose="020B0604020202020204" pitchFamily="34" charset="0"/>
              </a:rPr>
              <a:t>sintem</a:t>
            </a:r>
            <a:r>
              <a:rPr lang="en-GB">
                <a:effectLst/>
                <a:latin typeface="Arial" panose="020B0604020202020204" pitchFamily="34" charset="0"/>
              </a:rPr>
              <a:t> quate.</a:t>
            </a:r>
          </a:p>
        </p:txBody>
      </p:sp>
      <p:sp>
        <p:nvSpPr>
          <p:cNvPr id="21" name="Text Placeholder 8">
            <a:extLst>
              <a:ext uri="{FF2B5EF4-FFF2-40B4-BE49-F238E27FC236}">
                <a16:creationId xmlns:a16="http://schemas.microsoft.com/office/drawing/2014/main" id="{1DD73C96-1351-8C42-B6DC-14227921EB3A}"/>
              </a:ext>
            </a:extLst>
          </p:cNvPr>
          <p:cNvSpPr>
            <a:spLocks noGrp="1"/>
          </p:cNvSpPr>
          <p:nvPr>
            <p:ph type="body" sz="quarter" idx="15" hasCustomPrompt="1"/>
          </p:nvPr>
        </p:nvSpPr>
        <p:spPr>
          <a:xfrm rot="5400000">
            <a:off x="234700" y="4702100"/>
            <a:ext cx="1226255" cy="188889"/>
          </a:xfrm>
          <a:prstGeom prst="rect">
            <a:avLst/>
          </a:prstGeom>
        </p:spPr>
        <p:txBody>
          <a:bodyPr/>
          <a:lstStyle>
            <a:lvl1pPr algn="r" rtl="0">
              <a:lnSpc>
                <a:spcPct val="100000"/>
              </a:lnSpc>
              <a:buNone/>
              <a:defRPr sz="700">
                <a:solidFill>
                  <a:schemeClr val="bg1">
                    <a:alpha val="50000"/>
                  </a:schemeClr>
                </a:solidFill>
              </a:defRPr>
            </a:lvl1pPr>
            <a:lvl2pPr>
              <a:buNone/>
              <a:defRPr sz="500">
                <a:solidFill>
                  <a:schemeClr val="tx1">
                    <a:alpha val="50000"/>
                  </a:schemeClr>
                </a:solidFill>
              </a:defRPr>
            </a:lvl2pPr>
            <a:lvl3pPr>
              <a:buNone/>
              <a:defRPr sz="500">
                <a:solidFill>
                  <a:schemeClr val="tx1">
                    <a:alpha val="50000"/>
                  </a:schemeClr>
                </a:solidFill>
              </a:defRPr>
            </a:lvl3pPr>
            <a:lvl4pPr>
              <a:buNone/>
              <a:defRPr sz="500">
                <a:solidFill>
                  <a:schemeClr val="tx1">
                    <a:alpha val="50000"/>
                  </a:schemeClr>
                </a:solidFill>
              </a:defRPr>
            </a:lvl4pPr>
            <a:lvl5pPr>
              <a:buNone/>
              <a:defRPr sz="500">
                <a:solidFill>
                  <a:schemeClr val="tx1">
                    <a:alpha val="50000"/>
                  </a:schemeClr>
                </a:solidFill>
              </a:defRPr>
            </a:lvl5pPr>
          </a:lstStyle>
          <a:p>
            <a:pPr lvl="0"/>
            <a:r>
              <a:rPr lang="en-GB"/>
              <a:t>Hotel brand name goes here</a:t>
            </a:r>
          </a:p>
        </p:txBody>
      </p:sp>
    </p:spTree>
    <p:extLst>
      <p:ext uri="{BB962C8B-B14F-4D97-AF65-F5344CB8AC3E}">
        <p14:creationId xmlns:p14="http://schemas.microsoft.com/office/powerpoint/2010/main" val="148632627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511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29" Type="http://schemas.openxmlformats.org/officeDocument/2006/relationships/tags" Target="../tags/tag3.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theme" Target="../theme/theme2.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31" Type="http://schemas.openxmlformats.org/officeDocument/2006/relationships/image" Target="../media/image1.emf"/><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 Id="rId30"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3.xml"/><Relationship Id="rId2" Type="http://schemas.openxmlformats.org/officeDocument/2006/relationships/slideLayout" Target="../slideLayouts/slideLayout39.xml"/><Relationship Id="rId16" Type="http://schemas.openxmlformats.org/officeDocument/2006/relationships/image" Target="../media/image1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1.emf"/><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oleObject" Target="../embeddings/oleObject3.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image" Target="../media/image11.emf"/><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tags" Target="../tags/tag5.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theme" Target="../theme/theme4.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image" Target="../media/image12.png"/><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oleObject" Target="../embeddings/oleObject4.bin"/><Relationship Id="rId20" Type="http://schemas.openxmlformats.org/officeDocument/2006/relationships/slideLayout" Target="../slideLayouts/slideLayout68.xml"/><Relationship Id="rId41" Type="http://schemas.openxmlformats.org/officeDocument/2006/relationships/slideLayout" Target="../slideLayouts/slideLayout89.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26" Type="http://schemas.openxmlformats.org/officeDocument/2006/relationships/slideLayout" Target="../slideLayouts/slideLayout117.xml"/><Relationship Id="rId39" Type="http://schemas.openxmlformats.org/officeDocument/2006/relationships/image" Target="../media/image15.emf"/><Relationship Id="rId21" Type="http://schemas.openxmlformats.org/officeDocument/2006/relationships/slideLayout" Target="../slideLayouts/slideLayout112.xml"/><Relationship Id="rId34" Type="http://schemas.openxmlformats.org/officeDocument/2006/relationships/slideLayout" Target="../slideLayouts/slideLayout125.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slideLayout" Target="../slideLayouts/slideLayout116.xml"/><Relationship Id="rId33" Type="http://schemas.openxmlformats.org/officeDocument/2006/relationships/slideLayout" Target="../slideLayouts/slideLayout124.xml"/><Relationship Id="rId38" Type="http://schemas.openxmlformats.org/officeDocument/2006/relationships/oleObject" Target="../embeddings/oleObject5.bin"/><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29" Type="http://schemas.openxmlformats.org/officeDocument/2006/relationships/slideLayout" Target="../slideLayouts/slideLayout120.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24" Type="http://schemas.openxmlformats.org/officeDocument/2006/relationships/slideLayout" Target="../slideLayouts/slideLayout115.xml"/><Relationship Id="rId32" Type="http://schemas.openxmlformats.org/officeDocument/2006/relationships/slideLayout" Target="../slideLayouts/slideLayout123.xml"/><Relationship Id="rId37" Type="http://schemas.openxmlformats.org/officeDocument/2006/relationships/tags" Target="../tags/tag6.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slideLayout" Target="../slideLayouts/slideLayout114.xml"/><Relationship Id="rId28" Type="http://schemas.openxmlformats.org/officeDocument/2006/relationships/slideLayout" Target="../slideLayouts/slideLayout119.xml"/><Relationship Id="rId36" Type="http://schemas.openxmlformats.org/officeDocument/2006/relationships/theme" Target="../theme/theme5.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31" Type="http://schemas.openxmlformats.org/officeDocument/2006/relationships/slideLayout" Target="../slideLayouts/slideLayout122.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slideLayout" Target="../slideLayouts/slideLayout113.xml"/><Relationship Id="rId27" Type="http://schemas.openxmlformats.org/officeDocument/2006/relationships/slideLayout" Target="../slideLayouts/slideLayout118.xml"/><Relationship Id="rId30" Type="http://schemas.openxmlformats.org/officeDocument/2006/relationships/slideLayout" Target="../slideLayouts/slideLayout121.xml"/><Relationship Id="rId35" Type="http://schemas.openxmlformats.org/officeDocument/2006/relationships/slideLayout" Target="../slideLayouts/slideLayout126.xml"/><Relationship Id="rId8" Type="http://schemas.openxmlformats.org/officeDocument/2006/relationships/slideLayout" Target="../slideLayouts/slideLayout99.xml"/><Relationship Id="rId3" Type="http://schemas.openxmlformats.org/officeDocument/2006/relationships/slideLayout" Target="../slideLayouts/slideLayout9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image" Target="../media/image11.emf"/><Relationship Id="rId3" Type="http://schemas.openxmlformats.org/officeDocument/2006/relationships/slideLayout" Target="../slideLayouts/slideLayout129.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oleObject" Target="../embeddings/oleObject9.bin"/><Relationship Id="rId2" Type="http://schemas.openxmlformats.org/officeDocument/2006/relationships/slideLayout" Target="../slideLayouts/slideLayout128.xml"/><Relationship Id="rId16" Type="http://schemas.openxmlformats.org/officeDocument/2006/relationships/tags" Target="../tags/tag10.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5" Type="http://schemas.openxmlformats.org/officeDocument/2006/relationships/slideLayout" Target="../slideLayouts/slideLayout131.xml"/><Relationship Id="rId15" Type="http://schemas.openxmlformats.org/officeDocument/2006/relationships/theme" Target="../theme/theme6.xml"/><Relationship Id="rId10" Type="http://schemas.openxmlformats.org/officeDocument/2006/relationships/slideLayout" Target="../slideLayouts/slideLayout136.xml"/><Relationship Id="rId19" Type="http://schemas.openxmlformats.org/officeDocument/2006/relationships/image" Target="../media/image12.png"/><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CCFAC5-F487-14B3-B503-13603917C586}"/>
              </a:ext>
            </a:extLst>
          </p:cNvPr>
          <p:cNvGraphicFramePr>
            <a:graphicFrameLocks/>
          </p:cNvGraphicFramePr>
          <p:nvPr userDrawn="1">
            <p:custDataLst>
              <p:tags r:id="rId12"/>
            </p:custDataLst>
            <p:extLst>
              <p:ext uri="{D42A27DB-BD31-4B8C-83A1-F6EECF244321}">
                <p14:modId xmlns:p14="http://schemas.microsoft.com/office/powerpoint/2010/main" val="770585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5" imgH="405" progId="TCLayout.ActiveDocument.1">
                  <p:embed/>
                </p:oleObj>
              </mc:Choice>
              <mc:Fallback>
                <p:oleObj name="thinkcell Slide" r:id="rId13" imgW="405" imgH="405" progId="TCLayout.ActiveDocument.1">
                  <p:embed/>
                  <p:pic>
                    <p:nvPicPr>
                      <p:cNvPr id="4" name="think-cell data - do not delete" hidden="1">
                        <a:extLst>
                          <a:ext uri="{FF2B5EF4-FFF2-40B4-BE49-F238E27FC236}">
                            <a16:creationId xmlns:a16="http://schemas.microsoft.com/office/drawing/2014/main" id="{81CCFAC5-F487-14B3-B503-13603917C586}"/>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5" name="Footer Placeholder 4"/>
          <p:cNvSpPr>
            <a:spLocks noGrp="1"/>
          </p:cNvSpPr>
          <p:nvPr>
            <p:ph type="ftr" sz="quarter" idx="3"/>
          </p:nvPr>
        </p:nvSpPr>
        <p:spPr>
          <a:xfrm>
            <a:off x="541655" y="6397792"/>
            <a:ext cx="5554345" cy="432000"/>
          </a:xfrm>
          <a:prstGeom prst="rect">
            <a:avLst/>
          </a:prstGeom>
        </p:spPr>
        <p:txBody>
          <a:bodyPr vert="horz" lIns="0" tIns="0" rIns="0" bIns="0" rtlCol="0" anchor="ctr">
            <a:noAutofit/>
          </a:bodyPr>
          <a:lstStyle>
            <a:lvl1pPr algn="l">
              <a:defRPr sz="900" b="0" i="0" cap="all" spc="50" baseline="0">
                <a:solidFill>
                  <a:schemeClr val="tx1"/>
                </a:solidFill>
                <a:latin typeface="+mn-lt"/>
              </a:defRPr>
            </a:lvl1pPr>
          </a:lstStyle>
          <a:p>
            <a:r>
              <a:rPr lang="en-US"/>
              <a:t>Document title</a:t>
            </a:r>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536885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04638DF-B7A1-6C62-8DFE-0077D67984F8}"/>
              </a:ext>
            </a:extLst>
          </p:cNvPr>
          <p:cNvGraphicFramePr>
            <a:graphicFrameLocks/>
          </p:cNvGraphicFramePr>
          <p:nvPr userDrawn="1">
            <p:custDataLst>
              <p:tags r:id="rId29"/>
            </p:custDataLst>
            <p:extLst>
              <p:ext uri="{D42A27DB-BD31-4B8C-83A1-F6EECF244321}">
                <p14:modId xmlns:p14="http://schemas.microsoft.com/office/powerpoint/2010/main" val="4193261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405" imgH="405" progId="TCLayout.ActiveDocument.1">
                  <p:embed/>
                </p:oleObj>
              </mc:Choice>
              <mc:Fallback>
                <p:oleObj name="thinkcell Slide" r:id="rId30" imgW="405" imgH="405" progId="TCLayout.ActiveDocument.1">
                  <p:embed/>
                  <p:pic>
                    <p:nvPicPr>
                      <p:cNvPr id="4" name="think-cell data - do not delete" hidden="1">
                        <a:extLst>
                          <a:ext uri="{FF2B5EF4-FFF2-40B4-BE49-F238E27FC236}">
                            <a16:creationId xmlns:a16="http://schemas.microsoft.com/office/drawing/2014/main" id="{404638DF-B7A1-6C62-8DFE-0077D67984F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19602155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3" r:id="rId17"/>
    <p:sldLayoutId id="2147483714" r:id="rId18"/>
    <p:sldLayoutId id="2147483715" r:id="rId19"/>
    <p:sldLayoutId id="2147483716" r:id="rId20"/>
    <p:sldLayoutId id="2147483717" r:id="rId21"/>
    <p:sldLayoutId id="2147483718" r:id="rId22"/>
    <p:sldLayoutId id="2147483719" r:id="rId23"/>
    <p:sldLayoutId id="2147483803" r:id="rId24"/>
    <p:sldLayoutId id="2147484029" r:id="rId25"/>
    <p:sldLayoutId id="2147484030" r:id="rId26"/>
    <p:sldLayoutId id="2147484031" r:id="rId27"/>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guide id="13" pos="4180">
          <p15:clr>
            <a:srgbClr val="F26B43"/>
          </p15:clr>
        </p15:guide>
        <p15:guide id="14" pos="352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13"/>
            </p:custDataLst>
            <p:extLst>
              <p:ext uri="{D42A27DB-BD31-4B8C-83A1-F6EECF244321}">
                <p14:modId xmlns:p14="http://schemas.microsoft.com/office/powerpoint/2010/main" val="6995432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83" imgH="384" progId="TCLayout.ActiveDocument.1">
                  <p:embed/>
                </p:oleObj>
              </mc:Choice>
              <mc:Fallback>
                <p:oleObj name="thinkcell Slide" r:id="rId14"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16"/>
          <a:stretch>
            <a:fillRect/>
          </a:stretch>
        </p:blipFill>
        <p:spPr>
          <a:xfrm>
            <a:off x="10895872" y="6497324"/>
            <a:ext cx="1208648" cy="338400"/>
          </a:xfrm>
          <a:prstGeom prst="rect">
            <a:avLst/>
          </a:prstGeom>
        </p:spPr>
      </p:pic>
      <p:sp>
        <p:nvSpPr>
          <p:cNvPr id="8" name="Subtitle 2">
            <a:extLst>
              <a:ext uri="{FF2B5EF4-FFF2-40B4-BE49-F238E27FC236}">
                <a16:creationId xmlns:a16="http://schemas.microsoft.com/office/drawing/2014/main" id="{D8D6A5A7-6F47-C247-9CEC-994E827A1BB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lnSpc>
                <a:spcPct val="100000"/>
              </a:lnSpc>
              <a:spcBef>
                <a:spcPts val="0"/>
              </a:spcBef>
            </a:pPr>
            <a:r>
              <a:rPr lang="en-GB" sz="701" kern="800" spc="0">
                <a:solidFill>
                  <a:schemeClr val="tx1">
                    <a:alpha val="50000"/>
                  </a:schemeClr>
                </a:solidFill>
                <a:latin typeface="Arial" panose="020B0604020202020204" pitchFamily="34" charset="0"/>
                <a:cs typeface="Arial" panose="020B0604020202020204" pitchFamily="34" charset="0"/>
              </a:rPr>
              <a:t>©2026 IHG</a:t>
            </a:r>
            <a:endParaRPr lang="en-US" sz="701" kern="800" spc="0">
              <a:solidFill>
                <a:schemeClr val="tx1">
                  <a:alpha val="50000"/>
                </a:schemeClr>
              </a:solidFill>
              <a:latin typeface="Arial" panose="020B0604020202020204" pitchFamily="34" charset="0"/>
              <a:cs typeface="Arial" panose="020B0604020202020204" pitchFamily="34" charset="0"/>
            </a:endParaRPr>
          </a:p>
        </p:txBody>
      </p:sp>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Tree>
    <p:extLst>
      <p:ext uri="{BB962C8B-B14F-4D97-AF65-F5344CB8AC3E}">
        <p14:creationId xmlns:p14="http://schemas.microsoft.com/office/powerpoint/2010/main" val="371880471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45"/>
            </p:custDataLst>
            <p:extLst>
              <p:ext uri="{D42A27DB-BD31-4B8C-83A1-F6EECF244321}">
                <p14:modId xmlns:p14="http://schemas.microsoft.com/office/powerpoint/2010/main" val="1078890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383" imgH="384" progId="TCLayout.ActiveDocument.1">
                  <p:embed/>
                </p:oleObj>
              </mc:Choice>
              <mc:Fallback>
                <p:oleObj name="thinkcell Slide" r:id="rId46"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48"/>
          <a:stretch>
            <a:fillRect/>
          </a:stretch>
        </p:blipFill>
        <p:spPr>
          <a:xfrm>
            <a:off x="10895872" y="6497324"/>
            <a:ext cx="1208648" cy="338400"/>
          </a:xfrm>
          <a:prstGeom prst="rect">
            <a:avLst/>
          </a:prstGeom>
        </p:spPr>
      </p:pic>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US" smtClean="0"/>
              <a:pPr/>
              <a:t>‹#›</a:t>
            </a:fld>
            <a:endParaRPr lang="en-US"/>
          </a:p>
        </p:txBody>
      </p:sp>
      <p:sp>
        <p:nvSpPr>
          <p:cNvPr id="4" name="Subtitle 2">
            <a:extLst>
              <a:ext uri="{FF2B5EF4-FFF2-40B4-BE49-F238E27FC236}">
                <a16:creationId xmlns:a16="http://schemas.microsoft.com/office/drawing/2014/main" id="{9A034C55-43DE-90EC-7670-0495BE8B0DA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3055937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 id="2147483852" r:id="rId17"/>
    <p:sldLayoutId id="2147483853" r:id="rId18"/>
    <p:sldLayoutId id="2147483854" r:id="rId19"/>
    <p:sldLayoutId id="2147483855" r:id="rId20"/>
    <p:sldLayoutId id="2147483856" r:id="rId21"/>
    <p:sldLayoutId id="2147483857" r:id="rId22"/>
    <p:sldLayoutId id="2147483858" r:id="rId23"/>
    <p:sldLayoutId id="2147483859" r:id="rId24"/>
    <p:sldLayoutId id="2147483860" r:id="rId25"/>
    <p:sldLayoutId id="2147483861" r:id="rId26"/>
    <p:sldLayoutId id="2147483862" r:id="rId27"/>
    <p:sldLayoutId id="2147483863" r:id="rId28"/>
    <p:sldLayoutId id="2147483864" r:id="rId29"/>
    <p:sldLayoutId id="2147483865" r:id="rId30"/>
    <p:sldLayoutId id="2147483866" r:id="rId31"/>
    <p:sldLayoutId id="2147483867" r:id="rId32"/>
    <p:sldLayoutId id="2147483868" r:id="rId33"/>
    <p:sldLayoutId id="2147483869" r:id="rId34"/>
    <p:sldLayoutId id="2147483870" r:id="rId35"/>
    <p:sldLayoutId id="2147483871" r:id="rId36"/>
    <p:sldLayoutId id="2147483872" r:id="rId37"/>
    <p:sldLayoutId id="2147483873" r:id="rId38"/>
    <p:sldLayoutId id="2147483874" r:id="rId39"/>
    <p:sldLayoutId id="2147483875" r:id="rId40"/>
    <p:sldLayoutId id="2147483876" r:id="rId41"/>
    <p:sldLayoutId id="2147483877" r:id="rId42"/>
    <p:sldLayoutId id="2147483878" r:id="rId43"/>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40FDF21-1E5B-5658-03B7-CC428EAB1DCD}"/>
              </a:ext>
            </a:extLst>
          </p:cNvPr>
          <p:cNvGraphicFramePr>
            <a:graphicFrameLocks/>
          </p:cNvGraphicFramePr>
          <p:nvPr userDrawn="1">
            <p:custDataLst>
              <p:tags r:id="rId37"/>
            </p:custDataLst>
            <p:extLst>
              <p:ext uri="{D42A27DB-BD31-4B8C-83A1-F6EECF244321}">
                <p14:modId xmlns:p14="http://schemas.microsoft.com/office/powerpoint/2010/main" val="2320361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503" imgH="503" progId="TCLayout.ActiveDocument.1">
                  <p:embed/>
                </p:oleObj>
              </mc:Choice>
              <mc:Fallback>
                <p:oleObj name="thinkcell Slide" r:id="rId38" imgW="503" imgH="503" progId="TCLayout.ActiveDocument.1">
                  <p:embed/>
                  <p:pic>
                    <p:nvPicPr>
                      <p:cNvPr id="4" name="think-cell data - do not delete" hidden="1">
                        <a:extLst>
                          <a:ext uri="{FF2B5EF4-FFF2-40B4-BE49-F238E27FC236}">
                            <a16:creationId xmlns:a16="http://schemas.microsoft.com/office/drawing/2014/main" id="{540FDF21-1E5B-5658-03B7-CC428EAB1DCD}"/>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idx="1"/>
          </p:nvPr>
        </p:nvSpPr>
        <p:spPr>
          <a:xfrm>
            <a:off x="515938" y="2349500"/>
            <a:ext cx="11160124" cy="384483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Placeholder 1"/>
          <p:cNvSpPr>
            <a:spLocks noGrp="1"/>
          </p:cNvSpPr>
          <p:nvPr>
            <p:ph type="title"/>
          </p:nvPr>
        </p:nvSpPr>
        <p:spPr>
          <a:xfrm>
            <a:off x="515937" y="1299410"/>
            <a:ext cx="11160125" cy="834189"/>
          </a:xfrm>
          <a:prstGeom prst="rect">
            <a:avLst/>
          </a:prstGeom>
        </p:spPr>
        <p:txBody>
          <a:bodyPr vert="horz" lIns="0" tIns="0" rIns="0" bIns="0" rtlCol="0" anchor="t">
            <a:noAutofit/>
          </a:bodyPr>
          <a:lstStyle/>
          <a:p>
            <a:r>
              <a:rPr lang="en-GB"/>
              <a:t>Click to edit Master title style</a:t>
            </a:r>
            <a:endParaRPr lang="en-US"/>
          </a:p>
        </p:txBody>
      </p:sp>
      <p:sp>
        <p:nvSpPr>
          <p:cNvPr id="5" name="Footer Placeholder 4"/>
          <p:cNvSpPr>
            <a:spLocks noGrp="1"/>
          </p:cNvSpPr>
          <p:nvPr>
            <p:ph type="ftr" sz="quarter" idx="3"/>
          </p:nvPr>
        </p:nvSpPr>
        <p:spPr>
          <a:xfrm>
            <a:off x="541655" y="6397792"/>
            <a:ext cx="5554345" cy="432000"/>
          </a:xfrm>
          <a:prstGeom prst="rect">
            <a:avLst/>
          </a:prstGeom>
        </p:spPr>
        <p:txBody>
          <a:bodyPr vert="horz" lIns="0" tIns="0" rIns="0" bIns="0" rtlCol="0" anchor="ctr">
            <a:noAutofit/>
          </a:bodyPr>
          <a:lstStyle>
            <a:lvl1pPr algn="l">
              <a:defRPr sz="900" b="0" i="0" cap="all" spc="50" baseline="0">
                <a:solidFill>
                  <a:schemeClr val="tx1"/>
                </a:solidFill>
                <a:latin typeface="+mn-lt"/>
              </a:defRPr>
            </a:lvl1pPr>
          </a:lstStyle>
          <a:p>
            <a:r>
              <a:rPr lang="en-US"/>
              <a:t>Document title</a:t>
            </a:r>
          </a:p>
        </p:txBody>
      </p:sp>
      <p:sp>
        <p:nvSpPr>
          <p:cNvPr id="6" name="Slide Number Placeholder 5"/>
          <p:cNvSpPr>
            <a:spLocks noGrp="1"/>
          </p:cNvSpPr>
          <p:nvPr>
            <p:ph type="sldNum" sz="quarter" idx="4"/>
          </p:nvPr>
        </p:nvSpPr>
        <p:spPr>
          <a:xfrm>
            <a:off x="-1" y="6397792"/>
            <a:ext cx="515937" cy="432000"/>
          </a:xfrm>
          <a:prstGeom prst="rect">
            <a:avLst/>
          </a:prstGeom>
        </p:spPr>
        <p:txBody>
          <a:bodyPr vert="horz" lIns="0" tIns="0" rIns="0" bIns="0" rtlCol="0" anchor="ctr">
            <a:noAutofit/>
          </a:bodyPr>
          <a:lstStyle>
            <a:lvl1pPr algn="ctr">
              <a:defRPr sz="900" b="0" i="0">
                <a:solidFill>
                  <a:schemeClr val="tx1"/>
                </a:solidFill>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20187348"/>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 id="2147483938" r:id="rId33"/>
    <p:sldLayoutId id="2147483939" r:id="rId34"/>
    <p:sldLayoutId id="2147483940" r:id="rId35"/>
  </p:sldLayoutIdLst>
  <p:hf hdr="0" dt="0"/>
  <p:txStyles>
    <p:titleStyle>
      <a:lvl1pPr algn="l" defTabSz="914400" rtl="0" eaLnBrk="1" latinLnBrk="0" hangingPunct="1">
        <a:lnSpc>
          <a:spcPct val="90000"/>
        </a:lnSpc>
        <a:spcBef>
          <a:spcPct val="0"/>
        </a:spcBef>
        <a:buNone/>
        <a:defRPr sz="4000" b="0" i="0" kern="1200">
          <a:solidFill>
            <a:schemeClr val="tx1"/>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pos="3840">
          <p15:clr>
            <a:srgbClr val="F26B43"/>
          </p15:clr>
        </p15:guide>
        <p15:guide id="3" pos="325">
          <p15:clr>
            <a:srgbClr val="F26B43"/>
          </p15:clr>
        </p15:guide>
        <p15:guide id="4" pos="7355">
          <p15:clr>
            <a:srgbClr val="F26B43"/>
          </p15:clr>
        </p15:guide>
        <p15:guide id="5" orient="horz" pos="300">
          <p15:clr>
            <a:srgbClr val="F26B43"/>
          </p15:clr>
        </p15:guide>
        <p15:guide id="6" orient="horz" pos="4020">
          <p15:clr>
            <a:srgbClr val="F26B43"/>
          </p15:clr>
        </p15:guide>
        <p15:guide id="7" orient="horz" pos="799">
          <p15:clr>
            <a:srgbClr val="F26B43"/>
          </p15:clr>
        </p15:guide>
        <p15:guide id="9" orient="horz" pos="3748">
          <p15:clr>
            <a:srgbClr val="F26B43"/>
          </p15:clr>
        </p15:guide>
        <p15:guide id="10" pos="2071">
          <p15:clr>
            <a:srgbClr val="F26B43"/>
          </p15:clr>
        </p15:guide>
        <p15:guide id="11" pos="5632">
          <p15:clr>
            <a:srgbClr val="F26B43"/>
          </p15:clr>
        </p15:guide>
        <p15:guide id="12" orient="horz" pos="216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8C2EB0-E150-4708-ABEE-2E8F9AC5534A}"/>
              </a:ext>
            </a:extLst>
          </p:cNvPr>
          <p:cNvGraphicFramePr>
            <a:graphicFrameLocks/>
          </p:cNvGraphicFramePr>
          <p:nvPr userDrawn="1">
            <p:custDataLst>
              <p:tags r:id="rId16"/>
            </p:custDataLst>
            <p:extLst>
              <p:ext uri="{D42A27DB-BD31-4B8C-83A1-F6EECF244321}">
                <p14:modId xmlns:p14="http://schemas.microsoft.com/office/powerpoint/2010/main" val="1604134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83" imgH="384" progId="TCLayout.ActiveDocument.1">
                  <p:embed/>
                </p:oleObj>
              </mc:Choice>
              <mc:Fallback>
                <p:oleObj name="thinkcell Slide" r:id="rId17" imgW="383" imgH="384" progId="TCLayout.ActiveDocument.1">
                  <p:embed/>
                  <p:pic>
                    <p:nvPicPr>
                      <p:cNvPr id="5" name="Object 4" hidden="1">
                        <a:extLst>
                          <a:ext uri="{FF2B5EF4-FFF2-40B4-BE49-F238E27FC236}">
                            <a16:creationId xmlns:a16="http://schemas.microsoft.com/office/drawing/2014/main" id="{618C2EB0-E150-4708-ABEE-2E8F9AC5534A}"/>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Rectangle 5">
            <a:extLst>
              <a:ext uri="{FF2B5EF4-FFF2-40B4-BE49-F238E27FC236}">
                <a16:creationId xmlns:a16="http://schemas.microsoft.com/office/drawing/2014/main" id="{B49C19BA-C2E1-E74C-8924-E74BBF254505}"/>
              </a:ext>
            </a:extLst>
          </p:cNvPr>
          <p:cNvSpPr/>
          <p:nvPr userDrawn="1"/>
        </p:nvSpPr>
        <p:spPr>
          <a:xfrm>
            <a:off x="0" y="6471444"/>
            <a:ext cx="12192000" cy="386556"/>
          </a:xfrm>
          <a:prstGeom prst="rect">
            <a:avLst/>
          </a:prstGeom>
          <a:solidFill>
            <a:srgbClr val="F0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900"/>
          </a:p>
        </p:txBody>
      </p:sp>
      <p:pic>
        <p:nvPicPr>
          <p:cNvPr id="7" name="Picture 6" descr="Shape&#10;&#10;Description automatically generated with medium confidence">
            <a:extLst>
              <a:ext uri="{FF2B5EF4-FFF2-40B4-BE49-F238E27FC236}">
                <a16:creationId xmlns:a16="http://schemas.microsoft.com/office/drawing/2014/main" id="{055F5C28-148B-BC4B-8308-4B39B4F42EE8}"/>
              </a:ext>
            </a:extLst>
          </p:cNvPr>
          <p:cNvPicPr>
            <a:picLocks noChangeAspect="1"/>
          </p:cNvPicPr>
          <p:nvPr userDrawn="1"/>
        </p:nvPicPr>
        <p:blipFill>
          <a:blip r:embed="rId19"/>
          <a:stretch>
            <a:fillRect/>
          </a:stretch>
        </p:blipFill>
        <p:spPr>
          <a:xfrm>
            <a:off x="10895872" y="6497324"/>
            <a:ext cx="1208648" cy="338400"/>
          </a:xfrm>
          <a:prstGeom prst="rect">
            <a:avLst/>
          </a:prstGeom>
        </p:spPr>
      </p:pic>
      <p:sp>
        <p:nvSpPr>
          <p:cNvPr id="8" name="Subtitle 2">
            <a:extLst>
              <a:ext uri="{FF2B5EF4-FFF2-40B4-BE49-F238E27FC236}">
                <a16:creationId xmlns:a16="http://schemas.microsoft.com/office/drawing/2014/main" id="{D8D6A5A7-6F47-C247-9CEC-994E827A1BBB}"/>
              </a:ext>
            </a:extLst>
          </p:cNvPr>
          <p:cNvSpPr txBox="1">
            <a:spLocks/>
          </p:cNvSpPr>
          <p:nvPr userDrawn="1"/>
        </p:nvSpPr>
        <p:spPr>
          <a:xfrm>
            <a:off x="4401605" y="6566627"/>
            <a:ext cx="3388790" cy="206608"/>
          </a:xfrm>
          <a:prstGeom prst="rect">
            <a:avLst/>
          </a:prstGeom>
        </p:spPr>
        <p:txBody>
          <a:bodyPr vert="horz"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rtl="0">
              <a:lnSpc>
                <a:spcPct val="100000"/>
              </a:lnSpc>
              <a:spcBef>
                <a:spcPts val="0"/>
              </a:spcBef>
            </a:pPr>
            <a:r>
              <a:rPr lang="en-GB" sz="700" b="0" i="0">
                <a:solidFill>
                  <a:schemeClr val="tx1"/>
                </a:solidFill>
                <a:effectLst/>
                <a:latin typeface="+mn-lt"/>
              </a:rPr>
              <a:t>®IHG | Confidential &amp; Proprietary</a:t>
            </a:r>
            <a:endParaRPr lang="en-GB" sz="700" kern="800" spc="0">
              <a:solidFill>
                <a:schemeClr val="tx1"/>
              </a:solidFill>
              <a:latin typeface="+mn-lt"/>
              <a:cs typeface="Arial" panose="020B0604020202020204" pitchFamily="34" charset="0"/>
            </a:endParaRPr>
          </a:p>
        </p:txBody>
      </p:sp>
      <p:sp>
        <p:nvSpPr>
          <p:cNvPr id="9" name="Slide Number Placeholder 5">
            <a:extLst>
              <a:ext uri="{FF2B5EF4-FFF2-40B4-BE49-F238E27FC236}">
                <a16:creationId xmlns:a16="http://schemas.microsoft.com/office/drawing/2014/main" id="{A3A3DC13-5564-C443-A281-D5BA19F2860A}"/>
              </a:ext>
            </a:extLst>
          </p:cNvPr>
          <p:cNvSpPr>
            <a:spLocks noGrp="1"/>
          </p:cNvSpPr>
          <p:nvPr>
            <p:ph type="sldNum" sz="quarter" idx="4"/>
          </p:nvPr>
        </p:nvSpPr>
        <p:spPr>
          <a:xfrm>
            <a:off x="191336" y="6471445"/>
            <a:ext cx="750936" cy="386556"/>
          </a:xfrm>
          <a:prstGeom prst="rect">
            <a:avLst/>
          </a:prstGeom>
        </p:spPr>
        <p:txBody>
          <a:bodyPr vert="horz" lIns="0" tIns="0" rIns="0" bIns="0" rtlCol="0" anchor="ctr"/>
          <a:lstStyle>
            <a:lvl1pPr algn="l" rtl="0">
              <a:defRPr sz="800" b="0" i="0">
                <a:solidFill>
                  <a:schemeClr val="accent1"/>
                </a:solidFill>
                <a:latin typeface="Arial" panose="020B0604020202020204" pitchFamily="34" charset="0"/>
                <a:cs typeface="Arial" panose="020B0604020202020204" pitchFamily="34" charset="0"/>
              </a:defRPr>
            </a:lvl1pPr>
          </a:lstStyle>
          <a:p>
            <a:fld id="{BF1B362E-304B-D74F-8E05-F581CCD55911}" type="slidenum">
              <a:rPr lang="en-GB" smtClean="0"/>
              <a:pPr/>
              <a:t>‹#›</a:t>
            </a:fld>
            <a:endParaRPr lang="en-GB"/>
          </a:p>
        </p:txBody>
      </p:sp>
    </p:spTree>
    <p:extLst>
      <p:ext uri="{BB962C8B-B14F-4D97-AF65-F5344CB8AC3E}">
        <p14:creationId xmlns:p14="http://schemas.microsoft.com/office/powerpoint/2010/main" val="4130165517"/>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7" r:id="rId14"/>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46">
          <p15:clr>
            <a:srgbClr val="F26B43"/>
          </p15:clr>
        </p15:guide>
        <p15:guide id="2" pos="7434">
          <p15:clr>
            <a:srgbClr val="F26B43"/>
          </p15:clr>
        </p15:guide>
        <p15:guide id="3" orient="horz" pos="244">
          <p15:clr>
            <a:srgbClr val="F26B43"/>
          </p15:clr>
        </p15:guide>
        <p15:guide id="4" orient="horz" pos="4077">
          <p15:clr>
            <a:srgbClr val="F26B43"/>
          </p15:clr>
        </p15:guide>
        <p15:guide id="16" pos="3840">
          <p15:clr>
            <a:srgbClr val="F26B43"/>
          </p15:clr>
        </p15:guide>
        <p15:guide id="17" orient="horz" pos="2160">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08.xml"/><Relationship Id="rId1" Type="http://schemas.openxmlformats.org/officeDocument/2006/relationships/tags" Target="../tags/tag177.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17.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16" Type="http://schemas.openxmlformats.org/officeDocument/2006/relationships/notesSlide" Target="../notesSlides/notesSlide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3.xml"/></Relationships>
</file>

<file path=ppt/slides/_rels/slide18.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42" Type="http://schemas.openxmlformats.org/officeDocument/2006/relationships/notesSlide" Target="../notesSlides/notesSlide13.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19.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3.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5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58.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1.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62.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3.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tags" Target="../tags/tag259.xml"/><Relationship Id="rId4" Type="http://schemas.openxmlformats.org/officeDocument/2006/relationships/image" Target="../media/image15.emf"/></Relationships>
</file>

<file path=ppt/slides/_rels/slide67.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image" Target="../media/image76.emf"/><Relationship Id="rId3" Type="http://schemas.openxmlformats.org/officeDocument/2006/relationships/tags" Target="../tags/tag180.xml"/><Relationship Id="rId21" Type="http://schemas.openxmlformats.org/officeDocument/2006/relationships/chart" Target="../charts/chart4.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oleObject" Target="../embeddings/oleObject32.bin"/><Relationship Id="rId2" Type="http://schemas.openxmlformats.org/officeDocument/2006/relationships/tags" Target="../tags/tag179.xml"/><Relationship Id="rId20" Type="http://schemas.openxmlformats.org/officeDocument/2006/relationships/image" Target="../media/image78.png"/><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image" Target="../media/image80.png"/><Relationship Id="rId5" Type="http://schemas.openxmlformats.org/officeDocument/2006/relationships/tags" Target="../tags/tag182.xml"/><Relationship Id="rId15" Type="http://schemas.openxmlformats.org/officeDocument/2006/relationships/slideLayout" Target="../slideLayouts/slideLayout106.xml"/><Relationship Id="rId23" Type="http://schemas.openxmlformats.org/officeDocument/2006/relationships/image" Target="../media/image79.png"/><Relationship Id="rId10" Type="http://schemas.openxmlformats.org/officeDocument/2006/relationships/tags" Target="../tags/tag187.xml"/><Relationship Id="rId19" Type="http://schemas.openxmlformats.org/officeDocument/2006/relationships/image" Target="../media/image77.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chart" Target="../charts/chart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05.xml"/><Relationship Id="rId1" Type="http://schemas.openxmlformats.org/officeDocument/2006/relationships/tags" Target="../tags/tag192.xml"/><Relationship Id="rId5" Type="http://schemas.openxmlformats.org/officeDocument/2006/relationships/image" Target="../media/image15.emf"/><Relationship Id="rId4" Type="http://schemas.openxmlformats.org/officeDocument/2006/relationships/oleObject" Target="../embeddings/oleObject33.bin"/></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98.xml"/><Relationship Id="rId1" Type="http://schemas.openxmlformats.org/officeDocument/2006/relationships/tags" Target="../tags/tag193.xml"/><Relationship Id="rId5" Type="http://schemas.openxmlformats.org/officeDocument/2006/relationships/image" Target="../media/image76.emf"/><Relationship Id="rId4" Type="http://schemas.openxmlformats.org/officeDocument/2006/relationships/oleObject" Target="../embeddings/oleObject34.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71.xml.rels><?xml version="1.0" encoding="UTF-8" standalone="yes"?>
<Relationships xmlns="http://schemas.openxmlformats.org/package/2006/relationships"><Relationship Id="rId13" Type="http://schemas.openxmlformats.org/officeDocument/2006/relationships/tags" Target="../tags/tag206.xml"/><Relationship Id="rId18" Type="http://schemas.openxmlformats.org/officeDocument/2006/relationships/tags" Target="../tags/tag211.xml"/><Relationship Id="rId26" Type="http://schemas.openxmlformats.org/officeDocument/2006/relationships/tags" Target="../tags/tag219.xml"/><Relationship Id="rId39" Type="http://schemas.openxmlformats.org/officeDocument/2006/relationships/tags" Target="../tags/tag232.xml"/><Relationship Id="rId21" Type="http://schemas.openxmlformats.org/officeDocument/2006/relationships/tags" Target="../tags/tag214.xml"/><Relationship Id="rId34" Type="http://schemas.openxmlformats.org/officeDocument/2006/relationships/tags" Target="../tags/tag227.xml"/><Relationship Id="rId7" Type="http://schemas.openxmlformats.org/officeDocument/2006/relationships/tags" Target="../tags/tag200.xml"/><Relationship Id="rId2" Type="http://schemas.openxmlformats.org/officeDocument/2006/relationships/tags" Target="../tags/tag195.xml"/><Relationship Id="rId16" Type="http://schemas.openxmlformats.org/officeDocument/2006/relationships/tags" Target="../tags/tag209.xml"/><Relationship Id="rId29" Type="http://schemas.openxmlformats.org/officeDocument/2006/relationships/tags" Target="../tags/tag222.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tags" Target="../tags/tag217.xml"/><Relationship Id="rId32" Type="http://schemas.openxmlformats.org/officeDocument/2006/relationships/tags" Target="../tags/tag225.xml"/><Relationship Id="rId37" Type="http://schemas.openxmlformats.org/officeDocument/2006/relationships/tags" Target="../tags/tag230.xml"/><Relationship Id="rId40" Type="http://schemas.openxmlformats.org/officeDocument/2006/relationships/tags" Target="../tags/tag233.xml"/><Relationship Id="rId45" Type="http://schemas.openxmlformats.org/officeDocument/2006/relationships/chart" Target="../charts/chart6.xml"/><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tags" Target="../tags/tag216.xml"/><Relationship Id="rId28" Type="http://schemas.openxmlformats.org/officeDocument/2006/relationships/tags" Target="../tags/tag221.xml"/><Relationship Id="rId36" Type="http://schemas.openxmlformats.org/officeDocument/2006/relationships/tags" Target="../tags/tag229.xml"/><Relationship Id="rId10" Type="http://schemas.openxmlformats.org/officeDocument/2006/relationships/tags" Target="../tags/tag203.xml"/><Relationship Id="rId19" Type="http://schemas.openxmlformats.org/officeDocument/2006/relationships/tags" Target="../tags/tag212.xml"/><Relationship Id="rId31" Type="http://schemas.openxmlformats.org/officeDocument/2006/relationships/tags" Target="../tags/tag224.xml"/><Relationship Id="rId44" Type="http://schemas.openxmlformats.org/officeDocument/2006/relationships/image" Target="../media/image17.emf"/><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tags" Target="../tags/tag215.xml"/><Relationship Id="rId27" Type="http://schemas.openxmlformats.org/officeDocument/2006/relationships/tags" Target="../tags/tag220.xml"/><Relationship Id="rId30" Type="http://schemas.openxmlformats.org/officeDocument/2006/relationships/tags" Target="../tags/tag223.xml"/><Relationship Id="rId35" Type="http://schemas.openxmlformats.org/officeDocument/2006/relationships/tags" Target="../tags/tag228.xml"/><Relationship Id="rId43" Type="http://schemas.openxmlformats.org/officeDocument/2006/relationships/oleObject" Target="../embeddings/oleObject35.bin"/><Relationship Id="rId8" Type="http://schemas.openxmlformats.org/officeDocument/2006/relationships/tags" Target="../tags/tag201.xml"/><Relationship Id="rId3" Type="http://schemas.openxmlformats.org/officeDocument/2006/relationships/tags" Target="../tags/tag196.xml"/><Relationship Id="rId12" Type="http://schemas.openxmlformats.org/officeDocument/2006/relationships/tags" Target="../tags/tag205.xml"/><Relationship Id="rId17" Type="http://schemas.openxmlformats.org/officeDocument/2006/relationships/tags" Target="../tags/tag210.xml"/><Relationship Id="rId25" Type="http://schemas.openxmlformats.org/officeDocument/2006/relationships/tags" Target="../tags/tag218.xml"/><Relationship Id="rId33" Type="http://schemas.openxmlformats.org/officeDocument/2006/relationships/tags" Target="../tags/tag226.xml"/><Relationship Id="rId38" Type="http://schemas.openxmlformats.org/officeDocument/2006/relationships/tags" Target="../tags/tag231.xml"/><Relationship Id="rId20" Type="http://schemas.openxmlformats.org/officeDocument/2006/relationships/tags" Target="../tags/tag213.xml"/><Relationship Id="rId41" Type="http://schemas.openxmlformats.org/officeDocument/2006/relationships/slideLayout" Target="../slideLayouts/slideLayout12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234.xml"/><Relationship Id="rId5" Type="http://schemas.openxmlformats.org/officeDocument/2006/relationships/image" Target="../media/image1.emf"/><Relationship Id="rId4" Type="http://schemas.openxmlformats.org/officeDocument/2006/relationships/oleObject" Target="../embeddings/oleObject36.bin"/></Relationships>
</file>

<file path=ppt/slides/_rels/slide7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40.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115732-5E02-0FCD-7991-AD9C97E34296}"/>
              </a:ext>
            </a:extLst>
          </p:cNvPr>
          <p:cNvSpPr>
            <a:spLocks noGrp="1"/>
          </p:cNvSpPr>
          <p:nvPr>
            <p:ph type="body" sz="quarter" idx="13"/>
          </p:nvPr>
        </p:nvSpPr>
        <p:spPr>
          <a:xfrm>
            <a:off x="5717753" y="1136401"/>
            <a:ext cx="754112" cy="304932"/>
          </a:xfrm>
        </p:spPr>
        <p:txBody>
          <a:bodyPr/>
          <a:lstStyle/>
          <a:p>
            <a:r>
              <a:rPr lang="en-US"/>
              <a:t>01</a:t>
            </a:r>
          </a:p>
        </p:txBody>
      </p:sp>
      <p:sp>
        <p:nvSpPr>
          <p:cNvPr id="3" name="Text Placeholder 2">
            <a:extLst>
              <a:ext uri="{FF2B5EF4-FFF2-40B4-BE49-F238E27FC236}">
                <a16:creationId xmlns:a16="http://schemas.microsoft.com/office/drawing/2014/main" id="{A5DCF498-40A2-9CEA-4CE3-1B6E78B22377}"/>
              </a:ext>
            </a:extLst>
          </p:cNvPr>
          <p:cNvSpPr>
            <a:spLocks noGrp="1"/>
          </p:cNvSpPr>
          <p:nvPr>
            <p:ph type="body" sz="quarter" idx="14"/>
          </p:nvPr>
        </p:nvSpPr>
        <p:spPr>
          <a:xfrm>
            <a:off x="3306713" y="1500468"/>
            <a:ext cx="5591804" cy="304932"/>
          </a:xfrm>
        </p:spPr>
        <p:txBody>
          <a:bodyPr/>
          <a:lstStyle/>
          <a:p>
            <a:r>
              <a:rPr lang="en-US"/>
              <a:t>Americas (AMER)</a:t>
            </a:r>
          </a:p>
        </p:txBody>
      </p:sp>
      <p:sp>
        <p:nvSpPr>
          <p:cNvPr id="4" name="Text Placeholder 3">
            <a:extLst>
              <a:ext uri="{FF2B5EF4-FFF2-40B4-BE49-F238E27FC236}">
                <a16:creationId xmlns:a16="http://schemas.microsoft.com/office/drawing/2014/main" id="{BA0BF391-5D93-4744-E3BF-2168E8849BF1}"/>
              </a:ext>
            </a:extLst>
          </p:cNvPr>
          <p:cNvSpPr>
            <a:spLocks noGrp="1"/>
          </p:cNvSpPr>
          <p:nvPr>
            <p:ph type="body" sz="quarter" idx="15"/>
          </p:nvPr>
        </p:nvSpPr>
        <p:spPr>
          <a:xfrm>
            <a:off x="5717753" y="2104423"/>
            <a:ext cx="754112" cy="304932"/>
          </a:xfrm>
        </p:spPr>
        <p:txBody>
          <a:bodyPr/>
          <a:lstStyle/>
          <a:p>
            <a:r>
              <a:rPr lang="en-US"/>
              <a:t>02</a:t>
            </a:r>
          </a:p>
        </p:txBody>
      </p:sp>
      <p:sp>
        <p:nvSpPr>
          <p:cNvPr id="5" name="Text Placeholder 4">
            <a:extLst>
              <a:ext uri="{FF2B5EF4-FFF2-40B4-BE49-F238E27FC236}">
                <a16:creationId xmlns:a16="http://schemas.microsoft.com/office/drawing/2014/main" id="{F1F70F21-D606-820D-23E1-ED8407D41D90}"/>
              </a:ext>
            </a:extLst>
          </p:cNvPr>
          <p:cNvSpPr>
            <a:spLocks noGrp="1"/>
          </p:cNvSpPr>
          <p:nvPr>
            <p:ph type="body" sz="quarter" idx="16"/>
          </p:nvPr>
        </p:nvSpPr>
        <p:spPr>
          <a:xfrm>
            <a:off x="3306713" y="2468490"/>
            <a:ext cx="5591804" cy="304932"/>
          </a:xfrm>
        </p:spPr>
        <p:txBody>
          <a:bodyPr/>
          <a:lstStyle/>
          <a:p>
            <a:r>
              <a:rPr lang="en-US"/>
              <a:t>EMEAA</a:t>
            </a:r>
          </a:p>
        </p:txBody>
      </p:sp>
      <p:sp>
        <p:nvSpPr>
          <p:cNvPr id="6" name="Text Placeholder 5">
            <a:extLst>
              <a:ext uri="{FF2B5EF4-FFF2-40B4-BE49-F238E27FC236}">
                <a16:creationId xmlns:a16="http://schemas.microsoft.com/office/drawing/2014/main" id="{02BAA386-904D-6CD2-01D9-940D70B9ED09}"/>
              </a:ext>
            </a:extLst>
          </p:cNvPr>
          <p:cNvSpPr>
            <a:spLocks noGrp="1"/>
          </p:cNvSpPr>
          <p:nvPr>
            <p:ph type="body" sz="quarter" idx="17"/>
          </p:nvPr>
        </p:nvSpPr>
        <p:spPr>
          <a:xfrm>
            <a:off x="5717753" y="3072445"/>
            <a:ext cx="754112" cy="304932"/>
          </a:xfrm>
        </p:spPr>
        <p:txBody>
          <a:bodyPr/>
          <a:lstStyle/>
          <a:p>
            <a:r>
              <a:rPr lang="en-US"/>
              <a:t>03</a:t>
            </a:r>
          </a:p>
        </p:txBody>
      </p:sp>
      <p:sp>
        <p:nvSpPr>
          <p:cNvPr id="7" name="Text Placeholder 6">
            <a:extLst>
              <a:ext uri="{FF2B5EF4-FFF2-40B4-BE49-F238E27FC236}">
                <a16:creationId xmlns:a16="http://schemas.microsoft.com/office/drawing/2014/main" id="{6C4FE75F-8919-6287-8EC4-E6568814AA27}"/>
              </a:ext>
            </a:extLst>
          </p:cNvPr>
          <p:cNvSpPr>
            <a:spLocks noGrp="1"/>
          </p:cNvSpPr>
          <p:nvPr>
            <p:ph type="body" sz="quarter" idx="18"/>
          </p:nvPr>
        </p:nvSpPr>
        <p:spPr>
          <a:xfrm>
            <a:off x="3306713" y="3436512"/>
            <a:ext cx="5591804" cy="304932"/>
          </a:xfrm>
        </p:spPr>
        <p:txBody>
          <a:bodyPr/>
          <a:lstStyle/>
          <a:p>
            <a:r>
              <a:rPr lang="en-US"/>
              <a:t>Greater China</a:t>
            </a:r>
          </a:p>
        </p:txBody>
      </p:sp>
      <p:sp>
        <p:nvSpPr>
          <p:cNvPr id="10" name="Text Placeholder 9">
            <a:extLst>
              <a:ext uri="{FF2B5EF4-FFF2-40B4-BE49-F238E27FC236}">
                <a16:creationId xmlns:a16="http://schemas.microsoft.com/office/drawing/2014/main" id="{B9E0D83A-038B-87B8-BCD0-ABBC17CDAC51}"/>
              </a:ext>
            </a:extLst>
          </p:cNvPr>
          <p:cNvSpPr>
            <a:spLocks noGrp="1"/>
          </p:cNvSpPr>
          <p:nvPr>
            <p:ph type="body" sz="quarter" idx="21"/>
          </p:nvPr>
        </p:nvSpPr>
        <p:spPr/>
        <p:txBody>
          <a:bodyPr/>
          <a:lstStyle/>
          <a:p>
            <a:r>
              <a:rPr lang="en-US"/>
              <a:t>TABLE OF CONTENTS</a:t>
            </a:r>
          </a:p>
        </p:txBody>
      </p:sp>
      <p:sp>
        <p:nvSpPr>
          <p:cNvPr id="11" name="Slide Number Placeholder 10">
            <a:extLst>
              <a:ext uri="{FF2B5EF4-FFF2-40B4-BE49-F238E27FC236}">
                <a16:creationId xmlns:a16="http://schemas.microsoft.com/office/drawing/2014/main" id="{E6D4B8A2-099B-969F-99BC-1633CFCE3FF5}"/>
              </a:ext>
            </a:extLst>
          </p:cNvPr>
          <p:cNvSpPr>
            <a:spLocks noGrp="1"/>
          </p:cNvSpPr>
          <p:nvPr>
            <p:ph type="sldNum" sz="quarter" idx="22"/>
          </p:nvPr>
        </p:nvSpPr>
        <p:spPr/>
        <p:txBody>
          <a:bodyPr/>
          <a:lstStyle/>
          <a:p>
            <a:fld id="{BF1B362E-304B-D74F-8E05-F581CCD55911}" type="slidenum">
              <a:rPr lang="en-US" smtClean="0"/>
              <a:pPr/>
              <a:t>3</a:t>
            </a:fld>
            <a:endParaRPr lang="en-US"/>
          </a:p>
        </p:txBody>
      </p:sp>
    </p:spTree>
    <p:extLst>
      <p:ext uri="{BB962C8B-B14F-4D97-AF65-F5344CB8AC3E}">
        <p14:creationId xmlns:p14="http://schemas.microsoft.com/office/powerpoint/2010/main" val="67935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949C2EE-6E4F-C65D-0B7F-F1B2B4F49E4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5" imgH="405" progId="TCLayout.ActiveDocument.1">
                  <p:embed/>
                </p:oleObj>
              </mc:Choice>
              <mc:Fallback>
                <p:oleObj name="thinkcell Slide" r:id="rId3" imgW="405" imgH="405" progId="TCLayout.ActiveDocument.1">
                  <p:embed/>
                  <p:pic>
                    <p:nvPicPr>
                      <p:cNvPr id="5" name="think-cell data - do not delete" hidden="1">
                        <a:extLst>
                          <a:ext uri="{FF2B5EF4-FFF2-40B4-BE49-F238E27FC236}">
                            <a16:creationId xmlns:a16="http://schemas.microsoft.com/office/drawing/2014/main" id="{1949C2EE-6E4F-C65D-0B7F-F1B2B4F49E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EF582FD-491E-854C-4C65-7650A91349B5}"/>
              </a:ext>
            </a:extLst>
          </p:cNvPr>
          <p:cNvSpPr>
            <a:spLocks noGrp="1"/>
          </p:cNvSpPr>
          <p:nvPr>
            <p:ph type="ctrTitle"/>
          </p:nvPr>
        </p:nvSpPr>
        <p:spPr/>
        <p:txBody>
          <a:bodyPr vert="horz" rIns="0"/>
          <a:lstStyle/>
          <a:p>
            <a:r>
              <a:rPr lang="en-US" sz="4400"/>
              <a:t>GP Regional Planning Template</a:t>
            </a:r>
          </a:p>
        </p:txBody>
      </p:sp>
      <p:sp>
        <p:nvSpPr>
          <p:cNvPr id="3" name="Subtitle 2">
            <a:extLst>
              <a:ext uri="{FF2B5EF4-FFF2-40B4-BE49-F238E27FC236}">
                <a16:creationId xmlns:a16="http://schemas.microsoft.com/office/drawing/2014/main" id="{7661B682-E584-F383-EBF2-7260CE6D2020}"/>
              </a:ext>
            </a:extLst>
          </p:cNvPr>
          <p:cNvSpPr>
            <a:spLocks noGrp="1"/>
          </p:cNvSpPr>
          <p:nvPr>
            <p:ph type="subTitle" idx="1"/>
          </p:nvPr>
        </p:nvSpPr>
        <p:spPr/>
        <p:txBody>
          <a:bodyPr/>
          <a:lstStyle/>
          <a:p>
            <a:r>
              <a:rPr lang="en-US"/>
              <a:t>Regional templates: AMER, EMEAA &amp; Greater China</a:t>
            </a:r>
          </a:p>
          <a:p>
            <a:r>
              <a:rPr lang="en-US"/>
              <a:t>PLT DEBRIEF – SEPTEMBER 2026 – DRAFT FOR FORMAT REVIEW</a:t>
            </a:r>
          </a:p>
        </p:txBody>
      </p:sp>
    </p:spTree>
    <p:extLst>
      <p:ext uri="{BB962C8B-B14F-4D97-AF65-F5344CB8AC3E}">
        <p14:creationId xmlns:p14="http://schemas.microsoft.com/office/powerpoint/2010/main" val="158195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AMER</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AMER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Operate carries the programme</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Operate is 23% of AMER’s addressable spend but 72% of programme spend (14.6% capture). Build is 47% of spend with only 0.2% on programme</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The US is mature and contested</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The US holds the largest pool, but entrenched GPO competitors and FDD language that blocks auto-enrolment cap growth, even with more OHES effort</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Small owners are the engine</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First-time and small-scaling owners are 74% of the estate; OHES lifted their F&amp;B participation by 24% and 14%. Mexico and LAC remain under-covered</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29–30, 44; dim_hotel extract (2025 programme spend, modelled addressable spend); AMER F2F regional input, Aug 2026, slides 20–24. CRF collected: 2025 actual per AMER 2030 opportunity slide.</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18,899</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902</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48" name="Freeform: Shape 1047">
            <a:extLst>
              <a:ext uri="{FF2B5EF4-FFF2-40B4-BE49-F238E27FC236}">
                <a16:creationId xmlns:a16="http://schemas.microsoft.com/office/drawing/2014/main" id="{5C9E187B-C8E0-678C-96F2-D2412DAF3A5E}"/>
              </a:ext>
            </a:extLst>
          </p:cNvPr>
          <p:cNvSpPr/>
          <p:nvPr>
            <p:custDataLst>
              <p:tags r:id="rId9"/>
            </p:custDataLst>
          </p:nvPr>
        </p:nvSpPr>
        <p:spPr bwMode="auto">
          <a:xfrm>
            <a:off x="474503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9" name="Freeform: Shape 1048">
            <a:extLst>
              <a:ext uri="{FF2B5EF4-FFF2-40B4-BE49-F238E27FC236}">
                <a16:creationId xmlns:a16="http://schemas.microsoft.com/office/drawing/2014/main" id="{53CF200E-616D-D7EC-1789-FA3BF3F19A89}"/>
              </a:ext>
            </a:extLst>
          </p:cNvPr>
          <p:cNvSpPr/>
          <p:nvPr>
            <p:custDataLst>
              <p:tags r:id="rId10"/>
            </p:custDataLst>
          </p:nvPr>
        </p:nvSpPr>
        <p:spPr bwMode="auto">
          <a:xfrm>
            <a:off x="480218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3641084"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&lt;0.1%</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95158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14.6%</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744830"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666852"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$18.9bn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$902m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$21.7m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63.9%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4.8%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2.4%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$TBC</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AMER</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#1 US CMH estate (Operate: F&amp;B / OS&amp;E) – lift utilisation and compliance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 US pipeline and renovations (Build / Open: FF&amp;E / EME) – win earlier in the lifecycle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#3 Mexico and priority LAC markets – selective expansion where coverage and distribution are viable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Ambition: +$546m programme capture by 2030 (4.6% → ~7% share)</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Locked order guides beyond HIEX; P2P and utilisation reporting</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Compress FF&amp;E design-to-delivery from 19 to 9.5 months; transform the waiver process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Activate EME (energy, renewables, engineering) – $163m by 2030</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Localise programmes, standards and distribution for Mexico / LAC; high-touch Premium and L&amp;L offer</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$21.0m; 2025 collected $21.7m (2.4% yield)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adds ~$13.1m CRF a year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Needs design, waiver and category capacity; in-market sourcing and OHES for Mexico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Risk: $2.1m revenue shortfall YTD (distributor payments, outstanding H1 supplier data)</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FDD reform to auto-enrolment / opt-out as AMER’s enforcement lever</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expand OHES from a US capability into the global owner-lifecycle model</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evaluate a GPO / distribution model for Operate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PaaS: differentiated offer for Premium, L&amp;L and pre-opening needs</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Test FDD mandatory / opt-out language with Legal; locked order guides as the control</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Offer the FTO / small-scaling OHES playbook as the central segmentation template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Assess GPO options inside the central partner framework – protect owner data, control and economics</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adds $436m capture and ~$10.5m CRF by 2030 (→ ~10% share)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EC sponsorship and legal review for FDD reform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Commercial, legal and financial assessment of GPO choices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Central CRM, owner segmentation and utilisation insight</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US Operate captures 14.6%, but FDD and waivers cap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OHES lifted small-owner F&amp;B participation by 14–24%</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EME activation ($163m by 2030); FF&amp;E 19 → 9.5 months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Construction and labour – currently legally constrained</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AMER</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Locked order guides; grow utilisation in L&amp;L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FDD opt-out as AMER’s enforcement route</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Design, waiver and category capacity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In-market sourcing and distribution for Mexico / LAC</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Existing teams; P2P and utilisation reporting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Legal review and EC sponsorship for FDD reform</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Commercial, legal and financial GPO assessment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Central CRM and owner-intelligence platform</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Rebate opacity puts small owners off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GPOs are strengthening owner relationships</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Build and Open: $13.5bn addressable; Build capture 0.2%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Mexico and LAC under-covered; Avendra unpopular with owners</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OHES model, CRM, segmentation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GPO / Operate shift assessed centrally</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AMER</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US Operate compliance (CMH)</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Managed Estate – FDD reform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FF&amp;E timeline and waivers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EME activation</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Mexico &amp; LAC localisation</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Commercial Engine / OHES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Scaling with Partners (GPO)</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Baseline is 2025 actual: $902m programme capture on $18.9bn addressable spend, a 4.8% capture rate. Accelerate adds $546m and step-change $436m by 2030, taking share to ~10%. CRF is earned at a flat 2.4% yield and rises from $21.7m to ~$47m.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1991563" y="1778507"/>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Locked order guides, P2P utilisation</a:t>
            </a:r>
          </a:p>
        </p:txBody>
      </p:sp>
      <p:sp>
        <p:nvSpPr>
          <p:cNvPr id="3" name="Arrow: Pentagon 2">
            <a:extLst>
              <a:ext uri="{FF2B5EF4-FFF2-40B4-BE49-F238E27FC236}">
                <a16:creationId xmlns:a16="http://schemas.microsoft.com/office/drawing/2014/main" id="{0210F5CD-073B-07B8-BAE4-C05D5F55BB35}"/>
              </a:ext>
            </a:extLst>
          </p:cNvPr>
          <p:cNvSpPr/>
          <p:nvPr/>
        </p:nvSpPr>
        <p:spPr>
          <a:xfrm>
            <a:off x="3102559" y="2365095"/>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FDD legal review → opt-out</a:t>
            </a:r>
          </a:p>
        </p:txBody>
      </p:sp>
      <p:sp>
        <p:nvSpPr>
          <p:cNvPr id="4" name="Arrow: Pentagon 3">
            <a:extLst>
              <a:ext uri="{FF2B5EF4-FFF2-40B4-BE49-F238E27FC236}">
                <a16:creationId xmlns:a16="http://schemas.microsoft.com/office/drawing/2014/main" id="{D1395241-DB52-9BFD-2184-AE8F136DD879}"/>
              </a:ext>
            </a:extLst>
          </p:cNvPr>
          <p:cNvSpPr/>
          <p:nvPr/>
        </p:nvSpPr>
        <p:spPr>
          <a:xfrm>
            <a:off x="3102559" y="2846984"/>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19 → 9.5 months; new waivers</a:t>
            </a:r>
          </a:p>
        </p:txBody>
      </p:sp>
      <p:sp>
        <p:nvSpPr>
          <p:cNvPr id="5" name="Arrow: Pentagon 4">
            <a:extLst>
              <a:ext uri="{FF2B5EF4-FFF2-40B4-BE49-F238E27FC236}">
                <a16:creationId xmlns:a16="http://schemas.microsoft.com/office/drawing/2014/main" id="{84FE7DC6-9EC5-D7F9-7D4B-980ADCF7E27D}"/>
              </a:ext>
            </a:extLst>
          </p:cNvPr>
          <p:cNvSpPr/>
          <p:nvPr/>
        </p:nvSpPr>
        <p:spPr>
          <a:xfrm>
            <a:off x="4213555" y="3328873"/>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Energy, renewables, engineering</a:t>
            </a:r>
          </a:p>
        </p:txBody>
      </p:sp>
      <p:sp>
        <p:nvSpPr>
          <p:cNvPr id="6" name="Arrow: Pentagon 5">
            <a:extLst>
              <a:ext uri="{FF2B5EF4-FFF2-40B4-BE49-F238E27FC236}">
                <a16:creationId xmlns:a16="http://schemas.microsoft.com/office/drawing/2014/main" id="{CCBD0C76-5B0C-6C07-287B-0A7101240718}"/>
              </a:ext>
            </a:extLst>
          </p:cNvPr>
          <p:cNvSpPr/>
          <p:nvPr/>
        </p:nvSpPr>
        <p:spPr>
          <a:xfrm>
            <a:off x="5324551" y="3810761"/>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Local standards, suppliers, distribution</a:t>
            </a:r>
          </a:p>
        </p:txBody>
      </p:sp>
      <p:sp>
        <p:nvSpPr>
          <p:cNvPr id="7" name="Arrow: Pentagon 6">
            <a:extLst>
              <a:ext uri="{FF2B5EF4-FFF2-40B4-BE49-F238E27FC236}">
                <a16:creationId xmlns:a16="http://schemas.microsoft.com/office/drawing/2014/main" id="{F0B880E5-3D4E-8F6F-7A92-A82AE5EF27F9}"/>
              </a:ext>
            </a:extLst>
          </p:cNvPr>
          <p:cNvSpPr/>
          <p:nvPr/>
        </p:nvSpPr>
        <p:spPr>
          <a:xfrm>
            <a:off x="1991563" y="4292650"/>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Owner insight → CRM and OHES live</a:t>
            </a:r>
          </a:p>
        </p:txBody>
      </p:sp>
      <p:sp>
        <p:nvSpPr>
          <p:cNvPr id="8" name="Arrow: Pentagon 7">
            <a:extLst>
              <a:ext uri="{FF2B5EF4-FFF2-40B4-BE49-F238E27FC236}">
                <a16:creationId xmlns:a16="http://schemas.microsoft.com/office/drawing/2014/main" id="{0267E437-5FA6-93CD-6D9A-5427183B9530}"/>
              </a:ext>
            </a:extLst>
          </p:cNvPr>
          <p:cNvSpPr/>
          <p:nvPr/>
        </p:nvSpPr>
        <p:spPr>
          <a:xfrm>
            <a:off x="3102559" y="4774539"/>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GPO options and safeguards</a:t>
            </a:r>
          </a:p>
        </p:txBody>
      </p:sp>
      <p:sp>
        <p:nvSpPr>
          <p:cNvPr id="9" name="Flowchart: Decision 8">
            <a:extLst>
              <a:ext uri="{FF2B5EF4-FFF2-40B4-BE49-F238E27FC236}">
                <a16:creationId xmlns:a16="http://schemas.microsoft.com/office/drawing/2014/main" id="{10903787-D48A-6F09-91B1-C937ABA2730E}"/>
              </a:ext>
            </a:extLst>
          </p:cNvPr>
          <p:cNvSpPr/>
          <p:nvPr/>
        </p:nvSpPr>
        <p:spPr>
          <a:xfrm>
            <a:off x="7519111" y="2365095"/>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8630107" y="4292650"/>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519111" y="4774539"/>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AMER</a:t>
            </a:r>
            <a:endParaRPr lang="en-GB" sz="2800" b="1"/>
          </a:p>
        </p:txBody>
      </p: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2897746"/>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21594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50%</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689911"/>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28%</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351642"/>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22%</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7" y="3225982"/>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58%</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7" y="276587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23%</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7" y="2530810"/>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18%</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236015"/>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71%</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899" y="2849752"/>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0.9</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700684"/>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1.1</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551616"/>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1.3</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2514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1.6</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9"/>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2.0</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843279"/>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17%</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3294" y="2711411"/>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244615"/>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82%</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2740819" y="2831812"/>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AMER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2.4%</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21.0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26.2</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31.4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39.3</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47.2</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21.0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24.2</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27.4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32.1</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36.7</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Existing (3% share)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EME activation</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3.9</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3.9</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Other accelerate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6.5</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6.5</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Step-change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7.2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10.5</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21.0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24.2</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27.4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32.1</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36.7</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21.0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26.2</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31.4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39.3</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47.2</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21.6</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22.9</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2.6</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13.1</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4.6</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9.2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16.4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23.6</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AMER: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r>
                        <a:rPr lang="en-US" sz="1050" b="0" i="0" u="none" strike="noStrike" kern="1200" cap="none" spc="0" normalizeH="0" baseline="0">
                          <a:ln>
                            <a:noFill/>
                          </a:ln>
                          <a:solidFill>
                            <a:srgbClr val="000000"/>
                          </a:solidFill>
                          <a:effectLst/>
                          <a:uLnTx/>
                          <a:uFillTx/>
                          <a:latin typeface="+mn-lt"/>
                          <a:ea typeface="+mn-ea"/>
                          <a:cs typeface="+mn-cs"/>
                        </a:rPr>
                        <a:t/>
                      </a:r>
                      <a:r>
                        <a:rPr lang="en-US" sz="1100" b="0" i="0" u="none" strike="noStrike" kern="1200" cap="none" spc="0" normalizeH="0" baseline="0" noProof="0">
                          <a:ln>
                            <a:noFill/>
                          </a:ln>
                          <a:solidFill>
                            <a:srgbClr val="000000"/>
                          </a:solidFill>
                          <a:effectLst/>
                          <a:uLnTx/>
                          <a:uFillTx/>
                          <a:latin typeface="Arial"/>
                          <a:ea typeface="+mn-ea"/>
                          <a:cs typeface="Arial"/>
                        </a:rPr>
                        <a:t/>
                      </a:r>
                    </a:p>
                    <a:p>
                      <a:pPr lvl="0" algn="ctr">
                        <a:buNone/>
                      </a:pP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LOREM IPSUM DOLOR SIT AMET</a:t>
                      </a:r>
                      <a:r>
                        <a:rPr kumimoji="0" lang="en-US" sz="1050" b="0" i="0" u="none" strike="noStrike" kern="1200" cap="none" spc="0" normalizeH="0" baseline="0">
                          <a:ln>
                            <a:noFill/>
                          </a:ln>
                          <a:solidFill>
                            <a:srgbClr val="000000"/>
                          </a:solidFill>
                          <a:effectLst/>
                          <a:uLnTx/>
                          <a:uFillTx/>
                          <a:latin typeface="+mn-lt"/>
                          <a:ea typeface="+mn-ea"/>
                          <a:cs typeface="+mn-cs"/>
                        </a:rPr>
                        <a:t/>
                      </a: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p>
                      <a:pPr algn="ctr" rtl="0" fontAlgn="ctr">
                        <a:buNone/>
                      </a:pPr>
                      <a:r>
                        <a:rPr kumimoji="0" lang="en-US" sz="800" b="0" i="0" u="none" strike="noStrike" kern="1200" cap="none" spc="0" normalizeH="0" baseline="0">
                          <a:ln>
                            <a:noFill/>
                          </a:ln>
                          <a:solidFill>
                            <a:srgbClr val="000000"/>
                          </a:solidFill>
                          <a:effectLst/>
                          <a:uLnTx/>
                          <a:uFillTx/>
                          <a:latin typeface="+mn-lt"/>
                          <a:ea typeface="+mn-ea"/>
                          <a:cs typeface="+mn-cs"/>
                        </a:rPr>
                        <a:t>[Current Status]</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endParaRPr lang="en-US"/>
                    </a:p>
                    <a:p>
                      <a:pPr lvl="0" algn="ctr">
                        <a:buNone/>
                      </a:pP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r>
                        <a:rPr lang="en-US" sz="1050" b="0" i="0" u="none" strike="noStrike" kern="1200" cap="none" spc="0" normalizeH="0" baseline="0">
                          <a:ln>
                            <a:noFill/>
                          </a:ln>
                          <a:solidFill>
                            <a:srgbClr val="000000"/>
                          </a:solidFill>
                          <a:effectLst/>
                          <a:uLnTx/>
                          <a:uFillTx/>
                          <a:latin typeface="+mn-lt"/>
                          <a:ea typeface="+mn-ea"/>
                          <a:cs typeface="+mn-cs"/>
                        </a:rPr>
                        <a:t> for 2027</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 MAGNA ALIQUA</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AMER: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 enim ad minim veniam quis nostrud</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Lorem ipsum dolor sit amet consectetur.</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AMER</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Americas (AMER)</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07CE-2F79-F7A3-93E1-9D5CA2AD38BA}"/>
            </a:ext>
          </a:extLst>
        </p:cNvPr>
        <p:cNvGrpSpPr/>
        <p:nvPr/>
      </p:nvGrpSpPr>
      <p:grpSpPr>
        <a:xfrm>
          <a:off x="0" y="0"/>
          <a:ext cx="0" cy="0"/>
          <a:chOff x="0" y="0"/>
          <a:chExt cx="0" cy="0"/>
        </a:xfrm>
      </p:grpSpPr>
      <p:pic>
        <p:nvPicPr>
          <p:cNvPr id="7" name="Graphic 6">
            <a:extLst>
              <a:ext uri="{FF2B5EF4-FFF2-40B4-BE49-F238E27FC236}">
                <a16:creationId xmlns:a16="http://schemas.microsoft.com/office/drawing/2014/main" id="{05D07DF4-8E50-F835-7B2F-AFBFFAB07078}"/>
              </a:ext>
            </a:extLst>
          </p:cNvPr>
          <p:cNvPicPr>
            <a:picLocks noChangeAspect="1"/>
          </p:cNvPicPr>
          <p:nvPr/>
        </p:nvPicPr>
        <p:blipFill>
          <a:blip>
            <a:lum bright="-100000"/>
            <a:extLst>
              <a:ext uri="{96DAC541-7B7A-43D3-8B79-37D633B846F1}">
                <asvg:svgBlip xmlns:asvg="http://schemas.microsoft.com/office/drawing/2016/SVG/main" r:embed="rId2"/>
              </a:ext>
            </a:extLst>
          </a:blip>
          <a:srcRect l="8903" t="40386" r="9168" b="30574"/>
          <a:stretch>
            <a:fillRect/>
          </a:stretch>
        </p:blipFill>
        <p:spPr>
          <a:xfrm>
            <a:off x="2539743" y="2466302"/>
            <a:ext cx="7254183" cy="581528"/>
          </a:xfrm>
          <a:prstGeom prst="rect">
            <a:avLst/>
          </a:prstGeom>
        </p:spPr>
      </p:pic>
      <p:sp>
        <p:nvSpPr>
          <p:cNvPr id="9" name="TextBox 4">
            <a:extLst>
              <a:ext uri="{FF2B5EF4-FFF2-40B4-BE49-F238E27FC236}">
                <a16:creationId xmlns:a16="http://schemas.microsoft.com/office/drawing/2014/main" id="{79298438-99B2-952B-35B3-906BB3824A80}"/>
              </a:ext>
            </a:extLst>
          </p:cNvPr>
          <p:cNvSpPr txBox="1"/>
          <p:nvPr/>
        </p:nvSpPr>
        <p:spPr>
          <a:xfrm>
            <a:off x="925052" y="3317728"/>
            <a:ext cx="10483563" cy="984885"/>
          </a:xfrm>
          <a:prstGeom prst="rect">
            <a:avLst/>
          </a:prstGeom>
        </p:spPr>
        <p:txBody>
          <a:bodyPr lIns="0" tIns="0" rIns="0" bIns="0" rtlCol="0" anchor="t">
            <a:spAutoFit/>
          </a:bodyPr>
          <a:lstStyle/>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S</a:t>
            </a:r>
            <a:r>
              <a:rPr kumimoji="0" lang="en-US"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marter solutions for</a:t>
            </a:r>
          </a:p>
          <a:p>
            <a:pPr marL="0" marR="0" lvl="0" indent="0" algn="ctr" defTabSz="60963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E8542C"/>
                </a:solidFill>
                <a:effectLst/>
                <a:uLnTx/>
                <a:uFillTx/>
                <a:latin typeface="Arial" panose="020B0604020202020204"/>
                <a:ea typeface="Graphik Wide Regular"/>
                <a:cs typeface="Graphik Wide Regular"/>
                <a:sym typeface="Graphik Wide"/>
              </a:rPr>
              <a:t>your success</a:t>
            </a:r>
            <a:r>
              <a:rPr kumimoji="0" lang="en-US" sz="3200" b="0" i="0" u="none" strike="noStrike" kern="1200" cap="none" spc="0" normalizeH="0" baseline="0" noProof="0">
                <a:ln>
                  <a:noFill/>
                </a:ln>
                <a:solidFill>
                  <a:srgbClr val="000000"/>
                </a:solidFill>
                <a:effectLst/>
                <a:uLnTx/>
                <a:uFillTx/>
                <a:latin typeface="Arial" panose="020B0604020202020204"/>
                <a:ea typeface="Graphik Wide Regular"/>
                <a:cs typeface="Graphik Wide Regular"/>
                <a:sym typeface="Graphik Wide"/>
              </a:rPr>
              <a:t>.</a:t>
            </a:r>
          </a:p>
        </p:txBody>
      </p:sp>
      <p:sp>
        <p:nvSpPr>
          <p:cNvPr id="4" name="Text Placeholder 3">
            <a:extLst>
              <a:ext uri="{FF2B5EF4-FFF2-40B4-BE49-F238E27FC236}">
                <a16:creationId xmlns:a16="http://schemas.microsoft.com/office/drawing/2014/main" id="{BF571318-6346-B07E-0BC3-C05613B0C702}"/>
              </a:ext>
            </a:extLst>
          </p:cNvPr>
          <p:cNvSpPr>
            <a:spLocks noGrp="1"/>
          </p:cNvSpPr>
          <p:nvPr>
            <p:ph type="body" sz="quarter" idx="13"/>
          </p:nvPr>
        </p:nvSpPr>
        <p:spPr/>
        <p:txBody>
          <a:bodyPr/>
          <a:lstStyle/>
          <a:p>
            <a:endParaRPr lang="en-US"/>
          </a:p>
        </p:txBody>
      </p:sp>
      <p:sp>
        <p:nvSpPr>
          <p:cNvPr id="5" name="Rectangle 4">
            <a:extLst>
              <a:ext uri="{FF2B5EF4-FFF2-40B4-BE49-F238E27FC236}">
                <a16:creationId xmlns:a16="http://schemas.microsoft.com/office/drawing/2014/main" id="{D72BA7B2-89DA-47B6-91F8-BF0431521A5A}"/>
              </a:ext>
            </a:extLst>
          </p:cNvPr>
          <p:cNvSpPr/>
          <p:nvPr/>
        </p:nvSpPr>
        <p:spPr>
          <a:xfrm>
            <a:off x="442452" y="344129"/>
            <a:ext cx="1681316" cy="4270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9149761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EMEAA</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EMEAA</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EMEAA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Build is the real gap</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Build is 48% of EMEAA’s addressable spend but only 0.3% runs on programme. Operate, at 27% of spend, is where we already capture most (9.2%)</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Our growth is shifting east</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On IHG pipeline-vs-base growth, India leads the estate with Thailand/Vietnam (and KSA — all best won at signing</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Scale is consolidating against us</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Entegra acquired Prestige Purchasing UK (April 2026) and three conglomerates now control 25% of GPO spend — it hit our most mature market first, and their scale challenges the value we offer owners</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10, 19, 28–30, 32, 36, 45–47; dim_hotel extract (2025 programme spend). CRF collected: 2025 actual per EMEAA 2030 opportunity slide (template showed $2m — to confirm).</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5,464</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164</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48" name="Freeform: Shape 1047">
            <a:extLst>
              <a:ext uri="{FF2B5EF4-FFF2-40B4-BE49-F238E27FC236}">
                <a16:creationId xmlns:a16="http://schemas.microsoft.com/office/drawing/2014/main" id="{5C9E187B-C8E0-678C-96F2-D2412DAF3A5E}"/>
              </a:ext>
            </a:extLst>
          </p:cNvPr>
          <p:cNvSpPr/>
          <p:nvPr>
            <p:custDataLst>
              <p:tags r:id="rId9"/>
            </p:custDataLst>
          </p:nvPr>
        </p:nvSpPr>
        <p:spPr bwMode="auto">
          <a:xfrm>
            <a:off x="474503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049" name="Freeform: Shape 1048">
            <a:extLst>
              <a:ext uri="{FF2B5EF4-FFF2-40B4-BE49-F238E27FC236}">
                <a16:creationId xmlns:a16="http://schemas.microsoft.com/office/drawing/2014/main" id="{53CF200E-616D-D7EC-1789-FA3BF3F19A89}"/>
              </a:ext>
            </a:extLst>
          </p:cNvPr>
          <p:cNvSpPr/>
          <p:nvPr>
            <p:custDataLst>
              <p:tags r:id="rId10"/>
            </p:custDataLst>
          </p:nvPr>
        </p:nvSpPr>
        <p:spPr bwMode="auto">
          <a:xfrm>
            <a:off x="4802188" y="4341813"/>
            <a:ext cx="100014" cy="369888"/>
          </a:xfrm>
          <a:custGeom>
            <a:avLst/>
            <a:gdLst/>
            <a:ahLst/>
            <a:cxnLst/>
            <a:rect l="0" t="0" r="0" b="0"/>
            <a:pathLst>
              <a:path w="100014" h="369888">
                <a:moveTo>
                  <a:pt x="100013" y="0"/>
                </a:moveTo>
                <a:lnTo>
                  <a:pt x="0" y="369887"/>
                </a:lnTo>
              </a:path>
            </a:pathLst>
          </a:custGeom>
          <a:ln w="9525" cap="flat" cmpd="sng" algn="ctr">
            <a:solidFill>
              <a:schemeClr val="tx1"/>
            </a:solidFill>
            <a:prstDash val="solid"/>
            <a:miter lim="800000"/>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4744830"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3.0%</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95158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074852"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1.2%</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739863"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0.3%</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$5.5bn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$164m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$3.5m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47.0%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3.0%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2.1%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$75m</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EMEAA</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KSA &amp; IMEA (Build, FF&amp;E, Operate): 1% of £0.92bn captured; largest pipeline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SE Asia (Operate, F&amp;B): 60% P2P coverage, managed-heavy – lowest friction</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India (Build, Open, Operate): high-growth pipeline, little programme presence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 N. Europe: £1.47bn addressable, 92% franchised, &lt;4% P2P</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Procurement at HMA / franchise signing (KSA, SE Asia, India first) – Build capture 0.3% → ~4%</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Convert SE Asia P2P coverage into spend; open long-tail categories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Develop local suppliers and Build pipeline visibility in India</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deploy P2P and a franchise value proposition worth joining</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$4.7m; 2025 collected $3.5m (2.1% yield)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+$365m capture and +$7.8m CRF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KSA headcount or third-party coverage (KSA contractor $0.3m in 2026)</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UK&amp;I P2P needs a business case; FutureLog contingency required</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pilot region (EAPAC, IMEA) – 37% of hotels, £1.21bn addressable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regional owner engagement and CRM; kill the 3% myth</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EMEAA as the GPO test case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ESM: fewer, deeper contracts ahead of the 27–28 renewals</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Run the central mandate pilot from Q2 27 with GM / DoO accountability and ManCo commitments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Key-account coverage for institutional and sovereign-backed owners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Restate the GPO case before scoping; Northern Europe the likely fit</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Move suppliers from compliance to growth partners</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+$92m capture and +$2.0m CRF by 2030 (→ 9% share)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M&amp;A, commercial and legal diligence – external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Central CRM plus regional engagement leads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Supplier golden record before consolidation benefits land</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Build is 48% of spend but only 0.3% runs on programme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Managed estate: 37% of hotels, the lowest-friction channel</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Close white space: $53m by 2030, weighted to higher-CRF non-F&amp;B</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India local supply base; SE Asia long tail</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EMEAA</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Win Build at signing: $143m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mandate pilot in EAPAC / IMEA ($38m)</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Sourcing capacity for coverage mapping (H1 27)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UK&amp;I P2P business case</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Headcount or third-party coverage for KSA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Existing teams for the mandate; ManCo negotiation</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External M&amp;A and legal diligence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Supplier golden record; central CRM</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The 3% CRF myth is being spread by a GPO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Entegra / Prestige consolidation; FutureLog dependency</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Many category / market combinations under-served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UK&amp;I is 92% franchised with &lt;4% P2P</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key accounts, CRM, collateral ($38m)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($92m); → ESM consolidation ($31m)</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EMEAA</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Win Build at signing</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Managed Estate pilot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Close programme white space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Simplify &amp; flex CRF</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Commercial Engine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Consolidate supply / ESM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Scaling with Partners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Baseline is 2025 actual: $163.8m programme capture on $5.46bn addressable spend, a 3.0% capture rate. Addressable spend grows to $7.64bn by 2030 per the fact pack. CRF is earned at a flat 2.1% yield, while the target grows 3% a year to $5.3m.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3102559" y="1778507"/>
            <a:ext cx="8796528"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KSA, SE Asia, India, then Europe and Japan</a:t>
            </a:r>
          </a:p>
        </p:txBody>
      </p:sp>
      <p:sp>
        <p:nvSpPr>
          <p:cNvPr id="3" name="Arrow: Pentagon 2">
            <a:extLst>
              <a:ext uri="{FF2B5EF4-FFF2-40B4-BE49-F238E27FC236}">
                <a16:creationId xmlns:a16="http://schemas.microsoft.com/office/drawing/2014/main" id="{0210F5CD-073B-07B8-BAE4-C05D5F55BB35}"/>
              </a:ext>
            </a:extLst>
          </p:cNvPr>
          <p:cNvSpPr/>
          <p:nvPr/>
        </p:nvSpPr>
        <p:spPr>
          <a:xfrm>
            <a:off x="3102559" y="2365095"/>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Model Q1 → EAPAC / IMEA pilot</a:t>
            </a:r>
          </a:p>
        </p:txBody>
      </p:sp>
      <p:sp>
        <p:nvSpPr>
          <p:cNvPr id="4" name="Arrow: Pentagon 3">
            <a:extLst>
              <a:ext uri="{FF2B5EF4-FFF2-40B4-BE49-F238E27FC236}">
                <a16:creationId xmlns:a16="http://schemas.microsoft.com/office/drawing/2014/main" id="{D1395241-DB52-9BFD-2184-AE8F136DD879}"/>
              </a:ext>
            </a:extLst>
          </p:cNvPr>
          <p:cNvSpPr/>
          <p:nvPr/>
        </p:nvSpPr>
        <p:spPr>
          <a:xfrm>
            <a:off x="3102559" y="2846984"/>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Coverage map H1 27, then fill gaps</a:t>
            </a:r>
          </a:p>
        </p:txBody>
      </p:sp>
      <p:sp>
        <p:nvSpPr>
          <p:cNvPr id="5" name="Arrow: Pentagon 4">
            <a:extLst>
              <a:ext uri="{FF2B5EF4-FFF2-40B4-BE49-F238E27FC236}">
                <a16:creationId xmlns:a16="http://schemas.microsoft.com/office/drawing/2014/main" id="{84FE7DC6-9EC5-D7F9-7D4B-980ADCF7E27D}"/>
              </a:ext>
            </a:extLst>
          </p:cNvPr>
          <p:cNvSpPr/>
          <p:nvPr/>
        </p:nvSpPr>
        <p:spPr>
          <a:xfrm>
            <a:off x="1991563" y="3328873"/>
            <a:ext cx="3241548"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Kill the 3% myth</a:t>
            </a:r>
          </a:p>
        </p:txBody>
      </p:sp>
      <p:sp>
        <p:nvSpPr>
          <p:cNvPr id="6" name="Arrow: Pentagon 5">
            <a:extLst>
              <a:ext uri="{FF2B5EF4-FFF2-40B4-BE49-F238E27FC236}">
                <a16:creationId xmlns:a16="http://schemas.microsoft.com/office/drawing/2014/main" id="{CCBD0C76-5B0C-6C07-287B-0A7101240718}"/>
              </a:ext>
            </a:extLst>
          </p:cNvPr>
          <p:cNvSpPr/>
          <p:nvPr/>
        </p:nvSpPr>
        <p:spPr>
          <a:xfrm>
            <a:off x="3102559" y="3810761"/>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Owner CRM and key accounts</a:t>
            </a:r>
          </a:p>
        </p:txBody>
      </p:sp>
      <p:sp>
        <p:nvSpPr>
          <p:cNvPr id="7" name="Arrow: Pentagon 6">
            <a:extLst>
              <a:ext uri="{FF2B5EF4-FFF2-40B4-BE49-F238E27FC236}">
                <a16:creationId xmlns:a16="http://schemas.microsoft.com/office/drawing/2014/main" id="{F0B880E5-3D4E-8F6F-7A92-A82AE5EF27F9}"/>
              </a:ext>
            </a:extLst>
          </p:cNvPr>
          <p:cNvSpPr/>
          <p:nvPr/>
        </p:nvSpPr>
        <p:spPr>
          <a:xfrm>
            <a:off x="4213555" y="4292650"/>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27–28 renewal cycle</a:t>
            </a:r>
          </a:p>
        </p:txBody>
      </p:sp>
      <p:sp>
        <p:nvSpPr>
          <p:cNvPr id="8" name="Arrow: Pentagon 7">
            <a:extLst>
              <a:ext uri="{FF2B5EF4-FFF2-40B4-BE49-F238E27FC236}">
                <a16:creationId xmlns:a16="http://schemas.microsoft.com/office/drawing/2014/main" id="{0267E437-5FA6-93CD-6D9A-5427183B9530}"/>
              </a:ext>
            </a:extLst>
          </p:cNvPr>
          <p:cNvSpPr/>
          <p:nvPr/>
        </p:nvSpPr>
        <p:spPr>
          <a:xfrm>
            <a:off x="3102559" y="4774539"/>
            <a:ext cx="8796528"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GPO deal 2027, integrate from 2028</a:t>
            </a:r>
          </a:p>
        </p:txBody>
      </p:sp>
      <p:sp>
        <p:nvSpPr>
          <p:cNvPr id="9" name="Flowchart: Decision 8">
            <a:extLst>
              <a:ext uri="{FF2B5EF4-FFF2-40B4-BE49-F238E27FC236}">
                <a16:creationId xmlns:a16="http://schemas.microsoft.com/office/drawing/2014/main" id="{10903787-D48A-6F09-91B1-C937ABA2730E}"/>
              </a:ext>
            </a:extLst>
          </p:cNvPr>
          <p:cNvSpPr/>
          <p:nvPr/>
        </p:nvSpPr>
        <p:spPr>
          <a:xfrm>
            <a:off x="7519111" y="2365095"/>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9741103" y="2846984"/>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8630107" y="3810761"/>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EMEAA</a:t>
            </a:r>
            <a:endParaRPr lang="en-GB" sz="2800" b="1"/>
          </a:p>
        </p:txBody>
      </p:sp>
      <p:cxnSp>
        <p:nvCxnSpPr>
          <p:cNvPr id="214" name="Straight Connector 213">
            <a:extLst>
              <a:ext uri="{FF2B5EF4-FFF2-40B4-BE49-F238E27FC236}">
                <a16:creationId xmlns:a16="http://schemas.microsoft.com/office/drawing/2014/main" id="{6484C671-4C94-2A0E-114B-7A3C51B2CF0E}"/>
              </a:ext>
            </a:extLst>
          </p:cNvPr>
          <p:cNvCxnSpPr>
            <a:cxnSpLocks/>
          </p:cNvCxnSpPr>
          <p:nvPr>
            <p:custDataLst>
              <p:tags r:id="rId2"/>
            </p:custDataLst>
          </p:nvPr>
        </p:nvCxnSpPr>
        <p:spPr bwMode="auto">
          <a:xfrm flipV="1">
            <a:off x="3071813" y="3086100"/>
            <a:ext cx="12700" cy="79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C60C160E-007B-DB0E-DF51-9A2352A91AB1}"/>
              </a:ext>
            </a:extLst>
          </p:cNvPr>
          <p:cNvCxnSpPr/>
          <p:nvPr>
            <p:custDataLst>
              <p:tags r:id="rId3"/>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49E1DF-44EA-867C-3A6D-800E24CCAA47}"/>
              </a:ext>
            </a:extLst>
          </p:cNvPr>
          <p:cNvCxnSpPr>
            <a:cxnSpLocks/>
          </p:cNvCxnSpPr>
          <p:nvPr>
            <p:custDataLst>
              <p:tags r:id="rId4"/>
            </p:custDataLst>
          </p:nvPr>
        </p:nvCxnSpPr>
        <p:spPr bwMode="auto">
          <a:xfrm flipV="1">
            <a:off x="2320925" y="31908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FDE50EA-BAEB-33B3-8FAD-117B717801E7}"/>
              </a:ext>
            </a:extLst>
          </p:cNvPr>
          <p:cNvCxnSpPr/>
          <p:nvPr>
            <p:custDataLst>
              <p:tags r:id="rId5"/>
            </p:custDataLst>
          </p:nvPr>
        </p:nvCxnSpPr>
        <p:spPr bwMode="auto">
          <a:xfrm flipV="1">
            <a:off x="4575175" y="2451100"/>
            <a:ext cx="333375" cy="2270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0E81976E-609F-AB25-1C36-D434A9859973}"/>
              </a:ext>
            </a:extLst>
          </p:cNvPr>
          <p:cNvCxnSpPr/>
          <p:nvPr>
            <p:custDataLst>
              <p:tags r:id="rId6"/>
            </p:custDataLst>
          </p:nvPr>
        </p:nvCxnSpPr>
        <p:spPr bwMode="auto">
          <a:xfrm flipV="1">
            <a:off x="4575175" y="2274888"/>
            <a:ext cx="333375" cy="2936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4D908169-F3D0-B5E0-C8B0-CFEC792E5753}"/>
              </a:ext>
            </a:extLst>
          </p:cNvPr>
          <p:cNvCxnSpPr>
            <a:cxnSpLocks/>
          </p:cNvCxnSpPr>
          <p:nvPr>
            <p:custDataLst>
              <p:tags r:id="rId7"/>
            </p:custDataLst>
          </p:nvPr>
        </p:nvCxnSpPr>
        <p:spPr bwMode="auto">
          <a:xfrm flipV="1">
            <a:off x="3824288" y="31654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9F553D6-293A-1FBA-EC1E-6B280CEA8012}"/>
              </a:ext>
            </a:extLst>
          </p:cNvPr>
          <p:cNvCxnSpPr/>
          <p:nvPr>
            <p:custDataLst>
              <p:tags r:id="rId8"/>
            </p:custDataLst>
          </p:nvPr>
        </p:nvCxnSpPr>
        <p:spPr bwMode="auto">
          <a:xfrm flipV="1">
            <a:off x="4575175" y="3151188"/>
            <a:ext cx="333375" cy="1428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2" name="Straight Connector 251">
            <a:extLst>
              <a:ext uri="{FF2B5EF4-FFF2-40B4-BE49-F238E27FC236}">
                <a16:creationId xmlns:a16="http://schemas.microsoft.com/office/drawing/2014/main" id="{1BD010C6-34D5-31DB-8050-949C7F95CB0E}"/>
              </a:ext>
            </a:extLst>
          </p:cNvPr>
          <p:cNvCxnSpPr/>
          <p:nvPr>
            <p:custDataLst>
              <p:tags r:id="rId9"/>
            </p:custDataLst>
          </p:nvPr>
        </p:nvCxnSpPr>
        <p:spPr bwMode="auto">
          <a:xfrm flipV="1">
            <a:off x="3824288" y="2678113"/>
            <a:ext cx="333375" cy="231775"/>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7983A6E-C279-2BA9-A319-94F94D75E216}"/>
              </a:ext>
            </a:extLst>
          </p:cNvPr>
          <p:cNvCxnSpPr/>
          <p:nvPr>
            <p:custDataLst>
              <p:tags r:id="rId10"/>
            </p:custDataLst>
          </p:nvPr>
        </p:nvCxnSpPr>
        <p:spPr bwMode="auto">
          <a:xfrm flipV="1">
            <a:off x="3824288" y="2568575"/>
            <a:ext cx="333375" cy="303213"/>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7B49CAD4-57FE-2856-16A8-51C089124D2F}"/>
              </a:ext>
            </a:extLst>
          </p:cNvPr>
          <p:cNvCxnSpPr>
            <a:cxnSpLocks/>
          </p:cNvCxnSpPr>
          <p:nvPr>
            <p:custDataLst>
              <p:tags r:id="rId11"/>
            </p:custDataLst>
          </p:nvPr>
        </p:nvCxnSpPr>
        <p:spPr bwMode="auto">
          <a:xfrm flipV="1">
            <a:off x="3071813" y="3178175"/>
            <a:ext cx="333375" cy="1270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CDC55906-FF21-A7EB-61D3-7D655AF4282E}"/>
              </a:ext>
            </a:extLst>
          </p:cNvPr>
          <p:cNvCxnSpPr/>
          <p:nvPr>
            <p:custDataLst>
              <p:tags r:id="rId12"/>
            </p:custDataLst>
          </p:nvPr>
        </p:nvCxnSpPr>
        <p:spPr bwMode="auto">
          <a:xfrm flipV="1">
            <a:off x="3206750" y="2909888"/>
            <a:ext cx="198438"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5" name="Straight Connector 214">
            <a:extLst>
              <a:ext uri="{FF2B5EF4-FFF2-40B4-BE49-F238E27FC236}">
                <a16:creationId xmlns:a16="http://schemas.microsoft.com/office/drawing/2014/main" id="{46F66984-6E73-048C-4A28-C57675C8568A}"/>
              </a:ext>
            </a:extLst>
          </p:cNvPr>
          <p:cNvCxnSpPr>
            <a:cxnSpLocks/>
          </p:cNvCxnSpPr>
          <p:nvPr>
            <p:custDataLst>
              <p:tags r:id="rId13"/>
            </p:custDataLst>
          </p:nvPr>
        </p:nvCxnSpPr>
        <p:spPr bwMode="auto">
          <a:xfrm flipV="1">
            <a:off x="3071813" y="3087688"/>
            <a:ext cx="12700" cy="635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2C905A83-C855-EB1C-8451-D7E6C5AECCCF}"/>
              </a:ext>
            </a:extLst>
          </p:cNvPr>
          <p:cNvCxnSpPr/>
          <p:nvPr>
            <p:custDataLst>
              <p:tags r:id="rId14"/>
            </p:custDataLst>
          </p:nvPr>
        </p:nvCxnSpPr>
        <p:spPr bwMode="auto">
          <a:xfrm flipV="1">
            <a:off x="3184525" y="2871788"/>
            <a:ext cx="220663" cy="1476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7A7B5183-6B39-A463-9156-F4E77FD44E90}"/>
              </a:ext>
            </a:extLst>
          </p:cNvPr>
          <p:cNvCxnSpPr/>
          <p:nvPr>
            <p:custDataLst>
              <p:tags r:id="rId15"/>
            </p:custDataLst>
          </p:nvPr>
        </p:nvCxnSpPr>
        <p:spPr bwMode="auto">
          <a:xfrm flipV="1">
            <a:off x="2320925" y="3094038"/>
            <a:ext cx="333375" cy="109538"/>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cxnSp>
        <p:nvCxnSpPr>
          <p:cNvPr id="4" name="Straight Connector 3">
            <a:extLst>
              <a:ext uri="{FF2B5EF4-FFF2-40B4-BE49-F238E27FC236}">
                <a16:creationId xmlns:a16="http://schemas.microsoft.com/office/drawing/2014/main" id="{8F656FC7-4350-E218-CCD8-63A05D4A4EEA}"/>
              </a:ext>
            </a:extLst>
          </p:cNvPr>
          <p:cNvCxnSpPr/>
          <p:nvPr>
            <p:custDataLst>
              <p:tags r:id="rId17"/>
            </p:custDataLst>
          </p:nvPr>
        </p:nvCxnSpPr>
        <p:spPr bwMode="auto">
          <a:xfrm flipH="1">
            <a:off x="3019425" y="3094038"/>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67050"/>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18%</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314700"/>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35%</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725738"/>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52%</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287588"/>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13%</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8" y="33226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44%</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8" y="2846388"/>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46%</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8" y="2547938"/>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10%</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32898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59%</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900" y="3027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0.2</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916238"/>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0.3</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66541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0.4</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3923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0.6</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5"/>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0.7</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686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35%</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4088" y="2816225"/>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335338"/>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82%</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3089275" y="3019425"/>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0%</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EMEAA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$bn,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2.1%</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4.7</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6.0</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8.4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11.8</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15.1</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4.7</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6.0</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8.0</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10.6</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13.1</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Existing (3% share)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Win Build at signing</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3.0</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3.0</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Other accelerate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3.4</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4.8</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0.8</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3.4</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4.8</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Step-change (GPO)</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0.4</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4.7</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6.0</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8.0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10.6</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13.1</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4.7</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6.0</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8.4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11.8</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15.1</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4.7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4.9</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5.3</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1.1</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3.0</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5.4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7.8</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1.1</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3.4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6.6</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9.8</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EMEAA: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r>
                        <a:rPr lang="en-US" sz="1050" b="0" i="0" u="none" strike="noStrike" kern="1200" cap="none" spc="0" normalizeH="0" baseline="0">
                          <a:ln>
                            <a:noFill/>
                          </a:ln>
                          <a:solidFill>
                            <a:srgbClr val="000000"/>
                          </a:solidFill>
                          <a:effectLst/>
                          <a:uLnTx/>
                          <a:uFillTx/>
                          <a:latin typeface="+mn-lt"/>
                          <a:ea typeface="+mn-ea"/>
                          <a:cs typeface="+mn-cs"/>
                        </a:rPr>
                        <a:t/>
                      </a:r>
                      <a:r>
                        <a:rPr lang="en-US" sz="1100" b="0" i="0" u="none" strike="noStrike" kern="1200" cap="none" spc="0" normalizeH="0" baseline="0" noProof="0">
                          <a:ln>
                            <a:noFill/>
                          </a:ln>
                          <a:solidFill>
                            <a:srgbClr val="000000"/>
                          </a:solidFill>
                          <a:effectLst/>
                          <a:uLnTx/>
                          <a:uFillTx/>
                          <a:latin typeface="Arial"/>
                          <a:ea typeface="+mn-ea"/>
                          <a:cs typeface="Arial"/>
                        </a:rPr>
                        <a:t/>
                      </a:r>
                    </a:p>
                    <a:p>
                      <a:pPr lvl="0" algn="ctr">
                        <a:buNone/>
                      </a:pP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LOREM IPSUM DOLOR SIT AMET</a:t>
                      </a:r>
                      <a:r>
                        <a:rPr kumimoji="0" lang="en-US" sz="1050" b="0" i="0" u="none" strike="noStrike" kern="1200" cap="none" spc="0" normalizeH="0" baseline="0">
                          <a:ln>
                            <a:noFill/>
                          </a:ln>
                          <a:solidFill>
                            <a:srgbClr val="000000"/>
                          </a:solidFill>
                          <a:effectLst/>
                          <a:uLnTx/>
                          <a:uFillTx/>
                          <a:latin typeface="+mn-lt"/>
                          <a:ea typeface="+mn-ea"/>
                          <a:cs typeface="+mn-cs"/>
                        </a:rPr>
                        <a:t/>
                      </a: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p>
                      <a:pPr algn="ctr" rtl="0" fontAlgn="ctr">
                        <a:buNone/>
                      </a:pPr>
                      <a:r>
                        <a:rPr kumimoji="0" lang="en-US" sz="800" b="0" i="0" u="none" strike="noStrike" kern="1200" cap="none" spc="0" normalizeH="0" baseline="0">
                          <a:ln>
                            <a:noFill/>
                          </a:ln>
                          <a:solidFill>
                            <a:srgbClr val="000000"/>
                          </a:solidFill>
                          <a:effectLst/>
                          <a:uLnTx/>
                          <a:uFillTx/>
                          <a:latin typeface="+mn-lt"/>
                          <a:ea typeface="+mn-ea"/>
                          <a:cs typeface="+mn-cs"/>
                        </a:rPr>
                        <a:t>[Current Status]</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endParaRPr lang="en-US"/>
                    </a:p>
                    <a:p>
                      <a:pPr lvl="0" algn="ctr">
                        <a:buNone/>
                      </a:pP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r>
                        <a:rPr lang="en-US" sz="1050" b="0" i="0" u="none" strike="noStrike" kern="1200" cap="none" spc="0" normalizeH="0" baseline="0">
                          <a:ln>
                            <a:noFill/>
                          </a:ln>
                          <a:solidFill>
                            <a:srgbClr val="000000"/>
                          </a:solidFill>
                          <a:effectLst/>
                          <a:uLnTx/>
                          <a:uFillTx/>
                          <a:latin typeface="+mn-lt"/>
                          <a:ea typeface="+mn-ea"/>
                          <a:cs typeface="+mn-cs"/>
                        </a:rPr>
                        <a:t> for 2027</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 MAGNA ALIQUA</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EMEAA: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 enim ad minim veniam quis nostrud</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Lorem ipsum dolor sit amet consectetur.</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EMEAA</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A231-2E1C-1586-8261-D9F2F4355E4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89F0DC-F4BC-2951-5A0E-89288CF29E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3" imgH="503" progId="TCLayout.ActiveDocument.1">
                  <p:embed/>
                </p:oleObj>
              </mc:Choice>
              <mc:Fallback>
                <p:oleObj name="thinkcell Slide" r:id="rId3" imgW="503" imgH="503" progId="TCLayout.ActiveDocument.1">
                  <p:embed/>
                  <p:pic>
                    <p:nvPicPr>
                      <p:cNvPr id="8" name="think-cell data - do not delete" hidden="1">
                        <a:extLst>
                          <a:ext uri="{FF2B5EF4-FFF2-40B4-BE49-F238E27FC236}">
                            <a16:creationId xmlns:a16="http://schemas.microsoft.com/office/drawing/2014/main" id="{9189F0DC-F4BC-2951-5A0E-89288CF29E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E3E8A9AA-1193-58B4-B6CF-DA119F73D7EA}"/>
              </a:ext>
            </a:extLst>
          </p:cNvPr>
          <p:cNvSpPr>
            <a:spLocks noGrp="1"/>
          </p:cNvSpPr>
          <p:nvPr>
            <p:ph type="title"/>
          </p:nvPr>
        </p:nvSpPr>
        <p:spPr>
          <a:xfrm>
            <a:off x="492787" y="2828286"/>
            <a:ext cx="11160125" cy="834189"/>
          </a:xfrm>
        </p:spPr>
        <p:txBody>
          <a:bodyPr vert="horz" rIns="91440"/>
          <a:lstStyle/>
          <a:p>
            <a:pPr algn="ctr">
              <a:lnSpc>
                <a:spcPct val="150000"/>
              </a:lnSpc>
              <a:spcAft>
                <a:spcPts val="1200"/>
              </a:spcAft>
            </a:pPr>
            <a:r>
              <a:rPr lang="en-GB" b="1"/>
              <a:t>Greater China</a:t>
            </a:r>
          </a:p>
        </p:txBody>
      </p:sp>
      <p:sp>
        <p:nvSpPr>
          <p:cNvPr id="5" name="Slide Number Placeholder 4">
            <a:extLst>
              <a:ext uri="{FF2B5EF4-FFF2-40B4-BE49-F238E27FC236}">
                <a16:creationId xmlns:a16="http://schemas.microsoft.com/office/drawing/2014/main" id="{81E0395C-6EAE-8784-1980-333D0A0F897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1B362E-304B-D74F-8E05-F581CCD55911}" type="slidenum">
              <a:rPr kumimoji="0" lang="en-US" sz="800" b="0" i="0" u="none" strike="noStrike" kern="1200" cap="none" spc="0" normalizeH="0" baseline="0" noProof="0" smtClean="0">
                <a:ln>
                  <a:noFill/>
                </a:ln>
                <a:solidFill>
                  <a:srgbClr val="E8542C"/>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E8542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607829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hink-cell data - do not delete" hidden="1">
            <a:extLst>
              <a:ext uri="{FF2B5EF4-FFF2-40B4-BE49-F238E27FC236}">
                <a16:creationId xmlns:a16="http://schemas.microsoft.com/office/drawing/2014/main" id="{4BA2F551-5A0B-8F32-5CED-5E69A2BA638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40" name="think-cell data - do not delete" hidden="1">
                        <a:extLst>
                          <a:ext uri="{FF2B5EF4-FFF2-40B4-BE49-F238E27FC236}">
                            <a16:creationId xmlns:a16="http://schemas.microsoft.com/office/drawing/2014/main" id="{4BA2F551-5A0B-8F32-5CED-5E69A2BA6384}"/>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46" name="Title Text"/>
          <p:cNvSpPr txBox="1"/>
          <p:nvPr/>
        </p:nvSpPr>
        <p:spPr>
          <a:xfrm>
            <a:off x="400389" y="351498"/>
            <a:ext cx="11317845"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CURRENT PERFORMANCE | </a:t>
            </a:r>
            <a:r>
              <a:rPr kumimoji="0" lang="en-GB" sz="2600" b="0" i="0" u="none" strike="noStrike" kern="1200" cap="all" spc="0" normalizeH="0" baseline="0" noProof="0">
                <a:ln>
                  <a:noFill/>
                </a:ln>
                <a:solidFill>
                  <a:srgbClr val="000000"/>
                </a:solidFill>
                <a:effectLst/>
                <a:uLnTx/>
                <a:uFillTx/>
                <a:latin typeface="Arial" panose="020B0604020202020204"/>
                <a:ea typeface="+mn-ea"/>
                <a:cs typeface="+mn-cs"/>
              </a:rPr>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Greater China</a:t>
            </a:r>
          </a:p>
        </p:txBody>
      </p:sp>
      <p:sp>
        <p:nvSpPr>
          <p:cNvPr id="213" name="TextBox 213"/>
          <p:cNvSpPr txBox="1"/>
          <p:nvPr/>
        </p:nvSpPr>
        <p:spPr>
          <a:xfrm>
            <a:off x="400390" y="2965545"/>
            <a:ext cx="530000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GC Add. Spend &amp; </a:t>
            </a:r>
            <a:r>
              <a:rPr kumimoji="0" lang="en-US" sz="1200" b="1" i="0" u="none" strike="noStrike" kern="1200" cap="none" spc="0" normalizeH="0" baseline="0" noProof="0" err="1">
                <a:ln>
                  <a:noFill/>
                </a:ln>
                <a:solidFill>
                  <a:srgbClr val="000000"/>
                </a:solidFill>
                <a:effectLst/>
                <a:uLnTx/>
                <a:uFillTx/>
                <a:latin typeface="Arial" panose="020B0604020202020204"/>
                <a:ea typeface="+mn-ea"/>
                <a:cs typeface="+mn-cs"/>
              </a:rPr>
              <a:t>Programme</a:t>
            </a: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4" name="Shape 214"/>
          <p:cNvSpPr/>
          <p:nvPr/>
        </p:nvSpPr>
        <p:spPr>
          <a:xfrm>
            <a:off x="430195" y="3192950"/>
            <a:ext cx="5300000" cy="254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0" name="Shape 230"/>
          <p:cNvSpPr/>
          <p:nvPr/>
        </p:nvSpPr>
        <p:spPr>
          <a:xfrm>
            <a:off x="5812635" y="3152595"/>
            <a:ext cx="12700" cy="29600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1" name="Shape 231"/>
          <p:cNvSpPr/>
          <p:nvPr/>
        </p:nvSpPr>
        <p:spPr>
          <a:xfrm>
            <a:off x="6060000" y="3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3" name="TextBox 233"/>
          <p:cNvSpPr txBox="1"/>
          <p:nvPr/>
        </p:nvSpPr>
        <p:spPr>
          <a:xfrm>
            <a:off x="6890000" y="3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Capture is half the global rate</a:t>
            </a:r>
          </a:p>
        </p:txBody>
      </p:sp>
      <p:sp>
        <p:nvSpPr>
          <p:cNvPr id="234" name="TextBox 234"/>
          <p:cNvSpPr txBox="1"/>
          <p:nvPr/>
        </p:nvSpPr>
        <p:spPr>
          <a:xfrm>
            <a:off x="6890000" y="353191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Only 2.0% of GC’s $4.6bn addressable spend runs on programme (global ~4%). Operate captures 3.7%, against 9.2% in EMEAA and 14.6% in AMER</a:t>
            </a:r>
          </a:p>
        </p:txBody>
      </p:sp>
      <p:sp>
        <p:nvSpPr>
          <p:cNvPr id="235" name="Shape 235"/>
          <p:cNvSpPr/>
          <p:nvPr/>
        </p:nvSpPr>
        <p:spPr>
          <a:xfrm>
            <a:off x="6060000" y="4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6" name="Shape 236"/>
          <p:cNvSpPr/>
          <p:nvPr/>
        </p:nvSpPr>
        <p:spPr>
          <a:xfrm>
            <a:off x="6060000" y="4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37" name="Icon 237"/>
          <p:cNvPicPr>
            <a:picLocks noChangeAspect="1"/>
          </p:cNvPicPr>
          <p:nvPr/>
        </p:nvPicPr>
        <p:blipFill>
          <a:blip r:embed="rId19"/>
          <a:stretch>
            <a:fillRect/>
          </a:stretch>
        </p:blipFill>
        <p:spPr>
          <a:xfrm>
            <a:off x="6210000" y="4413288"/>
            <a:ext cx="360000" cy="360000"/>
          </a:xfrm>
          <a:prstGeom prst="rect">
            <a:avLst/>
          </a:prstGeom>
        </p:spPr>
      </p:pic>
      <p:sp>
        <p:nvSpPr>
          <p:cNvPr id="238" name="TextBox 238"/>
          <p:cNvSpPr txBox="1"/>
          <p:nvPr/>
        </p:nvSpPr>
        <p:spPr>
          <a:xfrm>
            <a:off x="6890000" y="4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Build is the prize, but access is blocked</a:t>
            </a:r>
          </a:p>
        </p:txBody>
      </p:sp>
      <p:sp>
        <p:nvSpPr>
          <p:cNvPr id="239" name="TextBox 239"/>
          <p:cNvSpPr txBox="1"/>
          <p:nvPr/>
        </p:nvSpPr>
        <p:spPr>
          <a:xfrm>
            <a:off x="6890000" y="4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Build is 47% of spend at 0.5% capture. We lack POPD pipeline access, and peers run lead-constructor programmes IHG legally can’t</a:t>
            </a:r>
          </a:p>
        </p:txBody>
      </p:sp>
      <p:sp>
        <p:nvSpPr>
          <p:cNvPr id="240" name="Shape 240"/>
          <p:cNvSpPr/>
          <p:nvPr/>
        </p:nvSpPr>
        <p:spPr>
          <a:xfrm>
            <a:off x="6060000" y="5163288"/>
            <a:ext cx="5731610" cy="12700"/>
          </a:xfrm>
          <a:prstGeom prst="rect">
            <a:avLst/>
          </a:prstGeom>
          <a:solidFill>
            <a:srgbClr val="C0C7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1" name="Shape 241"/>
          <p:cNvSpPr/>
          <p:nvPr/>
        </p:nvSpPr>
        <p:spPr>
          <a:xfrm>
            <a:off x="6060000" y="5263288"/>
            <a:ext cx="660000" cy="66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242" name="Icon 242"/>
          <p:cNvPicPr>
            <a:picLocks noChangeAspect="1"/>
          </p:cNvPicPr>
          <p:nvPr/>
        </p:nvPicPr>
        <p:blipFill>
          <a:blip r:embed="rId20"/>
          <a:stretch>
            <a:fillRect/>
          </a:stretch>
        </p:blipFill>
        <p:spPr>
          <a:xfrm>
            <a:off x="6210000" y="5413288"/>
            <a:ext cx="360000" cy="360000"/>
          </a:xfrm>
          <a:prstGeom prst="rect">
            <a:avLst/>
          </a:prstGeom>
        </p:spPr>
      </p:pic>
      <p:sp>
        <p:nvSpPr>
          <p:cNvPr id="243" name="TextBox 243"/>
          <p:cNvSpPr txBox="1"/>
          <p:nvPr/>
        </p:nvSpPr>
        <p:spPr>
          <a:xfrm>
            <a:off x="6890000" y="5283288"/>
            <a:ext cx="4901610" cy="30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50" b="1" i="0" u="none" strike="noStrike" kern="1200" cap="all" spc="40" normalizeH="0" baseline="0" noProof="0">
                <a:ln>
                  <a:noFill/>
                </a:ln>
                <a:solidFill>
                  <a:srgbClr val="1F4456"/>
                </a:solidFill>
                <a:effectLst/>
                <a:uLnTx/>
                <a:uFillTx/>
                <a:latin typeface="Arial" panose="020B0604020202020204"/>
                <a:ea typeface="+mn-ea"/>
                <a:cs typeface="Arial"/>
              </a:rPr>
              <a:t>Owners buy on price and perception</a:t>
            </a:r>
          </a:p>
        </p:txBody>
      </p:sp>
      <p:sp>
        <p:nvSpPr>
          <p:cNvPr id="244" name="TextBox 244"/>
          <p:cNvSpPr txBox="1"/>
          <p:nvPr/>
        </p:nvSpPr>
        <p:spPr>
          <a:xfrm>
            <a:off x="6890000" y="5583288"/>
            <a:ext cx="4901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Owners see central programmes as dearer and CRF as a hidden cost (the ‘10% myth’); long-tail F&amp;B and Operate spend stays off-programme</a:t>
            </a:r>
          </a:p>
        </p:txBody>
      </p:sp>
      <p:sp>
        <p:nvSpPr>
          <p:cNvPr id="901" name="Source Note"/>
          <p:cNvSpPr txBox="1"/>
          <p:nvPr/>
        </p:nvSpPr>
        <p:spPr>
          <a:xfrm>
            <a:off x="400390" y="6330000"/>
            <a:ext cx="1139122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00" b="0" i="1" u="none" strike="noStrike" kern="1200" cap="none" spc="0" normalizeH="0" baseline="0" noProof="0">
                <a:ln>
                  <a:noFill/>
                </a:ln>
                <a:solidFill>
                  <a:srgbClr val="688997"/>
                </a:solidFill>
                <a:effectLst/>
                <a:uLnTx/>
                <a:uFillTx/>
                <a:latin typeface="Arial" panose="020B0604020202020204"/>
                <a:ea typeface="+mn-ea"/>
                <a:cs typeface="+mn-cs"/>
              </a:rPr>
              <a:t>Source: F2F PLT August Fact Pack v1.0 (31 July 2026), pp. 29–30, 48 (p. 29 GC programme panel repeats EMEAA’s $164m — corrected to $93m per p. 30 and dim_hotel); GC F2F regional input, Aug 2026, slides 3–7. CRF collected: 2025 actual per GC 2030 opportunity slide.</a:t>
            </a:r>
          </a:p>
        </p:txBody>
      </p:sp>
      <p:sp>
        <p:nvSpPr>
          <p:cNvPr id="913" name="Slide Number Placeholder 2">
            <a:extLst>
              <a:ext uri="{FF2B5EF4-FFF2-40B4-BE49-F238E27FC236}">
                <a16:creationId xmlns:a16="http://schemas.microsoft.com/office/drawing/2014/main" id="{F9B8030C-E4E1-CA88-5250-C8291C9D9945}"/>
              </a:ext>
            </a:extLst>
          </p:cNvPr>
          <p:cNvSpPr txBox="1">
            <a:spLocks/>
          </p:cNvSpPr>
          <p:nvPr/>
        </p:nvSpPr>
        <p:spPr>
          <a:xfrm>
            <a:off x="139700" y="6381750"/>
            <a:ext cx="515937" cy="432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15" name="Chart 1014" descr="Chart">
            <a:extLst>
              <a:ext uri="{FF2B5EF4-FFF2-40B4-BE49-F238E27FC236}">
                <a16:creationId xmlns:a16="http://schemas.microsoft.com/office/drawing/2014/main" id="{B36065B5-DA39-8762-A1FB-AE64D51CE1EB}"/>
              </a:ext>
            </a:extLst>
          </p:cNvPr>
          <p:cNvGraphicFramePr/>
          <p:nvPr>
            <p:custDataLst>
              <p:tags r:id="rId2"/>
            </p:custDataLst>
          </p:nvPr>
        </p:nvGraphicFramePr>
        <p:xfrm>
          <a:off x="347663" y="3235325"/>
          <a:ext cx="3538537" cy="3008313"/>
        </p:xfrm>
        <a:graphic>
          <a:graphicData uri="http://schemas.openxmlformats.org/drawingml/2006/chart">
            <c:chart xmlns:c="http://schemas.openxmlformats.org/drawingml/2006/chart" xmlns:r="http://schemas.openxmlformats.org/officeDocument/2006/relationships" r:id="rId21"/>
          </a:graphicData>
        </a:graphic>
      </p:graphicFrame>
      <p:sp>
        <p:nvSpPr>
          <p:cNvPr id="193" name="Text Placeholder 2">
            <a:extLst>
              <a:ext uri="{FF2B5EF4-FFF2-40B4-BE49-F238E27FC236}">
                <a16:creationId xmlns:a16="http://schemas.microsoft.com/office/drawing/2014/main" id="{69DC049B-DF12-49E7-E72A-93E88AAB7330}"/>
              </a:ext>
            </a:extLst>
          </p:cNvPr>
          <p:cNvSpPr>
            <a:spLocks/>
          </p:cNvSpPr>
          <p:nvPr>
            <p:custDataLst>
              <p:tags r:id="rId3"/>
            </p:custDataLst>
          </p:nvPr>
        </p:nvSpPr>
        <p:spPr bwMode="auto">
          <a:xfrm>
            <a:off x="938213" y="6061075"/>
            <a:ext cx="669925"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39F7DDB9-4E36-4431-91F8-13F31CF0FA03}" type="datetime'''''Ad''d''''.''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Add.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7" name="Text Placeholder 2">
            <a:extLst>
              <a:ext uri="{FF2B5EF4-FFF2-40B4-BE49-F238E27FC236}">
                <a16:creationId xmlns:a16="http://schemas.microsoft.com/office/drawing/2014/main" id="{407584E2-1E2F-3FFE-AE62-5652AAD4E11F}"/>
              </a:ext>
            </a:extLst>
          </p:cNvPr>
          <p:cNvSpPr>
            <a:spLocks/>
          </p:cNvSpPr>
          <p:nvPr>
            <p:custDataLst>
              <p:tags r:id="rId4"/>
            </p:custDataLst>
          </p:nvPr>
        </p:nvSpPr>
        <p:spPr bwMode="auto">
          <a:xfrm>
            <a:off x="2605088" y="6061075"/>
            <a:ext cx="7127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2EA379A-0A13-4F94-929F-1287B6BBB4C4}" type="datetime'''P''''r''''og''. ''''''''''''''''S''p''e''''nd'''''">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Prog. Spend</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8" name="Text Placeholder 2">
            <a:extLst>
              <a:ext uri="{FF2B5EF4-FFF2-40B4-BE49-F238E27FC236}">
                <a16:creationId xmlns:a16="http://schemas.microsoft.com/office/drawing/2014/main" id="{601875B1-2F43-0F9D-7240-E229FE94B518}"/>
              </a:ext>
            </a:extLst>
          </p:cNvPr>
          <p:cNvSpPr>
            <a:spLocks/>
          </p:cNvSpPr>
          <p:nvPr>
            <p:custDataLst>
              <p:tags r:id="rId5"/>
            </p:custDataLst>
          </p:nvPr>
        </p:nvSpPr>
        <p:spPr bwMode="gray">
          <a:xfrm>
            <a:off x="1011238" y="3282950"/>
            <a:ext cx="5254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0FE9740-DF13-4266-834F-ED87663C6FB2}" type="datetime'''5'',''''''''''''''4''''''''''''''''''''''''''''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4,552</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9" name="Text Placeholder 2">
            <a:extLst>
              <a:ext uri="{FF2B5EF4-FFF2-40B4-BE49-F238E27FC236}">
                <a16:creationId xmlns:a16="http://schemas.microsoft.com/office/drawing/2014/main" id="{0383C0A7-9336-1A52-9E7F-47B4FFE0976B}"/>
              </a:ext>
            </a:extLst>
          </p:cNvPr>
          <p:cNvSpPr>
            <a:spLocks/>
          </p:cNvSpPr>
          <p:nvPr>
            <p:custDataLst>
              <p:tags r:id="rId6"/>
            </p:custDataLst>
          </p:nvPr>
        </p:nvSpPr>
        <p:spPr bwMode="gray">
          <a:xfrm>
            <a:off x="2751138" y="3282950"/>
            <a:ext cx="42068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a:t>
            </a:r>
            <a:fld id="{5C7207C7-C1CA-4ED4-9771-2B38D3EBFB48}" type="datetime'''''''''''''''''1''''''''''''''''''''''''''''64'''''''''">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93</a:t>
            </a:fld>
            <a:r>
              <a:rPr kumimoji="0" lang="en-US" altLang="en-US" sz="1000" b="0" i="0" u="none" strike="noStrike" kern="1200" cap="none" spc="0" normalizeH="0" baseline="0" noProof="0">
                <a:ln>
                  <a:noFill/>
                </a:ln>
                <a:solidFill>
                  <a:srgbClr val="000000"/>
                </a:solidFill>
                <a:effectLst/>
                <a:uLnTx/>
                <a:uFillTx/>
                <a:latin typeface="Arial" panose="020B0604020202020204"/>
                <a:ea typeface="+mn-ea"/>
                <a:cs typeface="+mn-cs"/>
              </a:rPr>
              <a:t>m</a:t>
            </a:r>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1054" name="Chart 1053" descr="Chart">
            <a:extLst>
              <a:ext uri="{FF2B5EF4-FFF2-40B4-BE49-F238E27FC236}">
                <a16:creationId xmlns:a16="http://schemas.microsoft.com/office/drawing/2014/main" id="{0858F2E0-CCFE-F710-01E7-C66AF5369D5D}"/>
              </a:ext>
            </a:extLst>
          </p:cNvPr>
          <p:cNvGraphicFramePr/>
          <p:nvPr>
            <p:custDataLst>
              <p:tags r:id="rId7"/>
            </p:custDataLst>
          </p:nvPr>
        </p:nvGraphicFramePr>
        <p:xfrm>
          <a:off x="3521075" y="3652838"/>
          <a:ext cx="1487488" cy="2274887"/>
        </p:xfrm>
        <a:graphic>
          <a:graphicData uri="http://schemas.openxmlformats.org/drawingml/2006/chart">
            <c:chart xmlns:c="http://schemas.openxmlformats.org/drawingml/2006/chart" xmlns:r="http://schemas.openxmlformats.org/officeDocument/2006/relationships" r:id="rId22"/>
          </a:graphicData>
        </a:graphic>
      </p:graphicFrame>
      <p:sp useBgFill="1">
        <p:nvSpPr>
          <p:cNvPr id="1050" name="Freeform: Shape 1049">
            <a:extLst>
              <a:ext uri="{FF2B5EF4-FFF2-40B4-BE49-F238E27FC236}">
                <a16:creationId xmlns:a16="http://schemas.microsoft.com/office/drawing/2014/main" id="{1D32FE14-F584-4DCD-C8BA-3F1BC0A33351}"/>
              </a:ext>
            </a:extLst>
          </p:cNvPr>
          <p:cNvSpPr/>
          <p:nvPr>
            <p:custDataLst>
              <p:tags r:id="rId8"/>
            </p:custDataLst>
          </p:nvPr>
        </p:nvSpPr>
        <p:spPr bwMode="auto">
          <a:xfrm>
            <a:off x="4745038" y="4341813"/>
            <a:ext cx="157164" cy="369888"/>
          </a:xfrm>
          <a:custGeom>
            <a:avLst/>
            <a:gdLst/>
            <a:ahLst/>
            <a:cxnLst/>
            <a:rect l="0" t="0" r="0" b="0"/>
            <a:pathLst>
              <a:path w="157164" h="369888">
                <a:moveTo>
                  <a:pt x="157163" y="0"/>
                </a:moveTo>
                <a:lnTo>
                  <a:pt x="57150" y="369887"/>
                </a:lnTo>
                <a:lnTo>
                  <a:pt x="0" y="369887"/>
                </a:lnTo>
                <a:lnTo>
                  <a:pt x="100013" y="0"/>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1" name="Text Placeholder 2">
            <a:extLst>
              <a:ext uri="{FF2B5EF4-FFF2-40B4-BE49-F238E27FC236}">
                <a16:creationId xmlns:a16="http://schemas.microsoft.com/office/drawing/2014/main" id="{029CA290-7C7F-45B0-CC05-C2AB41510160}"/>
              </a:ext>
            </a:extLst>
          </p:cNvPr>
          <p:cNvSpPr>
            <a:spLocks/>
          </p:cNvSpPr>
          <p:nvPr>
            <p:custDataLst>
              <p:tags r:id="rId11"/>
            </p:custDataLst>
          </p:nvPr>
        </p:nvSpPr>
        <p:spPr bwMode="gray">
          <a:xfrm>
            <a:off x="4951585" y="3921125"/>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EB0C04C2-5983-4BDD-ADFF-39915A589174}" type="datetime'''3''''''''''''''''''''''''''''''''''.''''''''''''0''''%'''''">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5.0%</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2" name="Text Placeholder 2">
            <a:extLst>
              <a:ext uri="{FF2B5EF4-FFF2-40B4-BE49-F238E27FC236}">
                <a16:creationId xmlns:a16="http://schemas.microsoft.com/office/drawing/2014/main" id="{069840B3-4402-C429-6D89-7B5CAED28784}"/>
              </a:ext>
            </a:extLst>
          </p:cNvPr>
          <p:cNvSpPr>
            <a:spLocks/>
          </p:cNvSpPr>
          <p:nvPr>
            <p:custDataLst>
              <p:tags r:id="rId12"/>
            </p:custDataLst>
          </p:nvPr>
        </p:nvSpPr>
        <p:spPr bwMode="gray">
          <a:xfrm>
            <a:off x="4607505" y="44497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B4981780-B441-4DBA-9FBA-026B2821BD08}" type="datetime'''''''''''''''9''''''''''''''''.''''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3.7%</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3" name="Text Placeholder 2">
            <a:extLst>
              <a:ext uri="{FF2B5EF4-FFF2-40B4-BE49-F238E27FC236}">
                <a16:creationId xmlns:a16="http://schemas.microsoft.com/office/drawing/2014/main" id="{AF4EDA3A-3255-436A-70EC-7F4E66C3205D}"/>
              </a:ext>
            </a:extLst>
          </p:cNvPr>
          <p:cNvSpPr>
            <a:spLocks/>
          </p:cNvSpPr>
          <p:nvPr>
            <p:custDataLst>
              <p:tags r:id="rId13"/>
            </p:custDataLst>
          </p:nvPr>
        </p:nvSpPr>
        <p:spPr bwMode="gray">
          <a:xfrm>
            <a:off x="4342828" y="497681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5D2E0FF0-3B42-417C-9EED-86A12C134B35}" type="datetime'1''.''2''%'''">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2.7%</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4" name="Text Placeholder 2">
            <a:extLst>
              <a:ext uri="{FF2B5EF4-FFF2-40B4-BE49-F238E27FC236}">
                <a16:creationId xmlns:a16="http://schemas.microsoft.com/office/drawing/2014/main" id="{49C27088-1DB5-28EE-A39A-FAB8E5A3F9AD}"/>
              </a:ext>
            </a:extLst>
          </p:cNvPr>
          <p:cNvSpPr>
            <a:spLocks/>
          </p:cNvSpPr>
          <p:nvPr>
            <p:custDataLst>
              <p:tags r:id="rId14"/>
            </p:custDataLst>
          </p:nvPr>
        </p:nvSpPr>
        <p:spPr bwMode="gray">
          <a:xfrm>
            <a:off x="3760538" y="5503863"/>
            <a:ext cx="3222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2B5B994A-BBBE-4F23-AEC9-453AAE61CE17}" type="datetime'''0''''''''''''''''''''''''''.''3''''''%'''">
              <a:rPr kumimoji="0" lang="en-US" altLang="en-US" sz="10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0.5%</a:t>
            </a:fld>
            <a:endParaRPr kumimoji="0" lang="en-US" sz="1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034" name="Icon 297">
            <a:extLst>
              <a:ext uri="{FF2B5EF4-FFF2-40B4-BE49-F238E27FC236}">
                <a16:creationId xmlns:a16="http://schemas.microsoft.com/office/drawing/2014/main" id="{56B53E25-848A-7EC9-AF10-683B38C5DC0E}"/>
              </a:ext>
            </a:extLst>
          </p:cNvPr>
          <p:cNvPicPr>
            <a:picLocks noChangeAspect="1"/>
          </p:cNvPicPr>
          <p:nvPr/>
        </p:nvPicPr>
        <p:blipFill>
          <a:blip r:embed="rId23"/>
          <a:stretch>
            <a:fillRect/>
          </a:stretch>
        </p:blipFill>
        <p:spPr>
          <a:xfrm>
            <a:off x="6169778" y="3401637"/>
            <a:ext cx="410150" cy="410150"/>
          </a:xfrm>
          <a:prstGeom prst="rect">
            <a:avLst/>
          </a:prstGeom>
        </p:spPr>
      </p:pic>
      <p:pic>
        <p:nvPicPr>
          <p:cNvPr id="1040" name="Picture 1039">
            <a:extLst>
              <a:ext uri="{FF2B5EF4-FFF2-40B4-BE49-F238E27FC236}">
                <a16:creationId xmlns:a16="http://schemas.microsoft.com/office/drawing/2014/main" id="{EC507EC4-0EDE-862A-9A8A-1CAB691B2F5A}"/>
              </a:ext>
            </a:extLst>
          </p:cNvPr>
          <p:cNvPicPr>
            <a:picLocks noChangeAspect="1"/>
          </p:cNvPicPr>
          <p:nvPr/>
        </p:nvPicPr>
        <p:blipFill>
          <a:blip r:embed="rId24"/>
          <a:stretch>
            <a:fillRect/>
          </a:stretch>
        </p:blipFill>
        <p:spPr>
          <a:xfrm>
            <a:off x="541302" y="6603909"/>
            <a:ext cx="4010585" cy="161948"/>
          </a:xfrm>
          <a:prstGeom prst="rect">
            <a:avLst/>
          </a:prstGeom>
        </p:spPr>
      </p:pic>
      <p:sp>
        <p:nvSpPr>
          <p:cNvPr id="2" name="Rectangle 1">
            <a:extLst>
              <a:ext uri="{FF2B5EF4-FFF2-40B4-BE49-F238E27FC236}">
                <a16:creationId xmlns:a16="http://schemas.microsoft.com/office/drawing/2014/main" id="{E4051CC7-D60F-DB26-D020-BCD6E6876761}"/>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Recap / Update of intent</a:t>
            </a:r>
          </a:p>
        </p:txBody>
      </p:sp>
      <p:grpSp>
        <p:nvGrpSpPr>
          <p:cNvPr id="8" name="Group 7">
            <a:extLst>
              <a:ext uri="{FF2B5EF4-FFF2-40B4-BE49-F238E27FC236}">
                <a16:creationId xmlns:a16="http://schemas.microsoft.com/office/drawing/2014/main" id="{48CE3470-69B2-F3F6-A80E-ED6DDA6C0B08}"/>
              </a:ext>
            </a:extLst>
          </p:cNvPr>
          <p:cNvGrpSpPr/>
          <p:nvPr/>
        </p:nvGrpSpPr>
        <p:grpSpPr>
          <a:xfrm>
            <a:off x="400390" y="1258805"/>
            <a:ext cx="11391220" cy="1708588"/>
            <a:chOff x="400390" y="1599999"/>
            <a:chExt cx="12070582" cy="1708588"/>
          </a:xfrm>
        </p:grpSpPr>
        <p:sp>
          <p:nvSpPr>
            <p:cNvPr id="209" name="Shape 209"/>
            <p:cNvSpPr/>
            <p:nvPr/>
          </p:nvSpPr>
          <p:spPr>
            <a:xfrm>
              <a:off x="649085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1" name="Shape 201"/>
            <p:cNvSpPr/>
            <p:nvPr/>
          </p:nvSpPr>
          <p:spPr>
            <a:xfrm>
              <a:off x="400390"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2" name="Shape 202"/>
            <p:cNvSpPr/>
            <p:nvPr/>
          </p:nvSpPr>
          <p:spPr>
            <a:xfrm>
              <a:off x="400390"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5" name="Shape 205"/>
            <p:cNvSpPr/>
            <p:nvPr/>
          </p:nvSpPr>
          <p:spPr>
            <a:xfrm>
              <a:off x="3445621"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6" name="Shape 206"/>
            <p:cNvSpPr/>
            <p:nvPr/>
          </p:nvSpPr>
          <p:spPr>
            <a:xfrm>
              <a:off x="344562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07" name="TextBox 207"/>
            <p:cNvSpPr txBox="1"/>
            <p:nvPr/>
          </p:nvSpPr>
          <p:spPr>
            <a:xfrm>
              <a:off x="55802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$4.6bn</a:t>
              </a:r>
            </a:p>
          </p:txBody>
        </p:sp>
        <p:sp>
          <p:nvSpPr>
            <p:cNvPr id="208" name="TextBox 208"/>
            <p:cNvSpPr txBox="1"/>
            <p:nvPr/>
          </p:nvSpPr>
          <p:spPr>
            <a:xfrm>
              <a:off x="55802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Est Addressable Spend</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altLang="en-US" sz="1000" b="0" i="0" u="none" strike="noStrike" kern="1200" cap="none" spc="0" normalizeH="0" baseline="0" noProof="0">
                  <a:ln>
                    <a:noFill/>
                  </a:ln>
                  <a:solidFill>
                    <a:srgbClr val="3D4B52"/>
                  </a:solidFill>
                  <a:effectLst/>
                  <a:uLnTx/>
                  <a:uFillTx/>
                  <a:latin typeface="Arial" panose="020B0604020202020204"/>
                  <a:ea typeface="+mn-ea"/>
                  <a:cs typeface="Arial"/>
                </a:rPr>
                <a:t>(Developed from IHG spend analysis &amp; external data)</a:t>
              </a:r>
              <a:endParaRPr kumimoji="0" lang="en-GB" sz="1000" b="0"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210" name="Shape 210"/>
            <p:cNvSpPr/>
            <p:nvPr/>
          </p:nvSpPr>
          <p:spPr>
            <a:xfrm>
              <a:off x="6490851"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11" name="TextBox 211"/>
            <p:cNvSpPr txBox="1"/>
            <p:nvPr/>
          </p:nvSpPr>
          <p:spPr>
            <a:xfrm>
              <a:off x="3550041"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$93m</a:t>
              </a:r>
            </a:p>
          </p:txBody>
        </p:sp>
        <p:sp>
          <p:nvSpPr>
            <p:cNvPr id="1036" name="TextBox 208">
              <a:extLst>
                <a:ext uri="{FF2B5EF4-FFF2-40B4-BE49-F238E27FC236}">
                  <a16:creationId xmlns:a16="http://schemas.microsoft.com/office/drawing/2014/main" id="{39677EB3-5F6E-C354-4EC2-32CE017ADCBC}"/>
                </a:ext>
              </a:extLst>
            </p:cNvPr>
            <p:cNvSpPr txBox="1"/>
            <p:nvPr/>
          </p:nvSpPr>
          <p:spPr>
            <a:xfrm>
              <a:off x="3550041"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Spend via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 </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programme spend</a:t>
              </a: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
          <p:nvSpPr>
            <p:cNvPr id="4" name="Shape 209">
              <a:extLst>
                <a:ext uri="{FF2B5EF4-FFF2-40B4-BE49-F238E27FC236}">
                  <a16:creationId xmlns:a16="http://schemas.microsoft.com/office/drawing/2014/main" id="{C7126CED-212E-8F7D-5107-BC8547EE96AE}"/>
                </a:ext>
              </a:extLst>
            </p:cNvPr>
            <p:cNvSpPr/>
            <p:nvPr/>
          </p:nvSpPr>
          <p:spPr>
            <a:xfrm>
              <a:off x="9583372" y="1599999"/>
              <a:ext cx="2887600" cy="1568627"/>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extBox 203">
              <a:extLst>
                <a:ext uri="{FF2B5EF4-FFF2-40B4-BE49-F238E27FC236}">
                  <a16:creationId xmlns:a16="http://schemas.microsoft.com/office/drawing/2014/main" id="{6BD2ABAA-EB36-ACD7-80C1-FD9204C91708}"/>
                </a:ext>
              </a:extLst>
            </p:cNvPr>
            <p:cNvSpPr txBox="1"/>
            <p:nvPr/>
          </p:nvSpPr>
          <p:spPr>
            <a:xfrm>
              <a:off x="9764648" y="1795675"/>
              <a:ext cx="2525048"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$1.9m</a:t>
              </a:r>
            </a:p>
          </p:txBody>
        </p:sp>
        <p:sp>
          <p:nvSpPr>
            <p:cNvPr id="6" name="TextBox 204">
              <a:extLst>
                <a:ext uri="{FF2B5EF4-FFF2-40B4-BE49-F238E27FC236}">
                  <a16:creationId xmlns:a16="http://schemas.microsoft.com/office/drawing/2014/main" id="{1855ACEE-B988-A4C9-E0A7-3D85091E1461}"/>
                </a:ext>
              </a:extLst>
            </p:cNvPr>
            <p:cNvSpPr txBox="1"/>
            <p:nvPr/>
          </p:nvSpPr>
          <p:spPr>
            <a:xfrm>
              <a:off x="9788293" y="2291370"/>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Collection</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p:txBody>
        </p:sp>
        <p:sp>
          <p:nvSpPr>
            <p:cNvPr id="7" name="Shape 210">
              <a:extLst>
                <a:ext uri="{FF2B5EF4-FFF2-40B4-BE49-F238E27FC236}">
                  <a16:creationId xmlns:a16="http://schemas.microsoft.com/office/drawing/2014/main" id="{A1CB639C-59BD-A0FE-F3C2-AF7D5466AF83}"/>
                </a:ext>
              </a:extLst>
            </p:cNvPr>
            <p:cNvSpPr/>
            <p:nvPr/>
          </p:nvSpPr>
          <p:spPr>
            <a:xfrm>
              <a:off x="9583372" y="1600000"/>
              <a:ext cx="2887600" cy="762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Box 208">
              <a:extLst>
                <a:ext uri="{FF2B5EF4-FFF2-40B4-BE49-F238E27FC236}">
                  <a16:creationId xmlns:a16="http://schemas.microsoft.com/office/drawing/2014/main" id="{939FCB38-BC1A-86A3-F59E-BAF322ECBD0E}"/>
                </a:ext>
              </a:extLst>
            </p:cNvPr>
            <p:cNvSpPr txBox="1"/>
            <p:nvPr/>
          </p:nvSpPr>
          <p:spPr>
            <a:xfrm>
              <a:off x="558021"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53.7% of Total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2" name="TextBox 208">
              <a:extLst>
                <a:ext uri="{FF2B5EF4-FFF2-40B4-BE49-F238E27FC236}">
                  <a16:creationId xmlns:a16="http://schemas.microsoft.com/office/drawing/2014/main" id="{32BBA02E-5CE3-823B-6F8D-AA4C9E860760}"/>
                </a:ext>
              </a:extLst>
            </p:cNvPr>
            <p:cNvSpPr txBox="1"/>
            <p:nvPr/>
          </p:nvSpPr>
          <p:spPr>
            <a:xfrm>
              <a:off x="3536955"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2.0% of Addressable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3" name="TextBox 208">
              <a:extLst>
                <a:ext uri="{FF2B5EF4-FFF2-40B4-BE49-F238E27FC236}">
                  <a16:creationId xmlns:a16="http://schemas.microsoft.com/office/drawing/2014/main" id="{DEB682AE-5798-D9BD-5346-8626BAFB71FC}"/>
                </a:ext>
              </a:extLst>
            </p:cNvPr>
            <p:cNvSpPr txBox="1"/>
            <p:nvPr/>
          </p:nvSpPr>
          <p:spPr>
            <a:xfrm>
              <a:off x="6668543"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rPr>
                <a:t>TBC% IHG-influenced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sp>
          <p:nvSpPr>
            <p:cNvPr id="14" name="TextBox 208">
              <a:extLst>
                <a:ext uri="{FF2B5EF4-FFF2-40B4-BE49-F238E27FC236}">
                  <a16:creationId xmlns:a16="http://schemas.microsoft.com/office/drawing/2014/main" id="{3C0B37F4-BC7C-C50C-664B-1497D15BE9BF}"/>
                </a:ext>
              </a:extLst>
            </p:cNvPr>
            <p:cNvSpPr txBox="1"/>
            <p:nvPr/>
          </p:nvSpPr>
          <p:spPr>
            <a:xfrm>
              <a:off x="9764647" y="2888587"/>
              <a:ext cx="2525048"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1" u="none" strike="noStrike" kern="1200" cap="none" spc="0" normalizeH="0" baseline="0" noProof="0">
                  <a:ln>
                    <a:noFill/>
                  </a:ln>
                  <a:solidFill>
                    <a:srgbClr val="3D4B52"/>
                  </a:solidFill>
                  <a:effectLst/>
                  <a:uLnTx/>
                  <a:uFillTx/>
                  <a:latin typeface="Arial" panose="020B0604020202020204"/>
                  <a:ea typeface="+mn-ea"/>
                  <a:cs typeface="Arial"/>
                </a:rPr>
                <a:t>2.0% of CRF Prog Spend</a:t>
              </a:r>
              <a:endParaRPr kumimoji="0" lang="en-GB" sz="1000" b="0" i="1" u="none" strike="noStrike" kern="1200" cap="none" spc="0" normalizeH="0" baseline="0" noProof="0">
                <a:ln>
                  <a:noFill/>
                </a:ln>
                <a:solidFill>
                  <a:srgbClr val="3D4B52"/>
                </a:solidFill>
                <a:effectLst/>
                <a:highlight>
                  <a:srgbClr val="FFFF00"/>
                </a:highlight>
                <a:uLnTx/>
                <a:uFillTx/>
                <a:latin typeface="Arial" panose="020B0604020202020204"/>
                <a:ea typeface="+mn-ea"/>
                <a:cs typeface="Arial"/>
              </a:endParaRPr>
            </a:p>
          </p:txBody>
        </p:sp>
      </p:grpSp>
      <p:sp>
        <p:nvSpPr>
          <p:cNvPr id="9" name="TextBox 211">
            <a:extLst>
              <a:ext uri="{FF2B5EF4-FFF2-40B4-BE49-F238E27FC236}">
                <a16:creationId xmlns:a16="http://schemas.microsoft.com/office/drawing/2014/main" id="{A1AB916E-73A6-695C-C421-49CF7B4B769C}"/>
              </a:ext>
            </a:extLst>
          </p:cNvPr>
          <p:cNvSpPr txBox="1"/>
          <p:nvPr/>
        </p:nvSpPr>
        <p:spPr>
          <a:xfrm>
            <a:off x="6360839" y="1452479"/>
            <a:ext cx="2382932" cy="560000"/>
          </a:xfrm>
          <a:prstGeom prst="rect">
            <a:avLst/>
          </a:prstGeom>
          <a:noFill/>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a:ln>
                  <a:noFill/>
                </a:ln>
                <a:solidFill>
                  <a:srgbClr val="1F4456"/>
                </a:solidFill>
                <a:effectLst/>
                <a:uLnTx/>
                <a:uFillTx/>
                <a:latin typeface="Arial" panose="020B0604020202020204"/>
                <a:ea typeface="+mn-ea"/>
                <a:cs typeface="Arial"/>
              </a:rPr>
              <a:t>$TBC</a:t>
            </a:r>
          </a:p>
        </p:txBody>
      </p:sp>
      <p:sp>
        <p:nvSpPr>
          <p:cNvPr id="10" name="TextBox 208">
            <a:extLst>
              <a:ext uri="{FF2B5EF4-FFF2-40B4-BE49-F238E27FC236}">
                <a16:creationId xmlns:a16="http://schemas.microsoft.com/office/drawing/2014/main" id="{4FFEBD55-2809-A9ED-C3AF-474CE6B478BF}"/>
              </a:ext>
            </a:extLst>
          </p:cNvPr>
          <p:cNvSpPr txBox="1"/>
          <p:nvPr/>
        </p:nvSpPr>
        <p:spPr>
          <a:xfrm>
            <a:off x="6360839" y="1948174"/>
            <a:ext cx="2382932" cy="420000"/>
          </a:xfrm>
          <a:prstGeom prst="rect">
            <a:avLst/>
          </a:prstGeom>
          <a:noFill/>
        </p:spPr>
        <p:txBody>
          <a:bodyPr wrap="square" lIns="0" tIns="0" rIns="0" bIns="0" anchor="t">
            <a:no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400" b="1" i="0" u="none" strike="noStrike" kern="1200" cap="none" spc="0" normalizeH="0" baseline="0" noProof="0">
                <a:ln>
                  <a:noFill/>
                </a:ln>
                <a:solidFill>
                  <a:srgbClr val="3D4B52"/>
                </a:solidFill>
                <a:effectLst/>
                <a:uLnTx/>
                <a:uFillTx/>
                <a:latin typeface="Arial" panose="020B0604020202020204"/>
                <a:ea typeface="+mn-ea"/>
                <a:cs typeface="Arial"/>
              </a:rPr>
              <a:t>CRF Programs</a:t>
            </a:r>
          </a:p>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GB" sz="1000" b="0" i="0" u="none" strike="noStrike" kern="1200" cap="none" spc="0" normalizeH="0" baseline="0" noProof="0">
                <a:ln>
                  <a:noFill/>
                </a:ln>
                <a:solidFill>
                  <a:srgbClr val="3D4B52"/>
                </a:solidFill>
                <a:effectLst/>
                <a:uLnTx/>
                <a:uFillTx/>
                <a:latin typeface="Arial" panose="020B0604020202020204"/>
                <a:ea typeface="+mn-ea"/>
                <a:cs typeface="Arial"/>
              </a:rPr>
              <a:t>(2025 CRF Data)</a:t>
            </a:r>
          </a:p>
          <a:p>
            <a:pPr marL="0" marR="0" lvl="0" indent="0" algn="ctr" defTabSz="914400" rtl="0" eaLnBrk="1" fontAlgn="auto" latinLnBrk="0" hangingPunct="1">
              <a:lnSpc>
                <a:spcPct val="105000"/>
              </a:lnSpc>
              <a:spcBef>
                <a:spcPts val="0"/>
              </a:spcBef>
              <a:spcAft>
                <a:spcPts val="0"/>
              </a:spcAft>
              <a:buClrTx/>
              <a:buSzTx/>
              <a:buFontTx/>
              <a:buNone/>
              <a:tabLst/>
              <a:defRPr/>
            </a:pPr>
            <a:endParaRPr kumimoji="0" lang="en-GB" sz="1400" b="1" i="0" u="none" strike="noStrike" kern="1200" cap="none" spc="0" normalizeH="0" baseline="0" noProof="0">
              <a:ln>
                <a:noFill/>
              </a:ln>
              <a:solidFill>
                <a:srgbClr val="3D4B52"/>
              </a:solidFill>
              <a:effectLst/>
              <a:uLnTx/>
              <a:uFillTx/>
              <a:latin typeface="Arial" panose="020B0604020202020204"/>
              <a:ea typeface="+mn-ea"/>
              <a:cs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2381-0319-1B18-05C9-2BE81047774A}"/>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CEE1DDB8-5D43-E195-A5C8-3127CDEDAF1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77" imgH="377" progId="TCLayout.ActiveDocument.1">
                  <p:embed/>
                </p:oleObj>
              </mc:Choice>
              <mc:Fallback>
                <p:oleObj name="thinkcell Slide" r:id="rId4" imgW="377" imgH="377" progId="TCLayout.ActiveDocument.1">
                  <p:embed/>
                  <p:pic>
                    <p:nvPicPr>
                      <p:cNvPr id="37" name="think-cell data - do not delete" hidden="1">
                        <a:extLst>
                          <a:ext uri="{FF2B5EF4-FFF2-40B4-BE49-F238E27FC236}">
                            <a16:creationId xmlns:a16="http://schemas.microsoft.com/office/drawing/2014/main" id="{CEE1DDB8-5D43-E195-A5C8-3127CDEDAF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EF59ABAC-8FC4-6C4A-988B-6E4D220BECB8}"/>
              </a:ext>
            </a:extLst>
          </p:cNvPr>
          <p:cNvSpPr>
            <a:spLocks noGrp="1"/>
          </p:cNvSpPr>
          <p:nvPr>
            <p:ph type="body" sz="quarter" idx="22"/>
          </p:nvPr>
        </p:nvSpPr>
        <p:spPr>
          <a:xfrm>
            <a:off x="377250" y="355600"/>
            <a:ext cx="11220109" cy="784231"/>
          </a:xfrm>
        </p:spPr>
        <p:txBody>
          <a:bodyPr/>
          <a:lstStyle/>
          <a:p>
            <a:r>
              <a:rPr lang="en-US" b="1"/>
              <a:t>Regional Strategy Overview | </a:t>
            </a:r>
            <a:r>
              <a:rPr lang="en-US"/>
              <a:t>Greater China</a:t>
            </a:r>
            <a:endParaRPr lang="en-GB" noProof="0"/>
          </a:p>
        </p:txBody>
      </p:sp>
      <p:grpSp>
        <p:nvGrpSpPr>
          <p:cNvPr id="48" name="Group 47">
            <a:extLst>
              <a:ext uri="{FF2B5EF4-FFF2-40B4-BE49-F238E27FC236}">
                <a16:creationId xmlns:a16="http://schemas.microsoft.com/office/drawing/2014/main" id="{F90EE6C9-F6A4-29F2-0FDD-A2EEA2D203E4}"/>
              </a:ext>
            </a:extLst>
          </p:cNvPr>
          <p:cNvGrpSpPr/>
          <p:nvPr/>
        </p:nvGrpSpPr>
        <p:grpSpPr>
          <a:xfrm>
            <a:off x="1876926" y="1542335"/>
            <a:ext cx="9911888" cy="489377"/>
            <a:chOff x="226855" y="1618534"/>
            <a:chExt cx="11561959" cy="351749"/>
          </a:xfrm>
        </p:grpSpPr>
        <p:sp>
          <p:nvSpPr>
            <p:cNvPr id="33" name="Rectangle 32">
              <a:extLst>
                <a:ext uri="{FF2B5EF4-FFF2-40B4-BE49-F238E27FC236}">
                  <a16:creationId xmlns:a16="http://schemas.microsoft.com/office/drawing/2014/main" id="{F368C066-401E-EA9B-3167-C8BE29B974C3}"/>
                </a:ext>
              </a:extLst>
            </p:cNvPr>
            <p:cNvSpPr/>
            <p:nvPr/>
          </p:nvSpPr>
          <p:spPr>
            <a:xfrm>
              <a:off x="226855" y="1618534"/>
              <a:ext cx="3761619" cy="349620"/>
            </a:xfrm>
            <a:prstGeom prst="rect">
              <a:avLst/>
            </a:prstGeom>
            <a:solidFill>
              <a:schemeClr val="accent4"/>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Priorities</a:t>
              </a:r>
            </a:p>
          </p:txBody>
        </p:sp>
        <p:sp>
          <p:nvSpPr>
            <p:cNvPr id="34" name="Rectangle 33">
              <a:extLst>
                <a:ext uri="{FF2B5EF4-FFF2-40B4-BE49-F238E27FC236}">
                  <a16:creationId xmlns:a16="http://schemas.microsoft.com/office/drawing/2014/main" id="{905CA5B6-3185-5EC8-3FC9-84CEFBE9B441}"/>
                </a:ext>
              </a:extLst>
            </p:cNvPr>
            <p:cNvSpPr/>
            <p:nvPr/>
          </p:nvSpPr>
          <p:spPr>
            <a:xfrm>
              <a:off x="4181741" y="1629262"/>
              <a:ext cx="3723599" cy="341021"/>
            </a:xfrm>
            <a:prstGeom prst="rect">
              <a:avLst/>
            </a:prstGeom>
            <a:solidFill>
              <a:schemeClr val="tx2"/>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Approach</a:t>
              </a:r>
            </a:p>
          </p:txBody>
        </p:sp>
        <p:sp>
          <p:nvSpPr>
            <p:cNvPr id="38" name="Rectangle 37">
              <a:extLst>
                <a:ext uri="{FF2B5EF4-FFF2-40B4-BE49-F238E27FC236}">
                  <a16:creationId xmlns:a16="http://schemas.microsoft.com/office/drawing/2014/main" id="{00C4ADEC-CA9C-C58C-161D-F087F564CCD8}"/>
                </a:ext>
              </a:extLst>
            </p:cNvPr>
            <p:cNvSpPr/>
            <p:nvPr/>
          </p:nvSpPr>
          <p:spPr>
            <a:xfrm>
              <a:off x="8065215" y="1629262"/>
              <a:ext cx="3723599" cy="341021"/>
            </a:xfrm>
            <a:prstGeom prst="rect">
              <a:avLst/>
            </a:prstGeom>
            <a:solidFill>
              <a:schemeClr val="accent6"/>
            </a:solidFill>
            <a:ln w="12700" cap="flat" cmpd="sng" algn="ctr">
              <a:noFill/>
              <a:prstDash val="solid"/>
              <a:miter lim="800000"/>
            </a:ln>
            <a:effectLst/>
          </p:spPr>
          <p:txBody>
            <a:bodyPr tIns="3600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latin typeface="Arial" panose="020B0604020202020204"/>
                  <a:ea typeface="+mn-ea"/>
                  <a:cs typeface="+mn-cs"/>
                </a:rPr>
                <a:t>Budget &amp; Dependencies</a:t>
              </a:r>
            </a:p>
          </p:txBody>
        </p:sp>
      </p:grpSp>
      <p:grpSp>
        <p:nvGrpSpPr>
          <p:cNvPr id="49" name="Group 48">
            <a:extLst>
              <a:ext uri="{FF2B5EF4-FFF2-40B4-BE49-F238E27FC236}">
                <a16:creationId xmlns:a16="http://schemas.microsoft.com/office/drawing/2014/main" id="{1B776756-0759-1E69-6C26-D8B941DD9167}"/>
              </a:ext>
            </a:extLst>
          </p:cNvPr>
          <p:cNvGrpSpPr/>
          <p:nvPr/>
        </p:nvGrpSpPr>
        <p:grpSpPr>
          <a:xfrm>
            <a:off x="1876926" y="2127298"/>
            <a:ext cx="9911888" cy="1956564"/>
            <a:chOff x="226855" y="1618534"/>
            <a:chExt cx="11561959" cy="351749"/>
          </a:xfrm>
          <a:solidFill>
            <a:schemeClr val="bg1">
              <a:lumMod val="95000"/>
            </a:schemeClr>
          </a:solidFill>
        </p:grpSpPr>
        <p:sp>
          <p:nvSpPr>
            <p:cNvPr id="50" name="Rectangle 49">
              <a:extLst>
                <a:ext uri="{FF2B5EF4-FFF2-40B4-BE49-F238E27FC236}">
                  <a16:creationId xmlns:a16="http://schemas.microsoft.com/office/drawing/2014/main" id="{641F9CA7-8CAC-7712-E778-B86F94EB9A20}"/>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Standard products: drive OBSM adoption (CRF headroom $0.08m)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Lead constructors and digital solutions in Build ($0.16m)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Long-tail Operate products ($0.11m) and F&amp;B non-standard ($0.45m)</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Develop a frozen-seafood supplier base</a:t>
              </a:r>
            </a:p>
          </p:txBody>
        </p:sp>
        <p:sp>
          <p:nvSpPr>
            <p:cNvPr id="51" name="Rectangle 50">
              <a:extLst>
                <a:ext uri="{FF2B5EF4-FFF2-40B4-BE49-F238E27FC236}">
                  <a16:creationId xmlns:a16="http://schemas.microsoft.com/office/drawing/2014/main" id="{EC54CAB7-F5E1-41BA-9D1E-4A81B254A197}"/>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P2P adoption across managed hotels, especially Essentials; AI-led spend classification</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Use POPD for proactive OHE and procurement checkpoints; attend kick-off meetings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Aggregator partnerships for long tail; DDP delivery via NGSC logistics partners</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Partner with design consultants to optimise the supplier base</a:t>
              </a:r>
            </a:p>
          </p:txBody>
        </p:sp>
        <p:sp>
          <p:nvSpPr>
            <p:cNvPr id="52" name="Rectangle 51">
              <a:extLst>
                <a:ext uri="{FF2B5EF4-FFF2-40B4-BE49-F238E27FC236}">
                  <a16:creationId xmlns:a16="http://schemas.microsoft.com/office/drawing/2014/main" id="{DC53BE54-6201-6CE3-6519-D2B94338F9C1}"/>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CRF budget $2.0m; 2025 collected $1.9m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Accelerate: +$15–22m capture by 2030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Needs OHE field resources, marketing packages and seafood market intelligence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F&amp;B non-standard needs distribution infrastructure that doesn’t yet exist</a:t>
              </a:r>
            </a:p>
          </p:txBody>
        </p:sp>
      </p:grpSp>
      <p:grpSp>
        <p:nvGrpSpPr>
          <p:cNvPr id="53" name="Group 52">
            <a:extLst>
              <a:ext uri="{FF2B5EF4-FFF2-40B4-BE49-F238E27FC236}">
                <a16:creationId xmlns:a16="http://schemas.microsoft.com/office/drawing/2014/main" id="{AB25C2AF-24F5-F1A2-86D8-06EF2D1486B7}"/>
              </a:ext>
            </a:extLst>
          </p:cNvPr>
          <p:cNvGrpSpPr/>
          <p:nvPr/>
        </p:nvGrpSpPr>
        <p:grpSpPr>
          <a:xfrm>
            <a:off x="1876926" y="4380319"/>
            <a:ext cx="9911888" cy="1956564"/>
            <a:chOff x="226855" y="1618534"/>
            <a:chExt cx="11561959" cy="351749"/>
          </a:xfrm>
          <a:solidFill>
            <a:schemeClr val="bg1">
              <a:lumMod val="95000"/>
            </a:schemeClr>
          </a:solidFill>
        </p:grpSpPr>
        <p:sp>
          <p:nvSpPr>
            <p:cNvPr id="56" name="Rectangle 55">
              <a:extLst>
                <a:ext uri="{FF2B5EF4-FFF2-40B4-BE49-F238E27FC236}">
                  <a16:creationId xmlns:a16="http://schemas.microsoft.com/office/drawing/2014/main" id="{A7A19445-62C5-F956-DF1F-A65D965CEE66}"/>
                </a:ext>
              </a:extLst>
            </p:cNvPr>
            <p:cNvSpPr/>
            <p:nvPr/>
          </p:nvSpPr>
          <p:spPr>
            <a:xfrm>
              <a:off x="226855" y="1618534"/>
              <a:ext cx="3761619" cy="349620"/>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Managed Estate: AI-enforced compliance controls; Touchpoint programme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Commercial Engine: POPD–CRM integration, KOM tracking, Owner Link</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Scaling with Partners: lead-constructor legal review; retail programme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 PaaS: propositions by owner type (SOE, repeat private, first-time private)</a:t>
              </a:r>
            </a:p>
          </p:txBody>
        </p:sp>
        <p:sp>
          <p:nvSpPr>
            <p:cNvPr id="57" name="Rectangle 56">
              <a:extLst>
                <a:ext uri="{FF2B5EF4-FFF2-40B4-BE49-F238E27FC236}">
                  <a16:creationId xmlns:a16="http://schemas.microsoft.com/office/drawing/2014/main" id="{F00D657A-74E6-016C-DD39-3BA175348768}"/>
                </a:ext>
              </a:extLst>
            </p:cNvPr>
            <p:cNvSpPr/>
            <p:nvPr/>
          </p:nvSpPr>
          <p:spPr>
            <a:xfrm>
              <a:off x="4181741" y="1629262"/>
              <a:ext cx="3723599" cy="341021"/>
            </a:xfrm>
            <a:prstGeom prst="rect">
              <a:avLst/>
            </a:prstGeom>
            <a:grpFill/>
            <a:ln w="12700" cap="flat" cmpd="sng" algn="ctr">
              <a:noFill/>
              <a:prstDash val="solid"/>
              <a:miter lim="800000"/>
            </a:ln>
            <a:effectLst/>
          </p:spPr>
          <p:txBody>
            <a:bodyPr tIns="36000" rtlCol="0" anchor="t" anchorCtr="0"/>
            <a:lstStyle/>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Platform integrated with POPD for non-retroactive waiver checks – the single most critical unlock</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Owner and hotel incentives to drive participation and compliance</a:t>
              </a:r>
            </a:p>
            <a:p>
              <a:pPr marL="107950" marR="0" lvl="0" indent="-1079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Retire the ‘10% myth’ with coordinated central collateral</a:t>
              </a:r>
            </a:p>
          </p:txBody>
        </p:sp>
        <p:sp>
          <p:nvSpPr>
            <p:cNvPr id="58" name="Rectangle 57">
              <a:extLst>
                <a:ext uri="{FF2B5EF4-FFF2-40B4-BE49-F238E27FC236}">
                  <a16:creationId xmlns:a16="http://schemas.microsoft.com/office/drawing/2014/main" id="{251518DF-23A2-6FA5-557D-7494234D4CB6}"/>
                </a:ext>
              </a:extLst>
            </p:cNvPr>
            <p:cNvSpPr/>
            <p:nvPr/>
          </p:nvSpPr>
          <p:spPr>
            <a:xfrm>
              <a:off x="8065215" y="1629262"/>
              <a:ext cx="3723599" cy="341021"/>
            </a:xfrm>
            <a:prstGeom prst="rect">
              <a:avLst/>
            </a:prstGeom>
            <a:grpFill/>
            <a:ln w="12700" cap="flat" cmpd="sng" algn="ctr">
              <a:noFill/>
              <a:prstDash val="solid"/>
              <a:miter lim="800000"/>
            </a:ln>
            <a:effectLst/>
          </p:spPr>
          <p:txBody>
            <a:bodyPr tIns="36000" rtlCol="0" anchor="t"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Step-change: +$63–122m capture by 2030; combined CRF uplift $1.95–3.6m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BRR and Legal support for lead-constructor and retail programmes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Digital and AI investment; HLG POPD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0" cap="none" spc="0" normalizeH="0" baseline="0" noProof="0">
                  <a:ln>
                    <a:noFill/>
                  </a:ln>
                  <a:solidFill>
                    <a:srgbClr val="000000"/>
                  </a:solidFill>
                  <a:effectLst/>
                  <a:uLnTx/>
                  <a:uFillTx/>
                  <a:latin typeface="Arial" panose="020B0604020202020204"/>
                  <a:ea typeface="+mn-ea"/>
                  <a:cs typeface="+mn-cs"/>
                </a:rPr>
                <a:t>2026 spend: P2P data analytics $0.1m; Asia supply-chain legal study $0.2m</a:t>
              </a:r>
            </a:p>
          </p:txBody>
        </p:sp>
      </p:grpSp>
      <p:cxnSp>
        <p:nvCxnSpPr>
          <p:cNvPr id="60" name="Straight Connector 59">
            <a:extLst>
              <a:ext uri="{FF2B5EF4-FFF2-40B4-BE49-F238E27FC236}">
                <a16:creationId xmlns:a16="http://schemas.microsoft.com/office/drawing/2014/main" id="{98D08F16-CD72-F060-A531-C98FF9804AF0}"/>
              </a:ext>
            </a:extLst>
          </p:cNvPr>
          <p:cNvCxnSpPr/>
          <p:nvPr/>
        </p:nvCxnSpPr>
        <p:spPr>
          <a:xfrm>
            <a:off x="228600" y="4236264"/>
            <a:ext cx="1156021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85C572B7-89FC-3D04-0DFE-F1A867D51B57}"/>
              </a:ext>
            </a:extLst>
          </p:cNvPr>
          <p:cNvSpPr txBox="1"/>
          <p:nvPr/>
        </p:nvSpPr>
        <p:spPr>
          <a:xfrm>
            <a:off x="110067" y="2132713"/>
            <a:ext cx="160117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Regional Acceleration</a:t>
            </a:r>
          </a:p>
        </p:txBody>
      </p:sp>
      <p:sp>
        <p:nvSpPr>
          <p:cNvPr id="62" name="TextBox 61">
            <a:extLst>
              <a:ext uri="{FF2B5EF4-FFF2-40B4-BE49-F238E27FC236}">
                <a16:creationId xmlns:a16="http://schemas.microsoft.com/office/drawing/2014/main" id="{B386A51A-D7D0-2D4B-9707-633A1E43C086}"/>
              </a:ext>
            </a:extLst>
          </p:cNvPr>
          <p:cNvSpPr txBox="1"/>
          <p:nvPr/>
        </p:nvSpPr>
        <p:spPr>
          <a:xfrm>
            <a:off x="110067" y="4315325"/>
            <a:ext cx="1601175"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Support for Central Enablement</a:t>
            </a:r>
          </a:p>
        </p:txBody>
      </p:sp>
      <p:sp>
        <p:nvSpPr>
          <p:cNvPr id="63" name="Rectangle 62">
            <a:extLst>
              <a:ext uri="{FF2B5EF4-FFF2-40B4-BE49-F238E27FC236}">
                <a16:creationId xmlns:a16="http://schemas.microsoft.com/office/drawing/2014/main" id="{4AE5CC13-BCEE-873B-266D-A4237BAEB3C3}"/>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How you will deliver</a:t>
            </a:r>
          </a:p>
        </p:txBody>
      </p:sp>
    </p:spTree>
    <p:extLst>
      <p:ext uri="{BB962C8B-B14F-4D97-AF65-F5344CB8AC3E}">
        <p14:creationId xmlns:p14="http://schemas.microsoft.com/office/powerpoint/2010/main" val="2323586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973C1-FD15-B321-0716-848AEF53BF37}"/>
            </a:ext>
          </a:extLst>
        </p:cNvPr>
        <p:cNvGrpSpPr/>
        <p:nvPr/>
      </p:nvGrpSpPr>
      <p:grpSpPr>
        <a:xfrm>
          <a:off x="0" y="0"/>
          <a:ext cx="0" cy="0"/>
          <a:chOff x="0" y="0"/>
          <a:chExt cx="0" cy="0"/>
        </a:xfrm>
      </p:grpSpPr>
      <p:cxnSp>
        <p:nvCxnSpPr>
          <p:cNvPr id="122" name="Straight Connector 121">
            <a:extLst>
              <a:ext uri="{FF2B5EF4-FFF2-40B4-BE49-F238E27FC236}">
                <a16:creationId xmlns:a16="http://schemas.microsoft.com/office/drawing/2014/main" id="{A86839CD-A135-C9FF-8CCB-A97B9CD492A4}"/>
              </a:ext>
            </a:extLst>
          </p:cNvPr>
          <p:cNvCxnSpPr>
            <a:cxnSpLocks/>
          </p:cNvCxnSpPr>
          <p:nvPr/>
        </p:nvCxnSpPr>
        <p:spPr>
          <a:xfrm>
            <a:off x="5005353" y="986097"/>
            <a:ext cx="0" cy="5262256"/>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EEE4CCA-73C8-CCF2-CABE-ECEA01112771}"/>
              </a:ext>
            </a:extLst>
          </p:cNvPr>
          <p:cNvCxnSpPr>
            <a:cxnSpLocks/>
          </p:cNvCxnSpPr>
          <p:nvPr/>
        </p:nvCxnSpPr>
        <p:spPr>
          <a:xfrm>
            <a:off x="8537801" y="986096"/>
            <a:ext cx="0" cy="5262257"/>
          </a:xfrm>
          <a:prstGeom prst="line">
            <a:avLst/>
          </a:prstGeom>
          <a:ln>
            <a:solidFill>
              <a:schemeClr val="accent3"/>
            </a:solidFill>
          </a:ln>
        </p:spPr>
        <p:style>
          <a:lnRef idx="2">
            <a:schemeClr val="accent1"/>
          </a:lnRef>
          <a:fillRef idx="0">
            <a:schemeClr val="accent1"/>
          </a:fillRef>
          <a:effectRef idx="1">
            <a:schemeClr val="accent1"/>
          </a:effectRef>
          <a:fontRef idx="minor">
            <a:schemeClr val="tx1"/>
          </a:fontRef>
        </p:style>
      </p:cxnSp>
      <p:sp>
        <p:nvSpPr>
          <p:cNvPr id="110" name="Rectangle 109">
            <a:extLst>
              <a:ext uri="{FF2B5EF4-FFF2-40B4-BE49-F238E27FC236}">
                <a16:creationId xmlns:a16="http://schemas.microsoft.com/office/drawing/2014/main" id="{24FDDD28-3625-946D-0DBD-0ED111887965}"/>
              </a:ext>
            </a:extLst>
          </p:cNvPr>
          <p:cNvSpPr/>
          <p:nvPr/>
        </p:nvSpPr>
        <p:spPr>
          <a:xfrm>
            <a:off x="232626" y="2407347"/>
            <a:ext cx="11726748" cy="237579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2" name="Rectangle 81">
            <a:extLst>
              <a:ext uri="{FF2B5EF4-FFF2-40B4-BE49-F238E27FC236}">
                <a16:creationId xmlns:a16="http://schemas.microsoft.com/office/drawing/2014/main" id="{D7C4C02E-B165-8B95-77B8-3BC5B766DA40}"/>
              </a:ext>
            </a:extLst>
          </p:cNvPr>
          <p:cNvSpPr/>
          <p:nvPr/>
        </p:nvSpPr>
        <p:spPr>
          <a:xfrm>
            <a:off x="132273" y="160019"/>
            <a:ext cx="2732432" cy="611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16" name="think-cell data - do not delete" hidden="1">
            <a:extLst>
              <a:ext uri="{FF2B5EF4-FFF2-40B4-BE49-F238E27FC236}">
                <a16:creationId xmlns:a16="http://schemas.microsoft.com/office/drawing/2014/main" id="{84570B9E-CDAA-F920-3FA3-1C9B00A6EC2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6" name="think-cell data - do not delete" hidden="1">
                        <a:extLst>
                          <a:ext uri="{FF2B5EF4-FFF2-40B4-BE49-F238E27FC236}">
                            <a16:creationId xmlns:a16="http://schemas.microsoft.com/office/drawing/2014/main" id="{84570B9E-CDAA-F920-3FA3-1C9B00A6EC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pSp>
        <p:nvGrpSpPr>
          <p:cNvPr id="7" name="Group 6">
            <a:extLst>
              <a:ext uri="{FF2B5EF4-FFF2-40B4-BE49-F238E27FC236}">
                <a16:creationId xmlns:a16="http://schemas.microsoft.com/office/drawing/2014/main" id="{CCC14461-8CED-1279-21CE-B58BC22893B9}"/>
              </a:ext>
            </a:extLst>
          </p:cNvPr>
          <p:cNvGrpSpPr/>
          <p:nvPr/>
        </p:nvGrpSpPr>
        <p:grpSpPr>
          <a:xfrm>
            <a:off x="1825087" y="772847"/>
            <a:ext cx="2700659" cy="1012038"/>
            <a:chOff x="1642385" y="3415926"/>
            <a:chExt cx="2700659" cy="1084856"/>
          </a:xfrm>
        </p:grpSpPr>
        <p:sp>
          <p:nvSpPr>
            <p:cNvPr id="14" name="Rectangle 13">
              <a:extLst>
                <a:ext uri="{FF2B5EF4-FFF2-40B4-BE49-F238E27FC236}">
                  <a16:creationId xmlns:a16="http://schemas.microsoft.com/office/drawing/2014/main" id="{B493117F-2FEE-BA05-7F10-B490A6C2A3A4}"/>
                </a:ext>
              </a:extLst>
            </p:cNvPr>
            <p:cNvSpPr/>
            <p:nvPr/>
          </p:nvSpPr>
          <p:spPr>
            <a:xfrm>
              <a:off x="1823044" y="3590299"/>
              <a:ext cx="2520000" cy="6651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Latent potential &amp; leakage</a:t>
              </a:r>
            </a:p>
          </p:txBody>
        </p:sp>
        <p:sp>
          <p:nvSpPr>
            <p:cNvPr id="31" name="Oval 30">
              <a:extLst>
                <a:ext uri="{FF2B5EF4-FFF2-40B4-BE49-F238E27FC236}">
                  <a16:creationId xmlns:a16="http://schemas.microsoft.com/office/drawing/2014/main" id="{C4694AAA-7708-0CF5-38BA-B3EA0A2E2D76}"/>
                </a:ext>
              </a:extLst>
            </p:cNvPr>
            <p:cNvSpPr/>
            <p:nvPr/>
          </p:nvSpPr>
          <p:spPr>
            <a:xfrm>
              <a:off x="1642385" y="3415926"/>
              <a:ext cx="361317" cy="351918"/>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41" name="Isosceles Triangle 40">
              <a:extLst>
                <a:ext uri="{FF2B5EF4-FFF2-40B4-BE49-F238E27FC236}">
                  <a16:creationId xmlns:a16="http://schemas.microsoft.com/office/drawing/2014/main" id="{E6F9225D-6661-FE71-1C1E-7DC6A5A1D6DC}"/>
                </a:ext>
              </a:extLst>
            </p:cNvPr>
            <p:cNvSpPr/>
            <p:nvPr/>
          </p:nvSpPr>
          <p:spPr>
            <a:xfrm rot="10800000">
              <a:off x="2750954" y="4255483"/>
              <a:ext cx="461261" cy="24529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Oval 3">
            <a:extLst>
              <a:ext uri="{FF2B5EF4-FFF2-40B4-BE49-F238E27FC236}">
                <a16:creationId xmlns:a16="http://schemas.microsoft.com/office/drawing/2014/main" id="{781807B4-59CB-F94A-1C46-613C90133E65}"/>
              </a:ext>
            </a:extLst>
          </p:cNvPr>
          <p:cNvSpPr/>
          <p:nvPr/>
        </p:nvSpPr>
        <p:spPr>
          <a:xfrm>
            <a:off x="1825087" y="772848"/>
            <a:ext cx="361317" cy="360000"/>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1</a:t>
            </a:r>
          </a:p>
        </p:txBody>
      </p:sp>
      <p:sp>
        <p:nvSpPr>
          <p:cNvPr id="25" name="Rectangle 24">
            <a:extLst>
              <a:ext uri="{FF2B5EF4-FFF2-40B4-BE49-F238E27FC236}">
                <a16:creationId xmlns:a16="http://schemas.microsoft.com/office/drawing/2014/main" id="{E5940D9D-451A-1E86-FBBB-81C29EB0A23B}"/>
              </a:ext>
            </a:extLst>
          </p:cNvPr>
          <p:cNvSpPr/>
          <p:nvPr/>
        </p:nvSpPr>
        <p:spPr>
          <a:xfrm>
            <a:off x="1623275" y="1784886"/>
            <a:ext cx="3284942" cy="336040"/>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Growth headroom for categories &amp; </a:t>
            </a:r>
            <a:r>
              <a:rPr kumimoji="0" lang="en-GB" sz="1200" b="1" i="0" u="none" strike="noStrike" kern="1200" cap="none" spc="0" normalizeH="0" baseline="0" noProof="0" err="1">
                <a:ln>
                  <a:noFill/>
                </a:ln>
                <a:solidFill>
                  <a:srgbClr val="000000"/>
                </a:solidFill>
                <a:effectLst/>
                <a:uLnTx/>
                <a:uFillTx/>
                <a:latin typeface="Arial" panose="020B0604020202020204"/>
                <a:ea typeface="+mn-ea"/>
                <a:cs typeface="+mn-cs"/>
              </a:rPr>
              <a:t>mkts</a:t>
            </a:r>
            <a:endParaRPr kumimoji="0" lang="en-GB"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3" name="Group 42">
            <a:extLst>
              <a:ext uri="{FF2B5EF4-FFF2-40B4-BE49-F238E27FC236}">
                <a16:creationId xmlns:a16="http://schemas.microsoft.com/office/drawing/2014/main" id="{B8307930-DC70-8FD5-EF8B-EDAE5D55B12D}"/>
              </a:ext>
            </a:extLst>
          </p:cNvPr>
          <p:cNvGrpSpPr/>
          <p:nvPr/>
        </p:nvGrpSpPr>
        <p:grpSpPr>
          <a:xfrm>
            <a:off x="5148854" y="744140"/>
            <a:ext cx="3284942" cy="1376786"/>
            <a:chOff x="1440573" y="3385152"/>
            <a:chExt cx="3284942" cy="1475849"/>
          </a:xfrm>
        </p:grpSpPr>
        <p:sp>
          <p:nvSpPr>
            <p:cNvPr id="44" name="Rectangle 43">
              <a:extLst>
                <a:ext uri="{FF2B5EF4-FFF2-40B4-BE49-F238E27FC236}">
                  <a16:creationId xmlns:a16="http://schemas.microsoft.com/office/drawing/2014/main" id="{096BAB59-E7D8-8E81-12F2-C07BB7D75AFA}"/>
                </a:ext>
              </a:extLst>
            </p:cNvPr>
            <p:cNvSpPr/>
            <p:nvPr/>
          </p:nvSpPr>
          <p:spPr>
            <a:xfrm>
              <a:off x="1823044" y="3590299"/>
              <a:ext cx="2520000" cy="66518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Gaps &amp;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whitespace</a:t>
              </a:r>
            </a:p>
          </p:txBody>
        </p:sp>
        <p:sp>
          <p:nvSpPr>
            <p:cNvPr id="45" name="Oval 44">
              <a:extLst>
                <a:ext uri="{FF2B5EF4-FFF2-40B4-BE49-F238E27FC236}">
                  <a16:creationId xmlns:a16="http://schemas.microsoft.com/office/drawing/2014/main" id="{2EA2AC7F-833F-5FC1-DA5F-74BC760CB605}"/>
                </a:ext>
              </a:extLst>
            </p:cNvPr>
            <p:cNvSpPr/>
            <p:nvPr/>
          </p:nvSpPr>
          <p:spPr>
            <a:xfrm>
              <a:off x="1625818" y="3385152"/>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2</a:t>
              </a:r>
            </a:p>
          </p:txBody>
        </p:sp>
        <p:sp>
          <p:nvSpPr>
            <p:cNvPr id="47" name="Rectangle 46">
              <a:extLst>
                <a:ext uri="{FF2B5EF4-FFF2-40B4-BE49-F238E27FC236}">
                  <a16:creationId xmlns:a16="http://schemas.microsoft.com/office/drawing/2014/main" id="{8B070F69-FAC0-2C0C-3BA4-1A5F6344952C}"/>
                </a:ext>
              </a:extLst>
            </p:cNvPr>
            <p:cNvSpPr/>
            <p:nvPr/>
          </p:nvSpPr>
          <p:spPr>
            <a:xfrm>
              <a:off x="1440573" y="4500783"/>
              <a:ext cx="3284942" cy="360218"/>
            </a:xfrm>
            <a:prstGeom prst="rect">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0000"/>
                  </a:solidFill>
                  <a:effectLst/>
                  <a:uLnTx/>
                  <a:uFillTx/>
                  <a:latin typeface="Arial" panose="020B0604020202020204"/>
                  <a:ea typeface="+mn-ea"/>
                  <a:cs typeface="+mn-cs"/>
                </a:rPr>
                <a:t>Category / market ‘white spaces’</a:t>
              </a:r>
            </a:p>
          </p:txBody>
        </p:sp>
        <p:sp>
          <p:nvSpPr>
            <p:cNvPr id="48" name="Isosceles Triangle 47">
              <a:extLst>
                <a:ext uri="{FF2B5EF4-FFF2-40B4-BE49-F238E27FC236}">
                  <a16:creationId xmlns:a16="http://schemas.microsoft.com/office/drawing/2014/main" id="{E5147B2A-638D-DB3C-E638-8BBF55AB679C}"/>
                </a:ext>
              </a:extLst>
            </p:cNvPr>
            <p:cNvSpPr/>
            <p:nvPr/>
          </p:nvSpPr>
          <p:spPr>
            <a:xfrm rot="10800000">
              <a:off x="2750954" y="4255483"/>
              <a:ext cx="461261" cy="245299"/>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nvGrpSpPr>
          <p:cNvPr id="49" name="Group 48">
            <a:extLst>
              <a:ext uri="{FF2B5EF4-FFF2-40B4-BE49-F238E27FC236}">
                <a16:creationId xmlns:a16="http://schemas.microsoft.com/office/drawing/2014/main" id="{67D7EEDD-8500-DAAE-BE1A-848F802B842B}"/>
              </a:ext>
            </a:extLst>
          </p:cNvPr>
          <p:cNvGrpSpPr/>
          <p:nvPr/>
        </p:nvGrpSpPr>
        <p:grpSpPr>
          <a:xfrm>
            <a:off x="8674433" y="772848"/>
            <a:ext cx="3284942" cy="1348078"/>
            <a:chOff x="1440573" y="3415926"/>
            <a:chExt cx="3284942" cy="1445075"/>
          </a:xfrm>
        </p:grpSpPr>
        <p:sp>
          <p:nvSpPr>
            <p:cNvPr id="50" name="Rectangle 49">
              <a:extLst>
                <a:ext uri="{FF2B5EF4-FFF2-40B4-BE49-F238E27FC236}">
                  <a16:creationId xmlns:a16="http://schemas.microsoft.com/office/drawing/2014/main" id="{96C91CDA-72EC-9BAC-F6E9-FFFF55496E82}"/>
                </a:ext>
              </a:extLst>
            </p:cNvPr>
            <p:cNvSpPr/>
            <p:nvPr/>
          </p:nvSpPr>
          <p:spPr>
            <a:xfrm>
              <a:off x="1823044" y="3590297"/>
              <a:ext cx="2520000" cy="6651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252000" rIns="25200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panose="020B0604020202020204"/>
                  <a:ea typeface="+mn-ea"/>
                  <a:cs typeface="+mn-cs"/>
                </a:rPr>
                <a:t>Central enablement &amp; dependencies</a:t>
              </a:r>
            </a:p>
          </p:txBody>
        </p:sp>
        <p:sp>
          <p:nvSpPr>
            <p:cNvPr id="51" name="Oval 50">
              <a:extLst>
                <a:ext uri="{FF2B5EF4-FFF2-40B4-BE49-F238E27FC236}">
                  <a16:creationId xmlns:a16="http://schemas.microsoft.com/office/drawing/2014/main" id="{AE897209-1B92-DF1E-324B-1DE5B20928D8}"/>
                </a:ext>
              </a:extLst>
            </p:cNvPr>
            <p:cNvSpPr/>
            <p:nvPr/>
          </p:nvSpPr>
          <p:spPr>
            <a:xfrm>
              <a:off x="1642385" y="3415926"/>
              <a:ext cx="361317" cy="385903"/>
            </a:xfrm>
            <a:prstGeom prst="ellipse">
              <a:avLst/>
            </a:prstGeom>
            <a:solidFill>
              <a:schemeClr val="bg1"/>
            </a:solid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1F4456"/>
                  </a:solidFill>
                  <a:effectLst/>
                  <a:uLnTx/>
                  <a:uFillTx/>
                  <a:latin typeface="Arial" panose="020B0604020202020204"/>
                  <a:ea typeface="+mn-ea"/>
                  <a:cs typeface="+mn-cs"/>
                </a:rPr>
                <a:t>3</a:t>
              </a:r>
            </a:p>
          </p:txBody>
        </p:sp>
        <p:sp>
          <p:nvSpPr>
            <p:cNvPr id="53" name="Rectangle 52">
              <a:extLst>
                <a:ext uri="{FF2B5EF4-FFF2-40B4-BE49-F238E27FC236}">
                  <a16:creationId xmlns:a16="http://schemas.microsoft.com/office/drawing/2014/main" id="{C4850EDA-488A-55BD-F52E-B0FAAD066C1A}"/>
                </a:ext>
              </a:extLst>
            </p:cNvPr>
            <p:cNvSpPr/>
            <p:nvPr/>
          </p:nvSpPr>
          <p:spPr>
            <a:xfrm>
              <a:off x="1440573" y="4500783"/>
              <a:ext cx="3284942" cy="360218"/>
            </a:xfrm>
            <a:prstGeom prst="rect">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Central Requirements &amp; Support Allocated</a:t>
              </a:r>
            </a:p>
          </p:txBody>
        </p:sp>
        <p:sp>
          <p:nvSpPr>
            <p:cNvPr id="54" name="Isosceles Triangle 53">
              <a:extLst>
                <a:ext uri="{FF2B5EF4-FFF2-40B4-BE49-F238E27FC236}">
                  <a16:creationId xmlns:a16="http://schemas.microsoft.com/office/drawing/2014/main" id="{499E3FF1-1DF9-7C3A-8DED-1AC592DC563B}"/>
                </a:ext>
              </a:extLst>
            </p:cNvPr>
            <p:cNvSpPr/>
            <p:nvPr/>
          </p:nvSpPr>
          <p:spPr>
            <a:xfrm rot="10800000">
              <a:off x="2750954" y="4255483"/>
              <a:ext cx="461261" cy="245299"/>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 name="TextBox 4">
            <a:extLst>
              <a:ext uri="{FF2B5EF4-FFF2-40B4-BE49-F238E27FC236}">
                <a16:creationId xmlns:a16="http://schemas.microsoft.com/office/drawing/2014/main" id="{B35A95A2-3411-67C8-0855-475E00BF57B2}"/>
              </a:ext>
            </a:extLst>
          </p:cNvPr>
          <p:cNvSpPr txBox="1"/>
          <p:nvPr/>
        </p:nvSpPr>
        <p:spPr>
          <a:xfrm>
            <a:off x="310986" y="2532102"/>
            <a:ext cx="1186561"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Opportunities &amp; initiatives</a:t>
            </a:r>
          </a:p>
        </p:txBody>
      </p:sp>
      <p:sp>
        <p:nvSpPr>
          <p:cNvPr id="6" name="TextBox 5">
            <a:extLst>
              <a:ext uri="{FF2B5EF4-FFF2-40B4-BE49-F238E27FC236}">
                <a16:creationId xmlns:a16="http://schemas.microsoft.com/office/drawing/2014/main" id="{88FFB2BC-2C2B-96F6-CE9B-EA62F8DCDC5C}"/>
              </a:ext>
            </a:extLst>
          </p:cNvPr>
          <p:cNvSpPr txBox="1"/>
          <p:nvPr/>
        </p:nvSpPr>
        <p:spPr>
          <a:xfrm>
            <a:off x="310986" y="5069201"/>
            <a:ext cx="1295547"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Costs, investment &amp; resource allocation</a:t>
            </a:r>
          </a:p>
        </p:txBody>
      </p:sp>
      <p:sp>
        <p:nvSpPr>
          <p:cNvPr id="79" name="TextBox 78">
            <a:extLst>
              <a:ext uri="{FF2B5EF4-FFF2-40B4-BE49-F238E27FC236}">
                <a16:creationId xmlns:a16="http://schemas.microsoft.com/office/drawing/2014/main" id="{AE5943FD-084C-E566-F13C-51E178E8F927}"/>
              </a:ext>
            </a:extLst>
          </p:cNvPr>
          <p:cNvSpPr txBox="1"/>
          <p:nvPr/>
        </p:nvSpPr>
        <p:spPr>
          <a:xfrm>
            <a:off x="1504474" y="2521405"/>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Operate capture only 3.7%; P2P coverage low in Essentials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No controls on hotels not adopting OBSM products</a:t>
            </a:r>
          </a:p>
        </p:txBody>
      </p:sp>
      <p:sp>
        <p:nvSpPr>
          <p:cNvPr id="87" name="TextBox 86">
            <a:extLst>
              <a:ext uri="{FF2B5EF4-FFF2-40B4-BE49-F238E27FC236}">
                <a16:creationId xmlns:a16="http://schemas.microsoft.com/office/drawing/2014/main" id="{1D79D423-AB2E-6497-74F0-4D1969DB9525}"/>
              </a:ext>
            </a:extLst>
          </p:cNvPr>
          <p:cNvSpPr txBox="1"/>
          <p:nvPr/>
        </p:nvSpPr>
        <p:spPr>
          <a:xfrm>
            <a:off x="5091604" y="3832262"/>
            <a:ext cx="3181019" cy="57708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F&amp;B non-standard $45–90m; long tail $10–20m via aggregators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NGSC export: DDP model; add appliances, flooring, sanitary ware</a:t>
            </a:r>
          </a:p>
        </p:txBody>
      </p:sp>
      <p:sp>
        <p:nvSpPr>
          <p:cNvPr id="86" name="Text Placeholder 2">
            <a:extLst>
              <a:ext uri="{FF2B5EF4-FFF2-40B4-BE49-F238E27FC236}">
                <a16:creationId xmlns:a16="http://schemas.microsoft.com/office/drawing/2014/main" id="{30DC6511-87E2-9307-EC98-BBA8DCC46037}"/>
              </a:ext>
            </a:extLst>
          </p:cNvPr>
          <p:cNvSpPr txBox="1">
            <a:spLocks/>
          </p:cNvSpPr>
          <p:nvPr/>
        </p:nvSpPr>
        <p:spPr>
          <a:xfrm>
            <a:off x="400390" y="183008"/>
            <a:ext cx="11449125" cy="991282"/>
          </a:xfrm>
          <a:prstGeom prst="rect">
            <a:avLst/>
          </a:prstGeom>
        </p:spPr>
        <p:txBody>
          <a:bodyPr vert="horz" lIns="0" tIns="0" rIns="0" bIns="0" rtlCol="0" anchor="t">
            <a:noAutofit/>
          </a:bodyPr>
          <a:lstStyle>
            <a:lvl1pPr marL="0" indent="0" algn="l" defTabSz="914400" rtl="0" eaLnBrk="1" latinLnBrk="0" hangingPunct="1">
              <a:lnSpc>
                <a:spcPct val="90000"/>
              </a:lnSpc>
              <a:spcBef>
                <a:spcPts val="0"/>
              </a:spcBef>
              <a:spcAft>
                <a:spcPts val="600"/>
              </a:spcAft>
              <a:buClr>
                <a:schemeClr val="tx1"/>
              </a:buClr>
              <a:buFont typeface="Arial" panose="020B0604020202020204" pitchFamily="34" charset="0"/>
              <a:buNone/>
              <a:defRPr sz="3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600"/>
              </a:spcAft>
              <a:buClr>
                <a:srgbClr val="262626"/>
              </a:buClr>
              <a:buSzTx/>
              <a:buFont typeface="Arial" panose="020B0604020202020204" pitchFamily="34" charset="0"/>
              <a:buNone/>
              <a:tabLst/>
              <a:defRPr/>
            </a:pPr>
            <a:r>
              <a:rPr kumimoji="0" lang="en-US" sz="3000" b="1"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Proposed approach |</a:t>
            </a:r>
            <a:r>
              <a:rPr kumimoji="0" lang="en-US"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rPr>
              <a:t> Greater China</a:t>
            </a:r>
            <a:endParaRPr kumimoji="0" lang="en-GB" sz="3000" b="0" i="0" u="none" strike="noStrike" kern="1200" cap="none" spc="0" normalizeH="0" baseline="0" noProof="0">
              <a:ln>
                <a:noFill/>
              </a:ln>
              <a:solidFill>
                <a:srgbClr val="262626"/>
              </a:solidFill>
              <a:effectLst/>
              <a:uLnTx/>
              <a:uFillTx/>
              <a:latin typeface="Arial" panose="020B0604020202020204" pitchFamily="34" charset="0"/>
              <a:ea typeface="+mn-ea"/>
              <a:cs typeface="Arial" panose="020B0604020202020204" pitchFamily="34" charset="0"/>
            </a:endParaRPr>
          </a:p>
        </p:txBody>
      </p:sp>
      <p:sp>
        <p:nvSpPr>
          <p:cNvPr id="90" name="TextBox 89">
            <a:extLst>
              <a:ext uri="{FF2B5EF4-FFF2-40B4-BE49-F238E27FC236}">
                <a16:creationId xmlns:a16="http://schemas.microsoft.com/office/drawing/2014/main" id="{10112E91-BA11-4DE8-F232-EEF4B133F3FA}"/>
              </a:ext>
            </a:extLst>
          </p:cNvPr>
          <p:cNvSpPr txBox="1"/>
          <p:nvPr/>
        </p:nvSpPr>
        <p:spPr>
          <a:xfrm>
            <a:off x="1504473" y="3639734"/>
            <a:ext cx="348740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OBSM adoption via AI-led data collection: $8–12m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 Managed Estate: Touchpoint and AI-enforced controls</a:t>
            </a:r>
          </a:p>
        </p:txBody>
      </p:sp>
      <p:sp>
        <p:nvSpPr>
          <p:cNvPr id="3" name="TextBox 2">
            <a:extLst>
              <a:ext uri="{FF2B5EF4-FFF2-40B4-BE49-F238E27FC236}">
                <a16:creationId xmlns:a16="http://schemas.microsoft.com/office/drawing/2014/main" id="{FE669AE6-EF6B-E546-AC4E-2CBADFC3AC16}"/>
              </a:ext>
            </a:extLst>
          </p:cNvPr>
          <p:cNvSpPr txBox="1"/>
          <p:nvPr/>
        </p:nvSpPr>
        <p:spPr>
          <a:xfrm>
            <a:off x="5096805" y="4999247"/>
            <a:ext cx="3567788"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Digital distribution / aggregator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Market intelligence for frozen seafood</a:t>
            </a:r>
          </a:p>
        </p:txBody>
      </p:sp>
      <p:sp>
        <p:nvSpPr>
          <p:cNvPr id="94" name="TextBox 93">
            <a:extLst>
              <a:ext uri="{FF2B5EF4-FFF2-40B4-BE49-F238E27FC236}">
                <a16:creationId xmlns:a16="http://schemas.microsoft.com/office/drawing/2014/main" id="{3CF1E993-5CA1-8643-07A6-07F832EDDCC4}"/>
              </a:ext>
            </a:extLst>
          </p:cNvPr>
          <p:cNvSpPr txBox="1"/>
          <p:nvPr/>
        </p:nvSpPr>
        <p:spPr>
          <a:xfrm>
            <a:off x="1498489" y="5028112"/>
            <a:ext cx="3446721"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P2P rollout and data analytics (in flight)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OLT promotion of the Touchpoint programme</a:t>
            </a:r>
          </a:p>
        </p:txBody>
      </p:sp>
      <p:sp>
        <p:nvSpPr>
          <p:cNvPr id="111" name="TextBox 110">
            <a:extLst>
              <a:ext uri="{FF2B5EF4-FFF2-40B4-BE49-F238E27FC236}">
                <a16:creationId xmlns:a16="http://schemas.microsoft.com/office/drawing/2014/main" id="{E7DA1BCC-EF88-173B-1C1A-E608C41CC544}"/>
              </a:ext>
            </a:extLst>
          </p:cNvPr>
          <p:cNvSpPr txBox="1"/>
          <p:nvPr/>
        </p:nvSpPr>
        <p:spPr>
          <a:xfrm>
            <a:off x="8641569" y="4999247"/>
            <a:ext cx="330667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BRR and Legal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Digital / AI capability; OHE field resources</a:t>
            </a:r>
          </a:p>
        </p:txBody>
      </p:sp>
      <p:sp>
        <p:nvSpPr>
          <p:cNvPr id="115" name="TextBox 114">
            <a:extLst>
              <a:ext uri="{FF2B5EF4-FFF2-40B4-BE49-F238E27FC236}">
                <a16:creationId xmlns:a16="http://schemas.microsoft.com/office/drawing/2014/main" id="{2754B3EF-FCC9-0907-187B-23115BE2BF64}"/>
              </a:ext>
            </a:extLst>
          </p:cNvPr>
          <p:cNvSpPr txBox="1"/>
          <p:nvPr/>
        </p:nvSpPr>
        <p:spPr>
          <a:xfrm>
            <a:off x="8641570" y="2532102"/>
            <a:ext cx="2935334" cy="90024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No POPD access; procurement absent from kick-offs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Lead-constructor programmes legally constrained</a:t>
            </a:r>
          </a:p>
        </p:txBody>
      </p:sp>
      <p:sp>
        <p:nvSpPr>
          <p:cNvPr id="27" name="Isosceles Triangle 26">
            <a:extLst>
              <a:ext uri="{FF2B5EF4-FFF2-40B4-BE49-F238E27FC236}">
                <a16:creationId xmlns:a16="http://schemas.microsoft.com/office/drawing/2014/main" id="{70E05CB7-EC81-F8BF-5983-1E37BD3B54C2}"/>
              </a:ext>
            </a:extLst>
          </p:cNvPr>
          <p:cNvSpPr/>
          <p:nvPr/>
        </p:nvSpPr>
        <p:spPr>
          <a:xfrm rot="10800000">
            <a:off x="2933656" y="1556052"/>
            <a:ext cx="461261" cy="228834"/>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4" name="Rectangle 113">
            <a:extLst>
              <a:ext uri="{FF2B5EF4-FFF2-40B4-BE49-F238E27FC236}">
                <a16:creationId xmlns:a16="http://schemas.microsoft.com/office/drawing/2014/main" id="{AB1FC012-4B9C-CA5A-EC81-E572F22B7AFE}"/>
              </a:ext>
            </a:extLst>
          </p:cNvPr>
          <p:cNvSpPr/>
          <p:nvPr/>
        </p:nvSpPr>
        <p:spPr>
          <a:xfrm>
            <a:off x="232626" y="4930777"/>
            <a:ext cx="11726748" cy="131757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1" name="TextBox 120">
            <a:extLst>
              <a:ext uri="{FF2B5EF4-FFF2-40B4-BE49-F238E27FC236}">
                <a16:creationId xmlns:a16="http://schemas.microsoft.com/office/drawing/2014/main" id="{F91CAD82-30B0-57D3-C03A-58BDBF7DB2EA}"/>
              </a:ext>
            </a:extLst>
          </p:cNvPr>
          <p:cNvSpPr txBox="1"/>
          <p:nvPr/>
        </p:nvSpPr>
        <p:spPr>
          <a:xfrm>
            <a:off x="5091604" y="2521405"/>
            <a:ext cx="3181019"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F&amp;B non-standard / Operate general: $900m addressable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rial" panose="020B0604020202020204"/>
                <a:ea typeface="+mn-ea"/>
                <a:cs typeface="+mn-cs"/>
              </a:rPr>
              <a:t>Long tail (dry goods, spices, stationery) not covered</a:t>
            </a:r>
          </a:p>
        </p:txBody>
      </p:sp>
      <p:sp>
        <p:nvSpPr>
          <p:cNvPr id="124" name="TextBox 123">
            <a:extLst>
              <a:ext uri="{FF2B5EF4-FFF2-40B4-BE49-F238E27FC236}">
                <a16:creationId xmlns:a16="http://schemas.microsoft.com/office/drawing/2014/main" id="{2DF69B8C-0623-BE1E-B410-3527642311F7}"/>
              </a:ext>
            </a:extLst>
          </p:cNvPr>
          <p:cNvSpPr txBox="1"/>
          <p:nvPr/>
        </p:nvSpPr>
        <p:spPr>
          <a:xfrm>
            <a:off x="8641570" y="3830135"/>
            <a:ext cx="2935334" cy="73866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Commercial Engine: POPD–CRM integration, KOM tracking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rial" panose="020B0604020202020204"/>
                <a:ea typeface="+mn-ea"/>
                <a:cs typeface="+mn-cs"/>
              </a:rPr>
              <a:t>→ Scaling with Partners: lead-constructor review; retail</a:t>
            </a:r>
          </a:p>
        </p:txBody>
      </p:sp>
      <p:sp>
        <p:nvSpPr>
          <p:cNvPr id="8" name="Rectangle 7">
            <a:extLst>
              <a:ext uri="{FF2B5EF4-FFF2-40B4-BE49-F238E27FC236}">
                <a16:creationId xmlns:a16="http://schemas.microsoft.com/office/drawing/2014/main" id="{CDA7D81B-3FB7-6B99-92CF-3D4B491B212F}"/>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Detail &amp; Trade-offs</a:t>
            </a:r>
          </a:p>
        </p:txBody>
      </p:sp>
    </p:spTree>
    <p:extLst>
      <p:ext uri="{BB962C8B-B14F-4D97-AF65-F5344CB8AC3E}">
        <p14:creationId xmlns:p14="http://schemas.microsoft.com/office/powerpoint/2010/main" val="11917202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246342" y="48872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Sequencing &amp; Dependencies |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Greater China</a:t>
            </a:r>
          </a:p>
        </p:txBody>
      </p:sp>
      <p:graphicFrame>
        <p:nvGraphicFramePr>
          <p:cNvPr id="20" name="Assumptions Table"/>
          <p:cNvGraphicFramePr>
            <a:graphicFrameLocks noGrp="1"/>
          </p:cNvGraphicFramePr>
          <p:nvPr/>
        </p:nvGraphicFramePr>
        <p:xfrm>
          <a:off x="246343" y="1188720"/>
          <a:ext cx="11699315" cy="4897119"/>
        </p:xfrm>
        <a:graphic>
          <a:graphicData uri="http://schemas.openxmlformats.org/drawingml/2006/table">
            <a:tbl>
              <a:tblPr firstRow="1">
                <a:tableStyleId>{5C22544A-7EE6-4342-B048-85BDC9FD1C3A}</a:tableStyleId>
              </a:tblPr>
              <a:tblGrid>
                <a:gridCol w="1700000">
                  <a:extLst>
                    <a:ext uri="{9D8B030D-6E8A-4147-A177-3AD203B41FA5}">
                      <a16:colId xmlns:a16="http://schemas.microsoft.com/office/drawing/2014/main" val="20000"/>
                    </a:ext>
                  </a:extLst>
                </a:gridCol>
                <a:gridCol w="1111035">
                  <a:extLst>
                    <a:ext uri="{9D8B030D-6E8A-4147-A177-3AD203B41FA5}">
                      <a16:colId xmlns:a16="http://schemas.microsoft.com/office/drawing/2014/main" val="20001"/>
                    </a:ext>
                  </a:extLst>
                </a:gridCol>
                <a:gridCol w="1111035">
                  <a:extLst>
                    <a:ext uri="{9D8B030D-6E8A-4147-A177-3AD203B41FA5}">
                      <a16:colId xmlns:a16="http://schemas.microsoft.com/office/drawing/2014/main" val="718993024"/>
                    </a:ext>
                  </a:extLst>
                </a:gridCol>
                <a:gridCol w="1111035">
                  <a:extLst>
                    <a:ext uri="{9D8B030D-6E8A-4147-A177-3AD203B41FA5}">
                      <a16:colId xmlns:a16="http://schemas.microsoft.com/office/drawing/2014/main" val="740929758"/>
                    </a:ext>
                  </a:extLst>
                </a:gridCol>
                <a:gridCol w="1111035">
                  <a:extLst>
                    <a:ext uri="{9D8B030D-6E8A-4147-A177-3AD203B41FA5}">
                      <a16:colId xmlns:a16="http://schemas.microsoft.com/office/drawing/2014/main" val="118497269"/>
                    </a:ext>
                  </a:extLst>
                </a:gridCol>
                <a:gridCol w="1111035">
                  <a:extLst>
                    <a:ext uri="{9D8B030D-6E8A-4147-A177-3AD203B41FA5}">
                      <a16:colId xmlns:a16="http://schemas.microsoft.com/office/drawing/2014/main" val="189961642"/>
                    </a:ext>
                  </a:extLst>
                </a:gridCol>
                <a:gridCol w="1111035">
                  <a:extLst>
                    <a:ext uri="{9D8B030D-6E8A-4147-A177-3AD203B41FA5}">
                      <a16:colId xmlns:a16="http://schemas.microsoft.com/office/drawing/2014/main" val="20002"/>
                    </a:ext>
                  </a:extLst>
                </a:gridCol>
                <a:gridCol w="1111035">
                  <a:extLst>
                    <a:ext uri="{9D8B030D-6E8A-4147-A177-3AD203B41FA5}">
                      <a16:colId xmlns:a16="http://schemas.microsoft.com/office/drawing/2014/main" val="307328310"/>
                    </a:ext>
                  </a:extLst>
                </a:gridCol>
                <a:gridCol w="1111035">
                  <a:extLst>
                    <a:ext uri="{9D8B030D-6E8A-4147-A177-3AD203B41FA5}">
                      <a16:colId xmlns:a16="http://schemas.microsoft.com/office/drawing/2014/main" val="20003"/>
                    </a:ext>
                  </a:extLst>
                </a:gridCol>
                <a:gridCol w="1111035">
                  <a:extLst>
                    <a:ext uri="{9D8B030D-6E8A-4147-A177-3AD203B41FA5}">
                      <a16:colId xmlns:a16="http://schemas.microsoft.com/office/drawing/2014/main" val="3935873405"/>
                    </a:ext>
                  </a:extLst>
                </a:gridCol>
              </a:tblGrid>
              <a:tr h="353596">
                <a:tc>
                  <a:txBody>
                    <a:bodyPr/>
                    <a:lstStyle/>
                    <a:p>
                      <a:pPr marL="0" indent="0" algn="l">
                        <a:lnSpc>
                          <a:spcPct val="90000"/>
                        </a:lnSpc>
                        <a:spcBef>
                          <a:spcPts val="100"/>
                        </a:spcBef>
                        <a:spcAft>
                          <a:spcPts val="100"/>
                        </a:spcAft>
                        <a:buNone/>
                      </a:pPr>
                      <a:r>
                        <a:rPr lang="en-GB" sz="1100" b="1" i="0">
                          <a:solidFill>
                            <a:srgbClr val="FFFFFF"/>
                          </a:solidFill>
                          <a:latin typeface="+mn-lt"/>
                        </a:rPr>
                        <a:t>Regional Plan</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26-Q4</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27-Q1</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27-Q3</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27-Q4</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H1</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2028 H2</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round/>
                      <a:headEnd type="none" w="med" len="med"/>
                      <a:tailEnd type="none" w="med" len="med"/>
                    </a:lnB>
                    <a:solidFill>
                      <a:srgbClr val="1F4456"/>
                    </a:solidFill>
                  </a:tcPr>
                </a:tc>
                <a:extLst>
                  <a:ext uri="{0D108BD9-81ED-4DB2-BD59-A6C34878D82A}">
                    <a16:rowId xmlns:a16="http://schemas.microsoft.com/office/drawing/2014/main" val="10000"/>
                  </a:ext>
                </a:extLst>
              </a:tr>
              <a:tr h="691120">
                <a:tc>
                  <a:txBody>
                    <a:bodyPr/>
                    <a:lstStyle/>
                    <a:p>
                      <a:pPr marL="0" indent="0" algn="l">
                        <a:lnSpc>
                          <a:spcPct val="90000"/>
                        </a:lnSpc>
                        <a:spcBef>
                          <a:spcPts val="100"/>
                        </a:spcBef>
                        <a:spcAft>
                          <a:spcPts val="100"/>
                        </a:spcAft>
                        <a:buNone/>
                      </a:pPr>
                      <a:r>
                        <a:rPr lang="en-GB" sz="1100" b="1" i="0">
                          <a:solidFill>
                            <a:srgbClr val="1F4456"/>
                          </a:solidFill>
                          <a:latin typeface="+mn-lt"/>
                        </a:rPr>
                        <a:t>POPD access &amp; integration</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2"/>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Central: Managed Estate – AI controls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3"/>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OBSM / standard products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4"/>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Lead constructors (Build)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5"/>
                  </a:ext>
                </a:extLst>
              </a:tr>
              <a:tr h="482176">
                <a:tc>
                  <a:txBody>
                    <a:bodyPr/>
                    <a:lstStyle/>
                    <a:p>
                      <a:pPr marL="0" indent="0" algn="l">
                        <a:lnSpc>
                          <a:spcPct val="90000"/>
                        </a:lnSpc>
                        <a:spcBef>
                          <a:spcPts val="100"/>
                        </a:spcBef>
                        <a:spcAft>
                          <a:spcPts val="100"/>
                        </a:spcAft>
                        <a:buNone/>
                      </a:pPr>
                      <a:r>
                        <a:rPr lang="en-GB" sz="1100" b="1" i="0">
                          <a:solidFill>
                            <a:srgbClr val="1F4456"/>
                          </a:solidFill>
                          <a:latin typeface="+mn-lt"/>
                        </a:rPr>
                        <a:t>Long tail &amp; F&amp;B non-standard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6"/>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Central: Commercial Engine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7"/>
                  </a:ext>
                </a:extLst>
              </a:tr>
              <a:tr h="482176">
                <a:tc>
                  <a:txBody>
                    <a:bodyPr/>
                    <a:lstStyle/>
                    <a:p>
                      <a:pPr marL="0" marR="0" lvl="0" indent="0" algn="l" defTabSz="914400" rtl="0" eaLnBrk="1" fontAlgn="auto" latinLnBrk="0" hangingPunct="1">
                        <a:lnSpc>
                          <a:spcPct val="90000"/>
                        </a:lnSpc>
                        <a:spcBef>
                          <a:spcPts val="100"/>
                        </a:spcBef>
                        <a:spcAft>
                          <a:spcPts val="100"/>
                        </a:spcAft>
                        <a:buClrTx/>
                        <a:buSzTx/>
                        <a:buFontTx/>
                        <a:buNone/>
                        <a:tabLst/>
                        <a:defRPr/>
                      </a:pPr>
                      <a:r>
                        <a:rPr kumimoji="0" lang="en-GB" sz="1100" b="1" i="0" u="none" strike="noStrike" kern="1200" cap="none" spc="0" normalizeH="0" baseline="0" noProof="0">
                          <a:ln>
                            <a:noFill/>
                          </a:ln>
                          <a:solidFill>
                            <a:srgbClr val="1F4456"/>
                          </a:solidFill>
                          <a:effectLst/>
                          <a:uLnTx/>
                          <a:uFillTx/>
                          <a:latin typeface="Arial" panose="020B0604020202020204"/>
                          <a:ea typeface="+mn-ea"/>
                          <a:cs typeface="+mn-cs"/>
                        </a:rPr>
                        <a:t>NGSC export – DDP model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chemeClr val="tx1"/>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0">
                        <a:solidFill>
                          <a:srgbClr val="1F4456"/>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endParaRPr lang="en-GB" sz="1100" b="0" i="1">
                        <a:solidFill>
                          <a:srgbClr val="688997"/>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round/>
                      <a:headEnd type="none" w="med" len="med"/>
                      <a:tailEnd type="none" w="med" len="med"/>
                    </a:lnB>
                    <a:noFill/>
                  </a:tcPr>
                </a:tc>
                <a:extLst>
                  <a:ext uri="{0D108BD9-81ED-4DB2-BD59-A6C34878D82A}">
                    <a16:rowId xmlns:a16="http://schemas.microsoft.com/office/drawing/2014/main" val="10008"/>
                  </a:ext>
                </a:extLst>
              </a:tr>
              <a:tr h="959347">
                <a:tc>
                  <a:txBody>
                    <a:bodyPr/>
                    <a:lstStyle/>
                    <a:p>
                      <a:pPr marL="0" indent="0" algn="l">
                        <a:lnSpc>
                          <a:spcPct val="90000"/>
                        </a:lnSpc>
                        <a:spcBef>
                          <a:spcPts val="100"/>
                        </a:spcBef>
                        <a:spcAft>
                          <a:spcPts val="100"/>
                        </a:spcAft>
                        <a:buNone/>
                      </a:pPr>
                      <a:r>
                        <a:rPr lang="en-GB" sz="1000" b="1" i="0">
                          <a:solidFill>
                            <a:srgbClr val="FFFFFF"/>
                          </a:solidFill>
                          <a:latin typeface="+mn-lt"/>
                        </a:rPr>
                        <a:t>HOW IT ROLLS UP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gridSpan="5">
                  <a:txBody>
                    <a:bodyPr/>
                    <a:lstStyle/>
                    <a:p>
                      <a:pPr marL="0" indent="0" algn="l">
                        <a:lnSpc>
                          <a:spcPct val="90000"/>
                        </a:lnSpc>
                        <a:spcBef>
                          <a:spcPts val="100"/>
                        </a:spcBef>
                        <a:spcAft>
                          <a:spcPts val="100"/>
                        </a:spcAft>
                        <a:buNone/>
                      </a:pPr>
                      <a:r>
                        <a:rPr lang="en-GB" sz="900" b="0" i="0">
                          <a:solidFill>
                            <a:srgbClr val="FFFFFF"/>
                          </a:solidFill>
                          <a:latin typeface="+mn-lt"/>
                        </a:rPr>
                        <a:t>Baseline is 2025 actual: $93m programme capture on $4.6bn addressable spend, a 2.0% capture rate. Accelerate adds $15–22m and step-change $63–122m by 2030 (~4% share). CRF is earned at 2.1–2.5% and rises from $1.9m to ~$6m.</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tc gridSpan="2">
                  <a:txBody>
                    <a:bodyPr/>
                    <a:lstStyle/>
                    <a:p>
                      <a:pPr marL="0" indent="0" algn="l">
                        <a:lnSpc>
                          <a:spcPct val="90000"/>
                        </a:lnSpc>
                        <a:spcBef>
                          <a:spcPts val="100"/>
                        </a:spcBef>
                        <a:spcAft>
                          <a:spcPts val="100"/>
                        </a:spcAft>
                        <a:buNone/>
                      </a:pPr>
                      <a:endParaRPr lang="en-GB" sz="900" b="0" i="0">
                        <a:solidFill>
                          <a:srgbClr val="FFFFFF"/>
                        </a:solidFill>
                        <a:latin typeface="+mn-lt"/>
                      </a:endParaRP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688997"/>
                    </a:solidFill>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2" name="Arrow: Pentagon 1">
            <a:extLst>
              <a:ext uri="{FF2B5EF4-FFF2-40B4-BE49-F238E27FC236}">
                <a16:creationId xmlns:a16="http://schemas.microsoft.com/office/drawing/2014/main" id="{C13DDCFD-4285-B9CA-8852-F90D0ADFCCFC}"/>
              </a:ext>
            </a:extLst>
          </p:cNvPr>
          <p:cNvSpPr/>
          <p:nvPr/>
        </p:nvSpPr>
        <p:spPr>
          <a:xfrm>
            <a:off x="1991563" y="1778507"/>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Non-retroactive waiver checks</a:t>
            </a:r>
          </a:p>
        </p:txBody>
      </p:sp>
      <p:sp>
        <p:nvSpPr>
          <p:cNvPr id="3" name="Arrow: Pentagon 2">
            <a:extLst>
              <a:ext uri="{FF2B5EF4-FFF2-40B4-BE49-F238E27FC236}">
                <a16:creationId xmlns:a16="http://schemas.microsoft.com/office/drawing/2014/main" id="{0210F5CD-073B-07B8-BAE4-C05D5F55BB35}"/>
              </a:ext>
            </a:extLst>
          </p:cNvPr>
          <p:cNvSpPr/>
          <p:nvPr/>
        </p:nvSpPr>
        <p:spPr>
          <a:xfrm>
            <a:off x="3102559" y="2365095"/>
            <a:ext cx="4352544"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AI-enforced compliance, Touchpoint</a:t>
            </a:r>
          </a:p>
        </p:txBody>
      </p:sp>
      <p:sp>
        <p:nvSpPr>
          <p:cNvPr id="4" name="Arrow: Pentagon 3">
            <a:extLst>
              <a:ext uri="{FF2B5EF4-FFF2-40B4-BE49-F238E27FC236}">
                <a16:creationId xmlns:a16="http://schemas.microsoft.com/office/drawing/2014/main" id="{D1395241-DB52-9BFD-2184-AE8F136DD879}"/>
              </a:ext>
            </a:extLst>
          </p:cNvPr>
          <p:cNvSpPr/>
          <p:nvPr/>
        </p:nvSpPr>
        <p:spPr>
          <a:xfrm>
            <a:off x="1991563" y="2846984"/>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P2P and AI-led data collection</a:t>
            </a:r>
          </a:p>
        </p:txBody>
      </p:sp>
      <p:sp>
        <p:nvSpPr>
          <p:cNvPr id="5" name="Arrow: Pentagon 4">
            <a:extLst>
              <a:ext uri="{FF2B5EF4-FFF2-40B4-BE49-F238E27FC236}">
                <a16:creationId xmlns:a16="http://schemas.microsoft.com/office/drawing/2014/main" id="{84FE7DC6-9EC5-D7F9-7D4B-980ADCF7E27D}"/>
              </a:ext>
            </a:extLst>
          </p:cNvPr>
          <p:cNvSpPr/>
          <p:nvPr/>
        </p:nvSpPr>
        <p:spPr>
          <a:xfrm>
            <a:off x="4213555" y="3328873"/>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Legal review → consultant SRM</a:t>
            </a:r>
          </a:p>
        </p:txBody>
      </p:sp>
      <p:sp>
        <p:nvSpPr>
          <p:cNvPr id="6" name="Arrow: Pentagon 5">
            <a:extLst>
              <a:ext uri="{FF2B5EF4-FFF2-40B4-BE49-F238E27FC236}">
                <a16:creationId xmlns:a16="http://schemas.microsoft.com/office/drawing/2014/main" id="{CCBD0C76-5B0C-6C07-287B-0A7101240718}"/>
              </a:ext>
            </a:extLst>
          </p:cNvPr>
          <p:cNvSpPr/>
          <p:nvPr/>
        </p:nvSpPr>
        <p:spPr>
          <a:xfrm>
            <a:off x="5324551" y="3810761"/>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Aggregators and distribution</a:t>
            </a:r>
          </a:p>
        </p:txBody>
      </p:sp>
      <p:sp>
        <p:nvSpPr>
          <p:cNvPr id="7" name="Arrow: Pentagon 6">
            <a:extLst>
              <a:ext uri="{FF2B5EF4-FFF2-40B4-BE49-F238E27FC236}">
                <a16:creationId xmlns:a16="http://schemas.microsoft.com/office/drawing/2014/main" id="{F0B880E5-3D4E-8F6F-7A92-A82AE5EF27F9}"/>
              </a:ext>
            </a:extLst>
          </p:cNvPr>
          <p:cNvSpPr/>
          <p:nvPr/>
        </p:nvSpPr>
        <p:spPr>
          <a:xfrm>
            <a:off x="3102559" y="4292650"/>
            <a:ext cx="5463540"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POPD–CRM, KOM tracking</a:t>
            </a:r>
          </a:p>
        </p:txBody>
      </p:sp>
      <p:sp>
        <p:nvSpPr>
          <p:cNvPr id="8" name="Arrow: Pentagon 7">
            <a:extLst>
              <a:ext uri="{FF2B5EF4-FFF2-40B4-BE49-F238E27FC236}">
                <a16:creationId xmlns:a16="http://schemas.microsoft.com/office/drawing/2014/main" id="{0267E437-5FA6-93CD-6D9A-5427183B9530}"/>
              </a:ext>
            </a:extLst>
          </p:cNvPr>
          <p:cNvSpPr/>
          <p:nvPr/>
        </p:nvSpPr>
        <p:spPr>
          <a:xfrm>
            <a:off x="3102559" y="4774539"/>
            <a:ext cx="6574536" cy="22352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a:ea typeface="+mn-ea"/>
                <a:cs typeface="+mn-cs"/>
              </a:rPr>
              <a:t>Extend to appliances, flooring</a:t>
            </a:r>
          </a:p>
        </p:txBody>
      </p:sp>
      <p:sp>
        <p:nvSpPr>
          <p:cNvPr id="9" name="Flowchart: Decision 8">
            <a:extLst>
              <a:ext uri="{FF2B5EF4-FFF2-40B4-BE49-F238E27FC236}">
                <a16:creationId xmlns:a16="http://schemas.microsoft.com/office/drawing/2014/main" id="{10903787-D48A-6F09-91B1-C937ABA2730E}"/>
              </a:ext>
            </a:extLst>
          </p:cNvPr>
          <p:cNvSpPr/>
          <p:nvPr/>
        </p:nvSpPr>
        <p:spPr>
          <a:xfrm>
            <a:off x="6408115" y="1778507"/>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Flowchart: Decision 9">
            <a:extLst>
              <a:ext uri="{FF2B5EF4-FFF2-40B4-BE49-F238E27FC236}">
                <a16:creationId xmlns:a16="http://schemas.microsoft.com/office/drawing/2014/main" id="{89898198-E26F-7E3C-9EE1-B94E439A43A6}"/>
              </a:ext>
            </a:extLst>
          </p:cNvPr>
          <p:cNvSpPr/>
          <p:nvPr/>
        </p:nvSpPr>
        <p:spPr>
          <a:xfrm>
            <a:off x="10852099" y="3328873"/>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Flowchart: Decision 10">
            <a:extLst>
              <a:ext uri="{FF2B5EF4-FFF2-40B4-BE49-F238E27FC236}">
                <a16:creationId xmlns:a16="http://schemas.microsoft.com/office/drawing/2014/main" id="{CCFA6253-2797-AAA4-107D-7A435D0921D1}"/>
              </a:ext>
            </a:extLst>
          </p:cNvPr>
          <p:cNvSpPr/>
          <p:nvPr/>
        </p:nvSpPr>
        <p:spPr>
          <a:xfrm>
            <a:off x="7519111" y="2365095"/>
            <a:ext cx="205483" cy="215757"/>
          </a:xfrm>
          <a:prstGeom prst="flowChartDecisi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3DFF9D1C-BAC3-7E3B-19B9-C6D1834A7F3B}"/>
              </a:ext>
            </a:extLst>
          </p:cNvPr>
          <p:cNvSpPr/>
          <p:nvPr/>
        </p:nvSpPr>
        <p:spPr>
          <a:xfrm>
            <a:off x="9750176" y="-157132"/>
            <a:ext cx="2547990" cy="3473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Sequencing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ECDD-61CF-5A31-7DF5-7821AE35BC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2F9DBEF-F304-A3FA-A6D6-8A1B3AC96E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4" progId="TCLayout.ActiveDocument.1">
                  <p:embed/>
                </p:oleObj>
              </mc:Choice>
              <mc:Fallback>
                <p:oleObj name="thinkcell Slide" r:id="rId43" imgW="395" imgH="394" progId="TCLayout.ActiveDocument.1">
                  <p:embed/>
                  <p:pic>
                    <p:nvPicPr>
                      <p:cNvPr id="6" name="think-cell data - do not delete" hidden="1">
                        <a:extLst>
                          <a:ext uri="{FF2B5EF4-FFF2-40B4-BE49-F238E27FC236}">
                            <a16:creationId xmlns:a16="http://schemas.microsoft.com/office/drawing/2014/main" id="{32F9DBEF-F304-A3FA-A6D6-8A1B3AC96E3B}"/>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177" name="Straight Connector 176">
            <a:extLst>
              <a:ext uri="{FF2B5EF4-FFF2-40B4-BE49-F238E27FC236}">
                <a16:creationId xmlns:a16="http://schemas.microsoft.com/office/drawing/2014/main" id="{3239CCFB-2568-30F8-0108-7AF34F7F9A6C}"/>
              </a:ext>
            </a:extLst>
          </p:cNvPr>
          <p:cNvCxnSpPr>
            <a:cxnSpLocks/>
          </p:cNvCxnSpPr>
          <p:nvPr/>
        </p:nvCxnSpPr>
        <p:spPr>
          <a:xfrm>
            <a:off x="126710" y="1471032"/>
            <a:ext cx="11476711" cy="0"/>
          </a:xfrm>
          <a:prstGeom prst="line">
            <a:avLst/>
          </a:prstGeom>
        </p:spPr>
        <p:style>
          <a:lnRef idx="1">
            <a:schemeClr val="dk1"/>
          </a:lnRef>
          <a:fillRef idx="0">
            <a:schemeClr val="dk1"/>
          </a:fillRef>
          <a:effectRef idx="0">
            <a:schemeClr val="dk1"/>
          </a:effectRef>
          <a:fontRef idx="minor">
            <a:schemeClr val="tx1"/>
          </a:fontRef>
        </p:style>
      </p:cxnSp>
      <p:sp>
        <p:nvSpPr>
          <p:cNvPr id="383" name="Rectangle 382">
            <a:extLst>
              <a:ext uri="{FF2B5EF4-FFF2-40B4-BE49-F238E27FC236}">
                <a16:creationId xmlns:a16="http://schemas.microsoft.com/office/drawing/2014/main" id="{6DEB1B47-01FF-3F75-9C5C-3E86D90C9177}"/>
              </a:ext>
            </a:extLst>
          </p:cNvPr>
          <p:cNvSpPr/>
          <p:nvPr/>
        </p:nvSpPr>
        <p:spPr>
          <a:xfrm>
            <a:off x="2542489" y="1742989"/>
            <a:ext cx="657203" cy="20945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36DC82DC-2F13-2DA0-6359-735E11C58C12}"/>
              </a:ext>
            </a:extLst>
          </p:cNvPr>
          <p:cNvSpPr>
            <a:spLocks noGrp="1"/>
          </p:cNvSpPr>
          <p:nvPr>
            <p:ph type="title"/>
          </p:nvPr>
        </p:nvSpPr>
        <p:spPr>
          <a:xfrm>
            <a:off x="189781" y="201794"/>
            <a:ext cx="11764875" cy="991282"/>
          </a:xfrm>
        </p:spPr>
        <p:txBody>
          <a:bodyPr vert="horz" rIns="0"/>
          <a:lstStyle/>
          <a:p>
            <a:r>
              <a:rPr lang="en-GB" sz="2800" b="1">
                <a:sym typeface="Trebuchet MS" panose="020B0603020202020204" pitchFamily="34" charset="0"/>
              </a:rPr>
              <a:t>2027 - 2030 Budgeting | </a:t>
            </a:r>
            <a:r>
              <a:rPr lang="en-GB" sz="2800">
                <a:sym typeface="Trebuchet MS" panose="020B0603020202020204" pitchFamily="34" charset="0"/>
              </a:rPr>
              <a:t>Greater China</a:t>
            </a:r>
            <a:endParaRPr lang="en-GB" sz="2800" b="1"/>
          </a:p>
        </p:txBody>
      </p:sp>
      <p:graphicFrame>
        <p:nvGraphicFramePr>
          <p:cNvPr id="278" name="Chart 277">
            <a:extLst>
              <a:ext uri="{FF2B5EF4-FFF2-40B4-BE49-F238E27FC236}">
                <a16:creationId xmlns:a16="http://schemas.microsoft.com/office/drawing/2014/main" id="{892A087B-CD29-61C2-C95B-76B91E7A050D}"/>
              </a:ext>
            </a:extLst>
          </p:cNvPr>
          <p:cNvGraphicFramePr/>
          <p:nvPr>
            <p:custDataLst>
              <p:tags r:id="rId16"/>
            </p:custDataLst>
          </p:nvPr>
        </p:nvGraphicFramePr>
        <p:xfrm>
          <a:off x="1654175" y="2192338"/>
          <a:ext cx="3921125" cy="1519237"/>
        </p:xfrm>
        <a:graphic>
          <a:graphicData uri="http://schemas.openxmlformats.org/drawingml/2006/chart">
            <c:chart xmlns:c="http://schemas.openxmlformats.org/drawingml/2006/chart" xmlns:r="http://schemas.openxmlformats.org/officeDocument/2006/relationships" r:id="rId45"/>
          </a:graphicData>
        </a:graphic>
      </p:graphicFrame>
      <p:sp>
        <p:nvSpPr>
          <p:cNvPr id="365" name="Text Placeholder 2">
            <a:extLst>
              <a:ext uri="{FF2B5EF4-FFF2-40B4-BE49-F238E27FC236}">
                <a16:creationId xmlns:a16="http://schemas.microsoft.com/office/drawing/2014/main" id="{49FAC6E5-9045-C6CF-CDD8-CF5B99CE4FAA}"/>
              </a:ext>
            </a:extLst>
          </p:cNvPr>
          <p:cNvSpPr>
            <a:spLocks/>
          </p:cNvSpPr>
          <p:nvPr>
            <p:custDataLst>
              <p:tags r:id="rId18"/>
            </p:custDataLst>
          </p:nvPr>
        </p:nvSpPr>
        <p:spPr bwMode="gray">
          <a:xfrm>
            <a:off x="2701925" y="3010725"/>
            <a:ext cx="320675" cy="150813"/>
          </a:xfrm>
          <a:prstGeom prst="rect">
            <a:avLst/>
          </a:prstGeom>
          <a:solidFill>
            <a:schemeClr val="accent5"/>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21A524C1-D688-4DA6-B78C-538DD1A0057C}" type="datetime'''''''''''''''''''''''''18''''''''''''''%'''">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7" name="Text Placeholder 2">
            <a:extLst>
              <a:ext uri="{FF2B5EF4-FFF2-40B4-BE49-F238E27FC236}">
                <a16:creationId xmlns:a16="http://schemas.microsoft.com/office/drawing/2014/main" id="{F7DE6F26-40D5-BDA7-631F-139CA923E104}"/>
              </a:ext>
            </a:extLst>
          </p:cNvPr>
          <p:cNvSpPr>
            <a:spLocks/>
          </p:cNvSpPr>
          <p:nvPr>
            <p:custDataLst>
              <p:tags r:id="rId19"/>
            </p:custDataLst>
          </p:nvPr>
        </p:nvSpPr>
        <p:spPr bwMode="gray">
          <a:xfrm>
            <a:off x="4956175" y="3261949"/>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7905E31E-16A7-4617-8D5A-4B3FA9EBFD09}" type="datetime'''''''''''''''''''''''''''''''3''''''''''''''''''''''''5''%'">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43%</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8" name="Text Placeholder 2">
            <a:extLst>
              <a:ext uri="{FF2B5EF4-FFF2-40B4-BE49-F238E27FC236}">
                <a16:creationId xmlns:a16="http://schemas.microsoft.com/office/drawing/2014/main" id="{426F8ACC-FED6-4C43-74C3-FAF612C6BE93}"/>
              </a:ext>
            </a:extLst>
          </p:cNvPr>
          <p:cNvSpPr>
            <a:spLocks/>
          </p:cNvSpPr>
          <p:nvPr>
            <p:custDataLst>
              <p:tags r:id="rId20"/>
            </p:custDataLst>
          </p:nvPr>
        </p:nvSpPr>
        <p:spPr bwMode="gray">
          <a:xfrm>
            <a:off x="4956175" y="2910972"/>
            <a:ext cx="320675"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014AF296-3A08-4D60-BCA8-487F4EADCF4D}" type="datetime'''''5''2''''''''''''''''''''''''''''''''''%'''">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41" name="Text Placeholder 2">
            <a:extLst>
              <a:ext uri="{FF2B5EF4-FFF2-40B4-BE49-F238E27FC236}">
                <a16:creationId xmlns:a16="http://schemas.microsoft.com/office/drawing/2014/main" id="{EA7B61B1-F0B9-ED0B-D8BA-2C80349724B1}"/>
              </a:ext>
            </a:extLst>
          </p:cNvPr>
          <p:cNvSpPr>
            <a:spLocks/>
          </p:cNvSpPr>
          <p:nvPr>
            <p:custDataLst>
              <p:tags r:id="rId21"/>
            </p:custDataLst>
          </p:nvPr>
        </p:nvSpPr>
        <p:spPr bwMode="gray">
          <a:xfrm>
            <a:off x="4956175" y="2526702"/>
            <a:ext cx="320675"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5BC7C2C-7698-406C-82EB-724E5ED8CAA8}" type="datetime'''''''''''1''''3''''''''''''''''''''''%'">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48%</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5" name="Text Placeholder 2">
            <a:extLst>
              <a:ext uri="{FF2B5EF4-FFF2-40B4-BE49-F238E27FC236}">
                <a16:creationId xmlns:a16="http://schemas.microsoft.com/office/drawing/2014/main" id="{68B8ADEB-5583-C8DC-6BE9-F497F0CA66C5}"/>
              </a:ext>
            </a:extLst>
          </p:cNvPr>
          <p:cNvSpPr>
            <a:spLocks/>
          </p:cNvSpPr>
          <p:nvPr>
            <p:custDataLst>
              <p:tags r:id="rId22"/>
            </p:custDataLst>
          </p:nvPr>
        </p:nvSpPr>
        <p:spPr bwMode="gray">
          <a:xfrm>
            <a:off x="4205287" y="3274656"/>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A1C46BED-95AC-4FEB-A187-B16CF4E6B861}" type="datetime'''''''''''''''''''''''''''''4''''''''''''4''''''''''''%'''">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57%</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67" name="Text Placeholder 2">
            <a:extLst>
              <a:ext uri="{FF2B5EF4-FFF2-40B4-BE49-F238E27FC236}">
                <a16:creationId xmlns:a16="http://schemas.microsoft.com/office/drawing/2014/main" id="{56AB1C48-CACD-CAF6-849A-C64524CD946B}"/>
              </a:ext>
            </a:extLst>
          </p:cNvPr>
          <p:cNvSpPr>
            <a:spLocks/>
          </p:cNvSpPr>
          <p:nvPr>
            <p:custDataLst>
              <p:tags r:id="rId23"/>
            </p:custDataLst>
          </p:nvPr>
        </p:nvSpPr>
        <p:spPr bwMode="gray">
          <a:xfrm>
            <a:off x="4205287" y="2955956"/>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EE94C3E-08EB-4A25-89B9-93DE9435A694}" type="datetime'''''''''''''''''''''''''''4''6''''''''''''''''%'">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1" name="Text Placeholder 2">
            <a:extLst>
              <a:ext uri="{FF2B5EF4-FFF2-40B4-BE49-F238E27FC236}">
                <a16:creationId xmlns:a16="http://schemas.microsoft.com/office/drawing/2014/main" id="{74FC4418-B49A-CFF1-5486-4C865DD57396}"/>
              </a:ext>
            </a:extLst>
          </p:cNvPr>
          <p:cNvSpPr>
            <a:spLocks/>
          </p:cNvSpPr>
          <p:nvPr>
            <p:custDataLst>
              <p:tags r:id="rId24"/>
            </p:custDataLst>
          </p:nvPr>
        </p:nvSpPr>
        <p:spPr bwMode="gray">
          <a:xfrm>
            <a:off x="4205287" y="2748786"/>
            <a:ext cx="320675"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1D57E550-FD50-4F32-92A5-80BEA2C1FB18}" type="datetime'''''''''''''''''''''''''''''''''''''''''''''''1''''''0''''''%'">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35%</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2" name="Text Placeholder 2">
            <a:extLst>
              <a:ext uri="{FF2B5EF4-FFF2-40B4-BE49-F238E27FC236}">
                <a16:creationId xmlns:a16="http://schemas.microsoft.com/office/drawing/2014/main" id="{D33BA812-2961-DBDF-E193-C36677E23D99}"/>
              </a:ext>
            </a:extLst>
          </p:cNvPr>
          <p:cNvSpPr>
            <a:spLocks/>
          </p:cNvSpPr>
          <p:nvPr>
            <p:custDataLst>
              <p:tags r:id="rId25"/>
            </p:custDataLst>
          </p:nvPr>
        </p:nvSpPr>
        <p:spPr bwMode="gray">
          <a:xfrm>
            <a:off x="3454400" y="3274656"/>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EDEB9CB7-95AE-483B-BE6D-10E4DDCEF556}" type="datetime'''''''''''''''''''''''''5''''''''''''''''''9''''%'">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75%</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 Placeholder 2">
            <a:extLst>
              <a:ext uri="{FF2B5EF4-FFF2-40B4-BE49-F238E27FC236}">
                <a16:creationId xmlns:a16="http://schemas.microsoft.com/office/drawing/2014/main" id="{155E1D01-3F06-9DD9-D362-2051836BF52F}"/>
              </a:ext>
            </a:extLst>
          </p:cNvPr>
          <p:cNvSpPr>
            <a:spLocks/>
          </p:cNvSpPr>
          <p:nvPr>
            <p:custDataLst>
              <p:tags r:id="rId26"/>
            </p:custDataLst>
          </p:nvPr>
        </p:nvSpPr>
        <p:spPr bwMode="gray">
          <a:xfrm>
            <a:off x="1993899" y="294346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224FC2FE-6300-4AC8-AED0-A4AEAE429362}" type="datetime'''0.''''''''''''''''''''''''''2'''''''">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95</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59" name="Text Placeholder 2">
            <a:extLst>
              <a:ext uri="{FF2B5EF4-FFF2-40B4-BE49-F238E27FC236}">
                <a16:creationId xmlns:a16="http://schemas.microsoft.com/office/drawing/2014/main" id="{1E20326E-930C-BFDF-EA26-B34C19B3A17C}"/>
              </a:ext>
            </a:extLst>
          </p:cNvPr>
          <p:cNvSpPr>
            <a:spLocks/>
          </p:cNvSpPr>
          <p:nvPr>
            <p:custDataLst>
              <p:tags r:id="rId27"/>
            </p:custDataLst>
          </p:nvPr>
        </p:nvSpPr>
        <p:spPr bwMode="gray">
          <a:xfrm>
            <a:off x="2744788" y="2856471"/>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B80BE87C-33E5-4454-85EF-B5ABE3DB13A3}" type="datetime'''''''''''''''''''''0''''''''''''''''.''''''''3'''''''''''''''">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112</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62" name="Text Placeholder 2">
            <a:extLst>
              <a:ext uri="{FF2B5EF4-FFF2-40B4-BE49-F238E27FC236}">
                <a16:creationId xmlns:a16="http://schemas.microsoft.com/office/drawing/2014/main" id="{418FA038-AD43-CF0D-D98C-AB80055FEC9D}"/>
              </a:ext>
            </a:extLst>
          </p:cNvPr>
          <p:cNvSpPr>
            <a:spLocks/>
          </p:cNvSpPr>
          <p:nvPr>
            <p:custDataLst>
              <p:tags r:id="rId28"/>
            </p:custDataLst>
          </p:nvPr>
        </p:nvSpPr>
        <p:spPr bwMode="gray">
          <a:xfrm>
            <a:off x="3497263" y="2706467"/>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FE0CA7AC-29DE-4A73-B9F5-F90891E67E28}" type="datetime'''''''''''0''''''''''''''''''.''''''''''''''4'''">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140</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29" name="Text Placeholder 2">
            <a:extLst>
              <a:ext uri="{FF2B5EF4-FFF2-40B4-BE49-F238E27FC236}">
                <a16:creationId xmlns:a16="http://schemas.microsoft.com/office/drawing/2014/main" id="{71A8DCD9-C98E-2E2F-EAE0-B5B35E5C2A75}"/>
              </a:ext>
            </a:extLst>
          </p:cNvPr>
          <p:cNvSpPr>
            <a:spLocks/>
          </p:cNvSpPr>
          <p:nvPr>
            <p:custDataLst>
              <p:tags r:id="rId29"/>
            </p:custDataLst>
          </p:nvPr>
        </p:nvSpPr>
        <p:spPr bwMode="gray">
          <a:xfrm>
            <a:off x="4248150" y="2478293"/>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50948907-3717-46DD-9075-3C0AF7AC6B9A}" type="datetime'''''''''''0''''''''''''''''''''''.''''''''''''''6'''''">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182</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135" name="Text Placeholder 2">
            <a:extLst>
              <a:ext uri="{FF2B5EF4-FFF2-40B4-BE49-F238E27FC236}">
                <a16:creationId xmlns:a16="http://schemas.microsoft.com/office/drawing/2014/main" id="{6110088C-AD89-08F9-FC37-05FA0BD29DDF}"/>
              </a:ext>
            </a:extLst>
          </p:cNvPr>
          <p:cNvSpPr>
            <a:spLocks/>
          </p:cNvSpPr>
          <p:nvPr>
            <p:custDataLst>
              <p:tags r:id="rId30"/>
            </p:custDataLst>
          </p:nvPr>
        </p:nvSpPr>
        <p:spPr bwMode="gray">
          <a:xfrm>
            <a:off x="4999038" y="2098679"/>
            <a:ext cx="234950" cy="15081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0638" tIns="0" rIns="20638" bIns="0" rtlCol="0" anchor="b">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fld id="{EF587A58-2BF9-4713-B6AA-69720440BC80}" type="datetime'''''''''''0''''''''''.''''''''7'''''''''''''''">
              <a:rPr kumimoji="0" lang="en-GB" altLang="en-US" sz="1100" b="0" i="0" u="none" strike="noStrike" kern="1200" cap="none" spc="0" normalizeH="0" baseline="0" noProof="0" smtClean="0">
                <a:ln>
                  <a:noFill/>
                </a:ln>
                <a:solidFill>
                  <a:srgbClr val="262626"/>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262626"/>
                </a:buClr>
                <a:buSzTx/>
                <a:buFont typeface="Arial" panose="020B0604020202020204" pitchFamily="34" charset="0"/>
                <a:buNone/>
                <a:tabLst/>
                <a:defRPr/>
              </a:pPr>
              <a:t>254</a:t>
            </a:fld>
            <a:endParaRPr kumimoji="0" lang="en-GB" sz="11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6" name="Text Placeholder 2">
            <a:extLst>
              <a:ext uri="{FF2B5EF4-FFF2-40B4-BE49-F238E27FC236}">
                <a16:creationId xmlns:a16="http://schemas.microsoft.com/office/drawing/2014/main" id="{A5B2BF6A-DC26-C364-4E4B-6300E337667E}"/>
              </a:ext>
            </a:extLst>
          </p:cNvPr>
          <p:cNvSpPr>
            <a:spLocks/>
          </p:cNvSpPr>
          <p:nvPr>
            <p:custDataLst>
              <p:tags r:id="rId31"/>
            </p:custDataLst>
          </p:nvPr>
        </p:nvSpPr>
        <p:spPr bwMode="gray">
          <a:xfrm>
            <a:off x="3454400" y="2975525"/>
            <a:ext cx="320675" cy="150813"/>
          </a:xfrm>
          <a:prstGeom prst="rect">
            <a:avLst/>
          </a:prstGeom>
          <a:noFill/>
          <a:ln>
            <a:noFill/>
          </a:ln>
          <a:effectLst/>
          <a:extLst>
            <a:ext uri="{909E8E84-426E-40DD-AFC4-6F175D3DCCD1}">
              <a14:hiddenFill xmlns:a14="http://schemas.microsoft.com/office/drawing/2010/main">
                <a:solidFill>
                  <a:schemeClr val="accent5"/>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363DA714-9893-453C-A2B9-27DCB464D3EB}" type="datetime'''''''''''''''''''''3''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8" name="Text Placeholder 2">
            <a:extLst>
              <a:ext uri="{FF2B5EF4-FFF2-40B4-BE49-F238E27FC236}">
                <a16:creationId xmlns:a16="http://schemas.microsoft.com/office/drawing/2014/main" id="{2A3E1991-48C2-CEFB-E0B3-9295963001C8}"/>
              </a:ext>
            </a:extLst>
          </p:cNvPr>
          <p:cNvSpPr>
            <a:spLocks/>
          </p:cNvSpPr>
          <p:nvPr>
            <p:custDataLst>
              <p:tags r:id="rId32"/>
            </p:custDataLst>
          </p:nvPr>
        </p:nvSpPr>
        <p:spPr bwMode="gray">
          <a:xfrm>
            <a:off x="3493294" y="2882442"/>
            <a:ext cx="242888" cy="150813"/>
          </a:xfrm>
          <a:prstGeom prst="rect">
            <a:avLst/>
          </a:prstGeom>
          <a:solidFill>
            <a:schemeClr val="accent1"/>
          </a:solidFill>
          <a:ln>
            <a:noFill/>
          </a:ln>
          <a:effec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F90868A1-1709-48D8-992A-4E9EBD792DF7}" type="datetime'''''''''''5''''''''''%'''''''">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20%</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0" name="Text Placeholder 2">
            <a:extLst>
              <a:ext uri="{FF2B5EF4-FFF2-40B4-BE49-F238E27FC236}">
                <a16:creationId xmlns:a16="http://schemas.microsoft.com/office/drawing/2014/main" id="{42550779-C8C0-C25D-CB15-0C6DE30EF7D1}"/>
              </a:ext>
            </a:extLst>
          </p:cNvPr>
          <p:cNvSpPr>
            <a:spLocks/>
          </p:cNvSpPr>
          <p:nvPr>
            <p:custDataLst>
              <p:tags r:id="rId33"/>
            </p:custDataLst>
          </p:nvPr>
        </p:nvSpPr>
        <p:spPr bwMode="gray">
          <a:xfrm>
            <a:off x="2701925" y="3287363"/>
            <a:ext cx="320675" cy="150813"/>
          </a:xfrm>
          <a:prstGeom prst="rect">
            <a:avLst/>
          </a:prstGeom>
          <a:noFill/>
          <a:ln>
            <a:noFill/>
          </a:ln>
          <a:effectLst/>
          <a:extLst>
            <a:ext uri="{909E8E84-426E-40DD-AFC4-6F175D3DCCD1}">
              <a14:hiddenFill xmlns:a14="http://schemas.microsoft.com/office/drawing/2010/main">
                <a:solidFill>
                  <a:schemeClr val="accent4"/>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CEECF29F-A778-4071-B323-5D119BB7583C}" type="datetime'''''''''''8''''''2''''''''''%'''''''''''''''''''''''''''''''''">
              <a:rPr kumimoji="0" lang="en-GB" altLang="en-US" sz="11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ctr"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90%</a:t>
            </a:fld>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 Placeholder 2">
            <a:extLst>
              <a:ext uri="{FF2B5EF4-FFF2-40B4-BE49-F238E27FC236}">
                <a16:creationId xmlns:a16="http://schemas.microsoft.com/office/drawing/2014/main" id="{F0A52F25-6641-0D91-33BA-334A030303BA}"/>
              </a:ext>
            </a:extLst>
          </p:cNvPr>
          <p:cNvSpPr>
            <a:spLocks/>
          </p:cNvSpPr>
          <p:nvPr>
            <p:custDataLst>
              <p:tags r:id="rId34"/>
            </p:custDataLst>
          </p:nvPr>
        </p:nvSpPr>
        <p:spPr bwMode="gray">
          <a:xfrm>
            <a:off x="2740819" y="2979936"/>
            <a:ext cx="242888" cy="150813"/>
          </a:xfrm>
          <a:prstGeom prst="rect">
            <a:avLst/>
          </a:prstGeom>
          <a:noFill/>
          <a:ln>
            <a:noFill/>
          </a:ln>
          <a:effectLst/>
          <a:extLst>
            <a:ext uri="{909E8E84-426E-40DD-AFC4-6F175D3DCCD1}">
              <a14:hiddenFill xmlns:a14="http://schemas.microsoft.com/office/drawing/2010/main">
                <a:solidFill>
                  <a:srgbClr val="4C6C9C"/>
                </a:solidFill>
              </a14:hiddenFill>
            </a:ext>
          </a:extLst>
        </p:spPr>
        <p:txBody>
          <a:bodyPr vert="horz" wrap="none" lIns="20638" tIns="0" rIns="20638" bIns="0" rtlCol="0" anchor="ctr">
            <a:noAutofit/>
          </a:bodyPr>
          <a:lstStyle>
            <a:lvl1pPr marL="2286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fld id="{882CCAC9-61D9-45F9-B3F7-F7E7ED40A2F3}" type="datetime'''''0''''''''''''''%'''''''''''">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90000"/>
                </a:lnSpc>
                <a:spcBef>
                  <a:spcPct val="0"/>
                </a:spcBef>
                <a:spcAft>
                  <a:spcPct val="0"/>
                </a:spcAft>
                <a:buClr>
                  <a:srgbClr val="000000"/>
                </a:buClr>
                <a:buSzTx/>
                <a:buFont typeface="Arial" panose="020B0604020202020204" pitchFamily="34" charset="0"/>
                <a:buNone/>
                <a:tabLst/>
                <a:defRPr/>
              </a:pPr>
              <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6" name="TextBox 185">
            <a:extLst>
              <a:ext uri="{FF2B5EF4-FFF2-40B4-BE49-F238E27FC236}">
                <a16:creationId xmlns:a16="http://schemas.microsoft.com/office/drawing/2014/main" id="{AF5009CA-CA02-6AD0-215D-A6C4E2D3226E}"/>
              </a:ext>
            </a:extLst>
          </p:cNvPr>
          <p:cNvSpPr txBox="1"/>
          <p:nvPr/>
        </p:nvSpPr>
        <p:spPr>
          <a:xfrm>
            <a:off x="126710" y="1175775"/>
            <a:ext cx="3855697"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262626"/>
                </a:solidFill>
                <a:effectLst/>
                <a:uLnTx/>
                <a:uFillTx/>
                <a:latin typeface="Arial" panose="020B0604020202020204"/>
                <a:ea typeface="+mn-ea"/>
                <a:cs typeface="+mn-cs"/>
              </a:rPr>
              <a:t>Indicative GC Spend on GP Programs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262626"/>
                </a:solidFill>
                <a:effectLst/>
                <a:uLnTx/>
                <a:uFillTx/>
                <a:latin typeface="Arial" panose="020B0604020202020204"/>
                <a:ea typeface="+mn-ea"/>
                <a:cs typeface="+mn-cs"/>
              </a:rPr>
              <a:t>$m, 2026A – 2030F</a:t>
            </a:r>
          </a:p>
        </p:txBody>
      </p:sp>
      <p:sp>
        <p:nvSpPr>
          <p:cNvPr id="9" name="TextBox 8">
            <a:extLst>
              <a:ext uri="{FF2B5EF4-FFF2-40B4-BE49-F238E27FC236}">
                <a16:creationId xmlns:a16="http://schemas.microsoft.com/office/drawing/2014/main" id="{093E559E-06F6-5E25-72F6-38AF3F0D559D}"/>
              </a:ext>
            </a:extLst>
          </p:cNvPr>
          <p:cNvSpPr txBox="1"/>
          <p:nvPr/>
        </p:nvSpPr>
        <p:spPr>
          <a:xfrm>
            <a:off x="191336" y="6471445"/>
            <a:ext cx="750936" cy="386556"/>
          </a:xfrm>
          <a:prstGeom prst="rect">
            <a:avLst/>
          </a:prstGeom>
        </p:spPr>
        <p:txBody>
          <a:bodyPr vert="horz" lIns="0" tIns="0" rIns="0" bIns="0" rtlCol="0" anchor="ctr"/>
          <a:lstStyle>
            <a:defPPr>
              <a:defRPr lang="en-US"/>
            </a:defPPr>
            <a:lvl1pPr>
              <a:defRPr sz="800" b="0" i="0">
                <a:solidFill>
                  <a:srgbClr val="E8542C"/>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FCF27A5-1A5B-48D3-A060-2758FFBB1ADD}" type="slidenum">
              <a:rPr kumimoji="0" lang="en-US" sz="800" b="0" i="0" u="none" strike="noStrike" kern="0" cap="none" spc="0" normalizeH="0" baseline="0" noProof="0" smtClean="0">
                <a:ln>
                  <a:noFill/>
                </a:ln>
                <a:solidFill>
                  <a:srgbClr val="E8542C"/>
                </a:solidFill>
                <a:effectLst/>
                <a:uLnTx/>
                <a:uFillTx/>
                <a:latin typeface="Arial" panose="020B0604020202020204"/>
                <a:ea typeface="+mn-ea"/>
                <a:cs typeface="+mn-cs"/>
                <a:sym typeface="Trebuchet MS" panose="020B0603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0" cap="none" spc="0" normalizeH="0" baseline="0" noProof="0">
              <a:ln>
                <a:noFill/>
              </a:ln>
              <a:solidFill>
                <a:srgbClr val="E8542C"/>
              </a:solidFill>
              <a:effectLst/>
              <a:uLnTx/>
              <a:uFillTx/>
              <a:latin typeface="Arial" panose="020B0604020202020204"/>
              <a:ea typeface="+mn-ea"/>
              <a:cs typeface="+mn-cs"/>
              <a:sym typeface="Trebuchet MS" panose="020B0603020202020204" pitchFamily="34" charset="0"/>
            </a:endParaRPr>
          </a:p>
        </p:txBody>
      </p:sp>
      <p:sp>
        <p:nvSpPr>
          <p:cNvPr id="149" name="Rectangle 148">
            <a:extLst>
              <a:ext uri="{FF2B5EF4-FFF2-40B4-BE49-F238E27FC236}">
                <a16:creationId xmlns:a16="http://schemas.microsoft.com/office/drawing/2014/main" id="{CE0265F8-860C-6175-8070-1E4CD624B25F}"/>
              </a:ext>
            </a:extLst>
          </p:cNvPr>
          <p:cNvSpPr/>
          <p:nvPr>
            <p:custDataLst>
              <p:tags r:id="rId35"/>
            </p:custDataLst>
          </p:nvPr>
        </p:nvSpPr>
        <p:spPr bwMode="auto">
          <a:xfrm>
            <a:off x="192088" y="2279650"/>
            <a:ext cx="196850" cy="147638"/>
          </a:xfrm>
          <a:prstGeom prst="rect">
            <a:avLst/>
          </a:prstGeom>
          <a:solidFill>
            <a:schemeClr val="accent1"/>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0" name="Rectangle 149">
            <a:extLst>
              <a:ext uri="{FF2B5EF4-FFF2-40B4-BE49-F238E27FC236}">
                <a16:creationId xmlns:a16="http://schemas.microsoft.com/office/drawing/2014/main" id="{054EA50A-0877-588B-0674-5A2EE030D517}"/>
              </a:ext>
            </a:extLst>
          </p:cNvPr>
          <p:cNvSpPr/>
          <p:nvPr>
            <p:custDataLst>
              <p:tags r:id="rId36"/>
            </p:custDataLst>
          </p:nvPr>
        </p:nvSpPr>
        <p:spPr bwMode="auto">
          <a:xfrm>
            <a:off x="192088" y="2498725"/>
            <a:ext cx="196850" cy="147638"/>
          </a:xfrm>
          <a:prstGeom prst="rect">
            <a:avLst/>
          </a:prstGeom>
          <a:solidFill>
            <a:schemeClr val="accent5"/>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3" name="Rectangle 212">
            <a:extLst>
              <a:ext uri="{FF2B5EF4-FFF2-40B4-BE49-F238E27FC236}">
                <a16:creationId xmlns:a16="http://schemas.microsoft.com/office/drawing/2014/main" id="{6010D818-A1C7-5EE1-0C44-1F08FD805770}"/>
              </a:ext>
            </a:extLst>
          </p:cNvPr>
          <p:cNvSpPr/>
          <p:nvPr>
            <p:custDataLst>
              <p:tags r:id="rId37"/>
            </p:custDataLst>
          </p:nvPr>
        </p:nvSpPr>
        <p:spPr bwMode="auto">
          <a:xfrm>
            <a:off x="192088" y="2717800"/>
            <a:ext cx="196850" cy="147638"/>
          </a:xfrm>
          <a:prstGeom prst="rect">
            <a:avLst/>
          </a:prstGeom>
          <a:solidFill>
            <a:schemeClr val="accent3"/>
          </a:solidFill>
          <a:ln w="9525" cmpd="sng" algn="ctr">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Text Placeholder 2">
            <a:extLst>
              <a:ext uri="{FF2B5EF4-FFF2-40B4-BE49-F238E27FC236}">
                <a16:creationId xmlns:a16="http://schemas.microsoft.com/office/drawing/2014/main" id="{2E61FD20-C3F6-478E-4CAF-2CD85FF189C5}"/>
              </a:ext>
            </a:extLst>
          </p:cNvPr>
          <p:cNvSpPr>
            <a:spLocks/>
          </p:cNvSpPr>
          <p:nvPr>
            <p:custDataLst>
              <p:tags r:id="rId38"/>
            </p:custDataLst>
          </p:nvPr>
        </p:nvSpPr>
        <p:spPr bwMode="auto">
          <a:xfrm>
            <a:off x="439738" y="2274888"/>
            <a:ext cx="887413"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12AB11F9-A2EE-4661-86BC-91BE5996C921}" type="datetime'''''''H''igh''-S''''''cen''''''''''''a''r''i''''o'''''''''''">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High-Scenario</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6" name="Text Placeholder 2">
            <a:extLst>
              <a:ext uri="{FF2B5EF4-FFF2-40B4-BE49-F238E27FC236}">
                <a16:creationId xmlns:a16="http://schemas.microsoft.com/office/drawing/2014/main" id="{4CCE16C9-6265-8B9E-5887-C980973830D4}"/>
              </a:ext>
            </a:extLst>
          </p:cNvPr>
          <p:cNvSpPr>
            <a:spLocks/>
          </p:cNvSpPr>
          <p:nvPr>
            <p:custDataLst>
              <p:tags r:id="rId39"/>
            </p:custDataLst>
          </p:nvPr>
        </p:nvSpPr>
        <p:spPr bwMode="auto">
          <a:xfrm>
            <a:off x="439738" y="2493963"/>
            <a:ext cx="7620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450EA0-BE28-4ABF-8CC1-426D0E299484}" type="datetime'''''''N''ew B''''''''''''''u''d''''''''''g''e''''t'''''">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New Budget</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8" name="Text Placeholder 2">
            <a:extLst>
              <a:ext uri="{FF2B5EF4-FFF2-40B4-BE49-F238E27FC236}">
                <a16:creationId xmlns:a16="http://schemas.microsoft.com/office/drawing/2014/main" id="{CF4E97AB-ADBF-F226-9242-D668F195BA54}"/>
              </a:ext>
            </a:extLst>
          </p:cNvPr>
          <p:cNvSpPr>
            <a:spLocks/>
          </p:cNvSpPr>
          <p:nvPr>
            <p:custDataLst>
              <p:tags r:id="rId40"/>
            </p:custDataLst>
          </p:nvPr>
        </p:nvSpPr>
        <p:spPr bwMode="auto">
          <a:xfrm>
            <a:off x="439738" y="2713038"/>
            <a:ext cx="10382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2000" b="0" i="0" kern="1200">
                <a:solidFill>
                  <a:schemeClr val="tx1"/>
                </a:solidFill>
                <a:latin typeface="+mn-lt"/>
                <a:ea typeface="+mn-ea"/>
                <a:cs typeface="+mn-cs"/>
              </a:defRPr>
            </a:lvl1pPr>
            <a:lvl2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b="0" i="0" kern="1200">
                <a:solidFill>
                  <a:schemeClr val="tx1"/>
                </a:solidFill>
                <a:latin typeface="+mn-lt"/>
                <a:ea typeface="+mn-ea"/>
                <a:cs typeface="+mn-cs"/>
              </a:defRPr>
            </a:lvl2pPr>
            <a:lvl3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b="0" i="0" kern="1200">
                <a:solidFill>
                  <a:schemeClr val="tx1"/>
                </a:solidFill>
                <a:latin typeface="+mn-lt"/>
                <a:ea typeface="+mn-ea"/>
                <a:cs typeface="+mn-cs"/>
              </a:defRPr>
            </a:lvl3pPr>
            <a:lvl4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4pPr>
            <a:lvl5pPr marL="180000" indent="-180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fld id="{8A822CD9-00A8-4750-96C9-1B0EBB6D4A29}" type="datetime'3''%'''' ''Ste''''''a''''''''''''''''dy'''''' S''''''tat''e'">
              <a:rPr kumimoji="0" lang="en-GB" altLang="en-US" sz="11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ct val="0"/>
                </a:spcBef>
                <a:spcAft>
                  <a:spcPct val="0"/>
                </a:spcAft>
                <a:buClr>
                  <a:srgbClr val="1F4456"/>
                </a:buClr>
                <a:buSzTx/>
                <a:buFont typeface="Arial" panose="020B0604020202020204" pitchFamily="34" charset="0"/>
                <a:buNone/>
                <a:tabLst/>
                <a:defRPr/>
              </a:pPr>
              <a:t>3% Steady State</a:t>
            </a:fld>
            <a:endParaRPr kumimoji="0" lang="en-GB" sz="11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267" name="Table 266">
            <a:extLst>
              <a:ext uri="{FF2B5EF4-FFF2-40B4-BE49-F238E27FC236}">
                <a16:creationId xmlns:a16="http://schemas.microsoft.com/office/drawing/2014/main" id="{43D1AA02-9676-CFA3-202E-C51E4B7E11B4}"/>
              </a:ext>
            </a:extLst>
          </p:cNvPr>
          <p:cNvGraphicFramePr>
            <a:graphicFrameLocks noGrp="1"/>
          </p:cNvGraphicFramePr>
          <p:nvPr/>
        </p:nvGraphicFramePr>
        <p:xfrm>
          <a:off x="171450" y="3846513"/>
          <a:ext cx="5230416" cy="777240"/>
        </p:xfrm>
        <a:graphic>
          <a:graphicData uri="http://schemas.openxmlformats.org/drawingml/2006/table">
            <a:tbl>
              <a:tblPr firstRow="1" bandRow="1">
                <a:tableStyleId>{5C22544A-7EE6-4342-B048-85BDC9FD1C3A}</a:tableStyleId>
              </a:tblPr>
              <a:tblGrid>
                <a:gridCol w="1553983">
                  <a:extLst>
                    <a:ext uri="{9D8B030D-6E8A-4147-A177-3AD203B41FA5}">
                      <a16:colId xmlns:a16="http://schemas.microsoft.com/office/drawing/2014/main" val="262143033"/>
                    </a:ext>
                  </a:extLst>
                </a:gridCol>
                <a:gridCol w="723944">
                  <a:extLst>
                    <a:ext uri="{9D8B030D-6E8A-4147-A177-3AD203B41FA5}">
                      <a16:colId xmlns:a16="http://schemas.microsoft.com/office/drawing/2014/main" val="1721870662"/>
                    </a:ext>
                  </a:extLst>
                </a:gridCol>
                <a:gridCol w="800550">
                  <a:extLst>
                    <a:ext uri="{9D8B030D-6E8A-4147-A177-3AD203B41FA5}">
                      <a16:colId xmlns:a16="http://schemas.microsoft.com/office/drawing/2014/main" val="1601874909"/>
                    </a:ext>
                  </a:extLst>
                </a:gridCol>
                <a:gridCol w="717313">
                  <a:extLst>
                    <a:ext uri="{9D8B030D-6E8A-4147-A177-3AD203B41FA5}">
                      <a16:colId xmlns:a16="http://schemas.microsoft.com/office/drawing/2014/main" val="1029108326"/>
                    </a:ext>
                  </a:extLst>
                </a:gridCol>
                <a:gridCol w="717313">
                  <a:extLst>
                    <a:ext uri="{9D8B030D-6E8A-4147-A177-3AD203B41FA5}">
                      <a16:colId xmlns:a16="http://schemas.microsoft.com/office/drawing/2014/main" val="346975862"/>
                    </a:ext>
                  </a:extLst>
                </a:gridCol>
                <a:gridCol w="717313">
                  <a:extLst>
                    <a:ext uri="{9D8B030D-6E8A-4147-A177-3AD203B41FA5}">
                      <a16:colId xmlns:a16="http://schemas.microsoft.com/office/drawing/2014/main" val="2538839697"/>
                    </a:ext>
                  </a:extLst>
                </a:gridCol>
              </a:tblGrid>
              <a:tr h="212328">
                <a:tc>
                  <a:txBody>
                    <a:bodyPr/>
                    <a:lstStyle/>
                    <a:p>
                      <a:r>
                        <a:rPr lang="en-GB" sz="1100" b="0" i="1">
                          <a:solidFill>
                            <a:schemeClr val="tx1"/>
                          </a:solidFill>
                        </a:rPr>
                        <a:t>Est. % CRF collected</a:t>
                      </a:r>
                    </a:p>
                  </a:txBody>
                  <a:tcPr>
                    <a:solidFill>
                      <a:schemeClr val="bg1">
                        <a:lumMod val="95000"/>
                      </a:schemeClr>
                    </a:solidFill>
                  </a:tcPr>
                </a:tc>
                <a:tc gridSpan="5">
                  <a:txBody>
                    <a:bodyPr/>
                    <a:lstStyle/>
                    <a:p>
                      <a:pPr algn="ctr"/>
                      <a:r>
                        <a:rPr lang="en-GB" sz="1100" i="1">
                          <a:solidFill>
                            <a:schemeClr val="tx1"/>
                          </a:solidFill>
                        </a:rPr>
                        <a:t>2.1–2.5%</a:t>
                      </a: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tc hMerge="1">
                  <a:txBody>
                    <a:bodyPr/>
                    <a:lstStyle/>
                    <a:p>
                      <a:endParaRPr lang="en-GB" sz="1100" i="1">
                        <a:solidFill>
                          <a:schemeClr val="tx1"/>
                        </a:solidFill>
                      </a:endParaRPr>
                    </a:p>
                  </a:txBody>
                  <a:tcPr>
                    <a:solidFill>
                      <a:schemeClr val="bg1">
                        <a:lumMod val="95000"/>
                      </a:schemeClr>
                    </a:solidFill>
                  </a:tcPr>
                </a:tc>
                <a:extLst>
                  <a:ext uri="{0D108BD9-81ED-4DB2-BD59-A6C34878D82A}">
                    <a16:rowId xmlns:a16="http://schemas.microsoft.com/office/drawing/2014/main" val="895979644"/>
                  </a:ext>
                </a:extLst>
              </a:tr>
              <a:tr h="212328">
                <a:tc>
                  <a:txBody>
                    <a:bodyPr/>
                    <a:lstStyle/>
                    <a:p>
                      <a:r>
                        <a:rPr lang="en-GB" sz="110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2.0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2.4</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3.1</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4.2</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6.0</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2.0</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2.2</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2.4</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2.6</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2.9</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cxnSp>
        <p:nvCxnSpPr>
          <p:cNvPr id="269" name="Straight Arrow Connector 268">
            <a:extLst>
              <a:ext uri="{FF2B5EF4-FFF2-40B4-BE49-F238E27FC236}">
                <a16:creationId xmlns:a16="http://schemas.microsoft.com/office/drawing/2014/main" id="{99FE2567-BD4E-C331-BE99-C51603C0CAAA}"/>
              </a:ext>
            </a:extLst>
          </p:cNvPr>
          <p:cNvCxnSpPr>
            <a:cxnSpLocks/>
          </p:cNvCxnSpPr>
          <p:nvPr/>
        </p:nvCxnSpPr>
        <p:spPr>
          <a:xfrm flipH="1">
            <a:off x="1965060" y="3970338"/>
            <a:ext cx="1327679" cy="0"/>
          </a:xfrm>
          <a:prstGeom prst="straightConnector1">
            <a:avLst/>
          </a:prstGeom>
          <a:ln w="9525">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A39D4D8D-1DEE-4103-9CF0-EB6C76A2FD32}"/>
              </a:ext>
            </a:extLst>
          </p:cNvPr>
          <p:cNvCxnSpPr>
            <a:cxnSpLocks/>
          </p:cNvCxnSpPr>
          <p:nvPr/>
        </p:nvCxnSpPr>
        <p:spPr>
          <a:xfrm flipH="1">
            <a:off x="3982407" y="3968750"/>
            <a:ext cx="1294392" cy="0"/>
          </a:xfrm>
          <a:prstGeom prst="straightConnector1">
            <a:avLst/>
          </a:prstGeom>
          <a:ln w="9525">
            <a:solidFill>
              <a:schemeClr val="bg1">
                <a:lumMod val="50000"/>
              </a:schemeClr>
            </a:solidFill>
            <a:headEnd type="triangle"/>
            <a:tailEnd type="none"/>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B0EFCCD8-8821-C4DB-E5B9-BD26E6A9B2AE}"/>
              </a:ext>
            </a:extLst>
          </p:cNvPr>
          <p:cNvSpPr/>
          <p:nvPr/>
        </p:nvSpPr>
        <p:spPr>
          <a:xfrm>
            <a:off x="189781" y="3605213"/>
            <a:ext cx="1089128" cy="1920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CRF Collected</a:t>
            </a:r>
          </a:p>
        </p:txBody>
      </p:sp>
      <p:graphicFrame>
        <p:nvGraphicFramePr>
          <p:cNvPr id="209" name="Table 208">
            <a:extLst>
              <a:ext uri="{FF2B5EF4-FFF2-40B4-BE49-F238E27FC236}">
                <a16:creationId xmlns:a16="http://schemas.microsoft.com/office/drawing/2014/main" id="{B4613E75-6D8D-8C31-ED70-06CD63C94F32}"/>
              </a:ext>
            </a:extLst>
          </p:cNvPr>
          <p:cNvGraphicFramePr>
            <a:graphicFrameLocks noGrp="1"/>
          </p:cNvGraphicFramePr>
          <p:nvPr/>
        </p:nvGraphicFramePr>
        <p:xfrm>
          <a:off x="171450" y="4975226"/>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1" name="Rectangle 210">
            <a:extLst>
              <a:ext uri="{FF2B5EF4-FFF2-40B4-BE49-F238E27FC236}">
                <a16:creationId xmlns:a16="http://schemas.microsoft.com/office/drawing/2014/main" id="{18160551-DC02-87A1-F55B-25B1C7F49824}"/>
              </a:ext>
            </a:extLst>
          </p:cNvPr>
          <p:cNvSpPr/>
          <p:nvPr/>
        </p:nvSpPr>
        <p:spPr>
          <a:xfrm>
            <a:off x="189781" y="4784621"/>
            <a:ext cx="1089128" cy="19208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Cost Base</a:t>
            </a:r>
          </a:p>
        </p:txBody>
      </p:sp>
      <p:graphicFrame>
        <p:nvGraphicFramePr>
          <p:cNvPr id="212" name="Table 211">
            <a:extLst>
              <a:ext uri="{FF2B5EF4-FFF2-40B4-BE49-F238E27FC236}">
                <a16:creationId xmlns:a16="http://schemas.microsoft.com/office/drawing/2014/main" id="{5932E841-061B-30FC-2326-7BE5AB3CC190}"/>
              </a:ext>
            </a:extLst>
          </p:cNvPr>
          <p:cNvGraphicFramePr>
            <a:graphicFrameLocks noGrp="1"/>
          </p:cNvGraphicFramePr>
          <p:nvPr/>
        </p:nvGraphicFramePr>
        <p:xfrm>
          <a:off x="171450" y="5961803"/>
          <a:ext cx="5230415" cy="518160"/>
        </p:xfrm>
        <a:graphic>
          <a:graphicData uri="http://schemas.openxmlformats.org/drawingml/2006/table">
            <a:tbl>
              <a:tblPr firstRow="1" bandRow="1">
                <a:tableStyleId>{5C22544A-7EE6-4342-B048-85BDC9FD1C3A}</a:tableStyleId>
              </a:tblPr>
              <a:tblGrid>
                <a:gridCol w="1581150">
                  <a:extLst>
                    <a:ext uri="{9D8B030D-6E8A-4147-A177-3AD203B41FA5}">
                      <a16:colId xmlns:a16="http://schemas.microsoft.com/office/drawing/2014/main" val="262143033"/>
                    </a:ext>
                  </a:extLst>
                </a:gridCol>
                <a:gridCol w="729853">
                  <a:extLst>
                    <a:ext uri="{9D8B030D-6E8A-4147-A177-3AD203B41FA5}">
                      <a16:colId xmlns:a16="http://schemas.microsoft.com/office/drawing/2014/main" val="1721870662"/>
                    </a:ext>
                  </a:extLst>
                </a:gridCol>
                <a:gridCol w="729853">
                  <a:extLst>
                    <a:ext uri="{9D8B030D-6E8A-4147-A177-3AD203B41FA5}">
                      <a16:colId xmlns:a16="http://schemas.microsoft.com/office/drawing/2014/main" val="1601874909"/>
                    </a:ext>
                  </a:extLst>
                </a:gridCol>
                <a:gridCol w="729853">
                  <a:extLst>
                    <a:ext uri="{9D8B030D-6E8A-4147-A177-3AD203B41FA5}">
                      <a16:colId xmlns:a16="http://schemas.microsoft.com/office/drawing/2014/main" val="1029108326"/>
                    </a:ext>
                  </a:extLst>
                </a:gridCol>
                <a:gridCol w="729853">
                  <a:extLst>
                    <a:ext uri="{9D8B030D-6E8A-4147-A177-3AD203B41FA5}">
                      <a16:colId xmlns:a16="http://schemas.microsoft.com/office/drawing/2014/main" val="346975862"/>
                    </a:ext>
                  </a:extLst>
                </a:gridCol>
                <a:gridCol w="729853">
                  <a:extLst>
                    <a:ext uri="{9D8B030D-6E8A-4147-A177-3AD203B41FA5}">
                      <a16:colId xmlns:a16="http://schemas.microsoft.com/office/drawing/2014/main" val="2538839697"/>
                    </a:ext>
                  </a:extLst>
                </a:gridCol>
              </a:tblGrid>
              <a:tr h="212328">
                <a:tc>
                  <a:txBody>
                    <a:bodyPr/>
                    <a:lstStyle/>
                    <a:p>
                      <a:r>
                        <a:rPr lang="en-GB" sz="1100" b="0">
                          <a:solidFill>
                            <a:schemeClr val="tx1"/>
                          </a:solidFill>
                        </a:rPr>
                        <a:t>High Scenario</a:t>
                      </a:r>
                    </a:p>
                  </a:txBody>
                  <a:tcPr>
                    <a:solidFill>
                      <a:schemeClr val="bg1">
                        <a:lumMod val="95000"/>
                      </a:schemeClr>
                    </a:solidFill>
                  </a:tcPr>
                </a:tc>
                <a:tc>
                  <a:txBody>
                    <a:bodyPr/>
                    <a:lstStyle/>
                    <a:p>
                      <a:pPr algn="ctr" rtl="0" fontAlgn="ctr">
                        <a:buNone/>
                      </a:pPr>
                      <a:r>
                        <a:rPr lang="en-GB" sz="1400" b="0" i="0" u="none" strike="noStrike">
                          <a:solidFill>
                            <a:srgbClr val="000000"/>
                          </a:solidFill>
                          <a:effectLst/>
                          <a:latin typeface="Arial" panose="020B06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830397639"/>
                  </a:ext>
                </a:extLst>
              </a:tr>
              <a:tr h="212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Budget Commitment</a:t>
                      </a:r>
                    </a:p>
                  </a:txBody>
                  <a:tcP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TBC</a:t>
                      </a:r>
                    </a:p>
                  </a:txBody>
                  <a:tcPr marL="0" marR="0" marT="0" marB="0" anchor="ctr">
                    <a:solidFill>
                      <a:srgbClr val="F2F2F2"/>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4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bl>
          </a:graphicData>
        </a:graphic>
      </p:graphicFrame>
      <p:sp>
        <p:nvSpPr>
          <p:cNvPr id="218" name="Rectangle 217">
            <a:extLst>
              <a:ext uri="{FF2B5EF4-FFF2-40B4-BE49-F238E27FC236}">
                <a16:creationId xmlns:a16="http://schemas.microsoft.com/office/drawing/2014/main" id="{67C52A24-2E1F-7BFE-F73A-D0A6905E42A7}"/>
              </a:ext>
            </a:extLst>
          </p:cNvPr>
          <p:cNvSpPr/>
          <p:nvPr/>
        </p:nvSpPr>
        <p:spPr>
          <a:xfrm>
            <a:off x="189781" y="5771198"/>
            <a:ext cx="1089128" cy="1920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Net Position</a:t>
            </a:r>
          </a:p>
        </p:txBody>
      </p:sp>
      <p:graphicFrame>
        <p:nvGraphicFramePr>
          <p:cNvPr id="229" name="Table 228">
            <a:extLst>
              <a:ext uri="{FF2B5EF4-FFF2-40B4-BE49-F238E27FC236}">
                <a16:creationId xmlns:a16="http://schemas.microsoft.com/office/drawing/2014/main" id="{7560741F-ACCF-678B-59C8-5EF5DC5AAD9F}"/>
              </a:ext>
            </a:extLst>
          </p:cNvPr>
          <p:cNvGraphicFramePr>
            <a:graphicFrameLocks noGrp="1"/>
          </p:cNvGraphicFramePr>
          <p:nvPr/>
        </p:nvGraphicFramePr>
        <p:xfrm>
          <a:off x="5818823" y="209391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179799">
                <a:tc>
                  <a:txBody>
                    <a:bodyPr/>
                    <a:lstStyle/>
                    <a:p>
                      <a:r>
                        <a:rPr lang="en-GB" sz="1100">
                          <a:solidFill>
                            <a:schemeClr val="bg1"/>
                          </a:solidFill>
                        </a:rPr>
                        <a:t>CRF $M</a:t>
                      </a:r>
                    </a:p>
                  </a:txBody>
                  <a:tcPr>
                    <a:solidFill>
                      <a:schemeClr val="accent4"/>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chemeClr val="accent4"/>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chemeClr val="accent4"/>
                    </a:solidFill>
                  </a:tcPr>
                </a:tc>
                <a:extLst>
                  <a:ext uri="{0D108BD9-81ED-4DB2-BD59-A6C34878D82A}">
                    <a16:rowId xmlns:a16="http://schemas.microsoft.com/office/drawing/2014/main" val="830397639"/>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Existing (3% share)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Standard products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Other accelerate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0.1</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0.3</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Step-change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0.2</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0.7</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1.6</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3.1</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2.2</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2.4</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2.6</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2.9</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2.0</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2.4</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3.1</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4.2</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6.0</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3% Baseline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2.1</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2.2</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2.3</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1797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Incremental CRF</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0.1</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0.2</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0.4</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0.6</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0.3</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0.9</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2.0</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3.7</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sp>
        <p:nvSpPr>
          <p:cNvPr id="236" name="Rectangle 235">
            <a:extLst>
              <a:ext uri="{FF2B5EF4-FFF2-40B4-BE49-F238E27FC236}">
                <a16:creationId xmlns:a16="http://schemas.microsoft.com/office/drawing/2014/main" id="{FF610D51-F3D5-BDB4-5DC8-D678E076BD47}"/>
              </a:ext>
            </a:extLst>
          </p:cNvPr>
          <p:cNvSpPr/>
          <p:nvPr/>
        </p:nvSpPr>
        <p:spPr>
          <a:xfrm>
            <a:off x="738600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Budget Scenario</a:t>
            </a:r>
          </a:p>
        </p:txBody>
      </p:sp>
      <p:sp>
        <p:nvSpPr>
          <p:cNvPr id="237" name="Rectangle 236">
            <a:extLst>
              <a:ext uri="{FF2B5EF4-FFF2-40B4-BE49-F238E27FC236}">
                <a16:creationId xmlns:a16="http://schemas.microsoft.com/office/drawing/2014/main" id="{AD7F3CBB-715F-01B5-3710-7FCBBD558AB9}"/>
              </a:ext>
            </a:extLst>
          </p:cNvPr>
          <p:cNvSpPr/>
          <p:nvPr/>
        </p:nvSpPr>
        <p:spPr>
          <a:xfrm>
            <a:off x="9791077" y="1776413"/>
            <a:ext cx="2096659" cy="2492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Arial" panose="020B0604020202020204"/>
                <a:ea typeface="+mn-ea"/>
                <a:cs typeface="+mn-cs"/>
              </a:rPr>
              <a:t>High Scenario</a:t>
            </a:r>
          </a:p>
        </p:txBody>
      </p:sp>
      <p:graphicFrame>
        <p:nvGraphicFramePr>
          <p:cNvPr id="239" name="Table 238">
            <a:extLst>
              <a:ext uri="{FF2B5EF4-FFF2-40B4-BE49-F238E27FC236}">
                <a16:creationId xmlns:a16="http://schemas.microsoft.com/office/drawing/2014/main" id="{1D7813D0-87DC-E82E-F006-14A83F56CE5E}"/>
              </a:ext>
            </a:extLst>
          </p:cNvPr>
          <p:cNvGraphicFramePr>
            <a:graphicFrameLocks noGrp="1"/>
          </p:cNvGraphicFramePr>
          <p:nvPr/>
        </p:nvGraphicFramePr>
        <p:xfrm>
          <a:off x="5818823" y="4407323"/>
          <a:ext cx="6068913" cy="2072640"/>
        </p:xfrm>
        <a:graphic>
          <a:graphicData uri="http://schemas.openxmlformats.org/drawingml/2006/table">
            <a:tbl>
              <a:tblPr firstRow="1" bandRow="1">
                <a:tableStyleId>{5C22544A-7EE6-4342-B048-85BDC9FD1C3A}</a:tableStyleId>
              </a:tblPr>
              <a:tblGrid>
                <a:gridCol w="1546859">
                  <a:extLst>
                    <a:ext uri="{9D8B030D-6E8A-4147-A177-3AD203B41FA5}">
                      <a16:colId xmlns:a16="http://schemas.microsoft.com/office/drawing/2014/main" val="262143033"/>
                    </a:ext>
                  </a:extLst>
                </a:gridCol>
                <a:gridCol w="429377">
                  <a:extLst>
                    <a:ext uri="{9D8B030D-6E8A-4147-A177-3AD203B41FA5}">
                      <a16:colId xmlns:a16="http://schemas.microsoft.com/office/drawing/2014/main" val="1721870662"/>
                    </a:ext>
                  </a:extLst>
                </a:gridCol>
                <a:gridCol w="474812">
                  <a:extLst>
                    <a:ext uri="{9D8B030D-6E8A-4147-A177-3AD203B41FA5}">
                      <a16:colId xmlns:a16="http://schemas.microsoft.com/office/drawing/2014/main" val="1601874909"/>
                    </a:ext>
                  </a:extLst>
                </a:gridCol>
                <a:gridCol w="425444">
                  <a:extLst>
                    <a:ext uri="{9D8B030D-6E8A-4147-A177-3AD203B41FA5}">
                      <a16:colId xmlns:a16="http://schemas.microsoft.com/office/drawing/2014/main" val="1029108326"/>
                    </a:ext>
                  </a:extLst>
                </a:gridCol>
                <a:gridCol w="425444">
                  <a:extLst>
                    <a:ext uri="{9D8B030D-6E8A-4147-A177-3AD203B41FA5}">
                      <a16:colId xmlns:a16="http://schemas.microsoft.com/office/drawing/2014/main" val="346975862"/>
                    </a:ext>
                  </a:extLst>
                </a:gridCol>
                <a:gridCol w="425444">
                  <a:extLst>
                    <a:ext uri="{9D8B030D-6E8A-4147-A177-3AD203B41FA5}">
                      <a16:colId xmlns:a16="http://schemas.microsoft.com/office/drawing/2014/main" val="2538839697"/>
                    </a:ext>
                  </a:extLst>
                </a:gridCol>
                <a:gridCol w="214313">
                  <a:extLst>
                    <a:ext uri="{9D8B030D-6E8A-4147-A177-3AD203B41FA5}">
                      <a16:colId xmlns:a16="http://schemas.microsoft.com/office/drawing/2014/main" val="278534971"/>
                    </a:ext>
                  </a:extLst>
                </a:gridCol>
                <a:gridCol w="425444">
                  <a:extLst>
                    <a:ext uri="{9D8B030D-6E8A-4147-A177-3AD203B41FA5}">
                      <a16:colId xmlns:a16="http://schemas.microsoft.com/office/drawing/2014/main" val="2104472613"/>
                    </a:ext>
                  </a:extLst>
                </a:gridCol>
                <a:gridCol w="425444">
                  <a:extLst>
                    <a:ext uri="{9D8B030D-6E8A-4147-A177-3AD203B41FA5}">
                      <a16:colId xmlns:a16="http://schemas.microsoft.com/office/drawing/2014/main" val="974560783"/>
                    </a:ext>
                  </a:extLst>
                </a:gridCol>
                <a:gridCol w="425444">
                  <a:extLst>
                    <a:ext uri="{9D8B030D-6E8A-4147-A177-3AD203B41FA5}">
                      <a16:colId xmlns:a16="http://schemas.microsoft.com/office/drawing/2014/main" val="932835530"/>
                    </a:ext>
                  </a:extLst>
                </a:gridCol>
                <a:gridCol w="425444">
                  <a:extLst>
                    <a:ext uri="{9D8B030D-6E8A-4147-A177-3AD203B41FA5}">
                      <a16:colId xmlns:a16="http://schemas.microsoft.com/office/drawing/2014/main" val="2821003846"/>
                    </a:ext>
                  </a:extLst>
                </a:gridCol>
                <a:gridCol w="425444">
                  <a:extLst>
                    <a:ext uri="{9D8B030D-6E8A-4147-A177-3AD203B41FA5}">
                      <a16:colId xmlns:a16="http://schemas.microsoft.com/office/drawing/2014/main" val="4017866570"/>
                    </a:ext>
                  </a:extLst>
                </a:gridCol>
              </a:tblGrid>
              <a:tr h="0">
                <a:tc>
                  <a:txBody>
                    <a:bodyPr/>
                    <a:lstStyle/>
                    <a:p>
                      <a:r>
                        <a:rPr lang="en-GB" sz="1100">
                          <a:solidFill>
                            <a:schemeClr val="bg1"/>
                          </a:solidFill>
                        </a:rPr>
                        <a:t>Cost Base $M</a:t>
                      </a:r>
                    </a:p>
                  </a:txBody>
                  <a:tcPr>
                    <a:solidFill>
                      <a:srgbClr val="1F4456"/>
                    </a:solid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rtl="0" fontAlgn="ctr">
                        <a:buNone/>
                      </a:pPr>
                      <a:r>
                        <a:rPr lang="en-GB" sz="1100" b="1" i="0" u="none" strike="noStrike">
                          <a:solidFill>
                            <a:schemeClr val="bg1"/>
                          </a:solidFill>
                          <a:effectLst/>
                          <a:latin typeface="Arial" panose="020B0604020202020204" pitchFamily="34" charset="0"/>
                        </a:rPr>
                        <a:t>26A</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27B  </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28F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29F</a:t>
                      </a:r>
                    </a:p>
                  </a:txBody>
                  <a:tcPr marL="0" marR="0" marT="0" marB="0" anchor="ctr">
                    <a:solidFill>
                      <a:srgbClr val="1F4456"/>
                    </a:solidFill>
                  </a:tcPr>
                </a:tc>
                <a:tc>
                  <a:txBody>
                    <a:bodyPr/>
                    <a:lstStyle/>
                    <a:p>
                      <a:pPr algn="ctr" fontAlgn="b">
                        <a:buNone/>
                      </a:pPr>
                      <a:r>
                        <a:rPr lang="en-GB" sz="1100" b="1" i="0" u="none" strike="noStrike">
                          <a:solidFill>
                            <a:schemeClr val="bg1"/>
                          </a:solidFill>
                          <a:effectLst/>
                          <a:latin typeface="Aptos Narrow" panose="020B0004020202020204" pitchFamily="34" charset="0"/>
                        </a:rPr>
                        <a:t>30F</a:t>
                      </a:r>
                    </a:p>
                  </a:txBody>
                  <a:tcPr marL="0" marR="0" marT="0" marB="0" anchor="ctr">
                    <a:solidFill>
                      <a:srgbClr val="1F4456"/>
                    </a:solidFill>
                  </a:tcPr>
                </a:tc>
                <a:extLst>
                  <a:ext uri="{0D108BD9-81ED-4DB2-BD59-A6C34878D82A}">
                    <a16:rowId xmlns:a16="http://schemas.microsoft.com/office/drawing/2014/main" val="83039763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Employees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12884412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rPr>
                        <a:t>Pro-Services</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2595344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Travel + Conference</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t>
                      </a: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0174908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POM &amp; Util’s + Other</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26587005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mn-cs"/>
                        </a:rPr>
                        <a:t>Total</a:t>
                      </a:r>
                    </a:p>
                  </a:txBody>
                  <a:tcP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endParaRPr lang="en-GB" sz="1100" b="1"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0" u="none" strike="noStrike">
                          <a:solidFill>
                            <a:srgbClr val="000000"/>
                          </a:solidFill>
                          <a:effectLst/>
                          <a:latin typeface="Aptos Narrow" panose="020B0004020202020204" pitchFamily="34" charset="0"/>
                        </a:rPr>
                        <a:t>TBC</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accent1">
                        <a:lumMod val="40000"/>
                        <a:lumOff val="6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tc>
                  <a:txBody>
                    <a:bodyPr/>
                    <a:lstStyle/>
                    <a:p>
                      <a:pPr algn="ctr" fontAlgn="b">
                        <a:buNone/>
                      </a:pPr>
                      <a:r>
                        <a:rPr lang="en-GB" sz="1100" b="1" i="0" u="none" strike="noStrike">
                          <a:solidFill>
                            <a:srgbClr val="000000"/>
                          </a:solidFill>
                          <a:effectLst/>
                          <a:latin typeface="Aptos Narrow" panose="020B0004020202020204" pitchFamily="34" charset="0"/>
                        </a:rPr>
                        <a:t/>
                      </a:r>
                    </a:p>
                  </a:txBody>
                  <a:tcPr marL="0" marR="0" marT="0" marB="0" anchor="ctr">
                    <a:solidFill>
                      <a:schemeClr val="tx2">
                        <a:lumMod val="20000"/>
                        <a:lumOff val="80000"/>
                      </a:schemeClr>
                    </a:solidFill>
                  </a:tcPr>
                </a:tc>
                <a:extLst>
                  <a:ext uri="{0D108BD9-81ED-4DB2-BD59-A6C34878D82A}">
                    <a16:rowId xmlns:a16="http://schemas.microsoft.com/office/drawing/2014/main" val="228764892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Arial" panose="020B0604020202020204"/>
                          <a:ea typeface="+mn-ea"/>
                          <a:cs typeface="+mn-cs"/>
                        </a:rPr>
                        <a:t>Flat Baseline to ‘26</a:t>
                      </a:r>
                    </a:p>
                  </a:txBody>
                  <a:tcP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0" i="0"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0" i="0"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115668613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1" u="none" strike="noStrike" kern="1200" cap="none" spc="0" normalizeH="0" baseline="0" noProof="0">
                          <a:ln>
                            <a:noFill/>
                          </a:ln>
                          <a:solidFill>
                            <a:srgbClr val="000000"/>
                          </a:solidFill>
                          <a:effectLst/>
                          <a:uLnTx/>
                          <a:uFillTx/>
                          <a:latin typeface="Arial" panose="020B0604020202020204"/>
                          <a:ea typeface="+mn-ea"/>
                          <a:cs typeface="+mn-cs"/>
                        </a:rPr>
                        <a:t>Var. to Baseline</a:t>
                      </a:r>
                    </a:p>
                  </a:txBody>
                  <a:tcP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2F2F2"/>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endParaRPr lang="en-GB" sz="1100" b="1" i="1" u="none" strike="noStrike">
                        <a:solidFill>
                          <a:srgbClr val="000000"/>
                        </a:solidFill>
                        <a:effectLst/>
                        <a:latin typeface="Aptos Narrow" panose="020B0004020202020204" pitchFamily="34" charset="0"/>
                      </a:endParaRPr>
                    </a:p>
                  </a:txBody>
                  <a:tcPr marL="0" marR="0" marT="0" marB="0" anchor="ctr">
                    <a:no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rgbClr val="FADDD5"/>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tc>
                  <a:txBody>
                    <a:bodyPr/>
                    <a:lstStyle/>
                    <a:p>
                      <a:pPr algn="ctr" fontAlgn="b">
                        <a:buNone/>
                      </a:pPr>
                      <a:r>
                        <a:rPr lang="en-GB" sz="1100" b="1" i="1" u="none" strike="noStrike">
                          <a:solidFill>
                            <a:srgbClr val="000000"/>
                          </a:solidFill>
                          <a:effectLst/>
                          <a:latin typeface="Aptos Narrow" panose="020B0004020202020204" pitchFamily="34" charset="0"/>
                        </a:rPr>
                        <a:t/>
                      </a:r>
                    </a:p>
                  </a:txBody>
                  <a:tcPr marL="0" marR="0" marT="0" marB="0" anchor="ctr">
                    <a:solidFill>
                      <a:schemeClr val="bg1">
                        <a:lumMod val="95000"/>
                      </a:schemeClr>
                    </a:solidFill>
                  </a:tcPr>
                </a:tc>
                <a:extLst>
                  <a:ext uri="{0D108BD9-81ED-4DB2-BD59-A6C34878D82A}">
                    <a16:rowId xmlns:a16="http://schemas.microsoft.com/office/drawing/2014/main" val="3495859299"/>
                  </a:ext>
                </a:extLst>
              </a:tr>
            </a:tbl>
          </a:graphicData>
        </a:graphic>
      </p:graphicFrame>
      <p:cxnSp>
        <p:nvCxnSpPr>
          <p:cNvPr id="280" name="Straight Connector 279">
            <a:extLst>
              <a:ext uri="{FF2B5EF4-FFF2-40B4-BE49-F238E27FC236}">
                <a16:creationId xmlns:a16="http://schemas.microsoft.com/office/drawing/2014/main" id="{5DC39A9A-770A-16D2-9D85-1E82670BE1BE}"/>
              </a:ext>
            </a:extLst>
          </p:cNvPr>
          <p:cNvCxnSpPr/>
          <p:nvPr/>
        </p:nvCxnSpPr>
        <p:spPr>
          <a:xfrm>
            <a:off x="189781" y="469487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C2D2CB95-F760-8C12-8F1B-8CCCD932E983}"/>
              </a:ext>
            </a:extLst>
          </p:cNvPr>
          <p:cNvCxnSpPr/>
          <p:nvPr/>
        </p:nvCxnSpPr>
        <p:spPr>
          <a:xfrm>
            <a:off x="189781" y="5619433"/>
            <a:ext cx="52864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2" name="Straight Connector 281">
            <a:extLst>
              <a:ext uri="{FF2B5EF4-FFF2-40B4-BE49-F238E27FC236}">
                <a16:creationId xmlns:a16="http://schemas.microsoft.com/office/drawing/2014/main" id="{CF82DBFD-38B5-1AE7-DF71-5791C4FDBC18}"/>
              </a:ext>
            </a:extLst>
          </p:cNvPr>
          <p:cNvCxnSpPr>
            <a:cxnSpLocks/>
          </p:cNvCxnSpPr>
          <p:nvPr/>
        </p:nvCxnSpPr>
        <p:spPr>
          <a:xfrm>
            <a:off x="5740527" y="4268153"/>
            <a:ext cx="62990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3" name="Straight Connector 282">
            <a:extLst>
              <a:ext uri="{FF2B5EF4-FFF2-40B4-BE49-F238E27FC236}">
                <a16:creationId xmlns:a16="http://schemas.microsoft.com/office/drawing/2014/main" id="{C217342C-73A8-EEAF-5B23-4D3CD8A484CD}"/>
              </a:ext>
            </a:extLst>
          </p:cNvPr>
          <p:cNvCxnSpPr>
            <a:cxnSpLocks/>
          </p:cNvCxnSpPr>
          <p:nvPr/>
        </p:nvCxnSpPr>
        <p:spPr>
          <a:xfrm>
            <a:off x="5740527" y="6625273"/>
            <a:ext cx="62141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7" name="Straight Connector 286">
            <a:extLst>
              <a:ext uri="{FF2B5EF4-FFF2-40B4-BE49-F238E27FC236}">
                <a16:creationId xmlns:a16="http://schemas.microsoft.com/office/drawing/2014/main" id="{D2D06479-E7F1-97D6-4E58-2FE44B39FF4A}"/>
              </a:ext>
            </a:extLst>
          </p:cNvPr>
          <p:cNvCxnSpPr/>
          <p:nvPr/>
        </p:nvCxnSpPr>
        <p:spPr>
          <a:xfrm>
            <a:off x="5476240" y="5619433"/>
            <a:ext cx="264287" cy="100584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9" name="Straight Connector 288">
            <a:extLst>
              <a:ext uri="{FF2B5EF4-FFF2-40B4-BE49-F238E27FC236}">
                <a16:creationId xmlns:a16="http://schemas.microsoft.com/office/drawing/2014/main" id="{B7B8DA25-C731-745B-0AC8-F60721DB2F89}"/>
              </a:ext>
            </a:extLst>
          </p:cNvPr>
          <p:cNvCxnSpPr/>
          <p:nvPr/>
        </p:nvCxnSpPr>
        <p:spPr>
          <a:xfrm flipV="1">
            <a:off x="5476240" y="4268153"/>
            <a:ext cx="264287" cy="426720"/>
          </a:xfrm>
          <a:prstGeom prst="line">
            <a:avLst/>
          </a:prstGeom>
        </p:spPr>
        <p:style>
          <a:lnRef idx="2">
            <a:schemeClr val="accent1"/>
          </a:lnRef>
          <a:fillRef idx="0">
            <a:schemeClr val="accent1"/>
          </a:fillRef>
          <a:effectRef idx="1">
            <a:schemeClr val="accent1"/>
          </a:effectRef>
          <a:fontRef idx="minor">
            <a:schemeClr val="tx1"/>
          </a:fontRef>
        </p:style>
      </p:cxnSp>
      <p:graphicFrame>
        <p:nvGraphicFramePr>
          <p:cNvPr id="290" name="Table 289">
            <a:extLst>
              <a:ext uri="{FF2B5EF4-FFF2-40B4-BE49-F238E27FC236}">
                <a16:creationId xmlns:a16="http://schemas.microsoft.com/office/drawing/2014/main" id="{22FCB714-41BA-4B1C-94EB-64908F5D0D43}"/>
              </a:ext>
            </a:extLst>
          </p:cNvPr>
          <p:cNvGraphicFramePr>
            <a:graphicFrameLocks noGrp="1"/>
          </p:cNvGraphicFramePr>
          <p:nvPr/>
        </p:nvGraphicFramePr>
        <p:xfrm>
          <a:off x="1788160" y="1777526"/>
          <a:ext cx="3688080" cy="242411"/>
        </p:xfrm>
        <a:graphic>
          <a:graphicData uri="http://schemas.openxmlformats.org/drawingml/2006/table">
            <a:tbl>
              <a:tblPr firstRow="1" bandRow="1">
                <a:tableStyleId>{5C22544A-7EE6-4342-B048-85BDC9FD1C3A}</a:tableStyleId>
              </a:tblPr>
              <a:tblGrid>
                <a:gridCol w="726237">
                  <a:extLst>
                    <a:ext uri="{9D8B030D-6E8A-4147-A177-3AD203B41FA5}">
                      <a16:colId xmlns:a16="http://schemas.microsoft.com/office/drawing/2014/main" val="3830636141"/>
                    </a:ext>
                  </a:extLst>
                </a:gridCol>
                <a:gridCol w="803085">
                  <a:extLst>
                    <a:ext uri="{9D8B030D-6E8A-4147-A177-3AD203B41FA5}">
                      <a16:colId xmlns:a16="http://schemas.microsoft.com/office/drawing/2014/main" val="3683990458"/>
                    </a:ext>
                  </a:extLst>
                </a:gridCol>
                <a:gridCol w="719586">
                  <a:extLst>
                    <a:ext uri="{9D8B030D-6E8A-4147-A177-3AD203B41FA5}">
                      <a16:colId xmlns:a16="http://schemas.microsoft.com/office/drawing/2014/main" val="4284492435"/>
                    </a:ext>
                  </a:extLst>
                </a:gridCol>
                <a:gridCol w="719586">
                  <a:extLst>
                    <a:ext uri="{9D8B030D-6E8A-4147-A177-3AD203B41FA5}">
                      <a16:colId xmlns:a16="http://schemas.microsoft.com/office/drawing/2014/main" val="2811475244"/>
                    </a:ext>
                  </a:extLst>
                </a:gridCol>
                <a:gridCol w="719586">
                  <a:extLst>
                    <a:ext uri="{9D8B030D-6E8A-4147-A177-3AD203B41FA5}">
                      <a16:colId xmlns:a16="http://schemas.microsoft.com/office/drawing/2014/main" val="1032623306"/>
                    </a:ext>
                  </a:extLst>
                </a:gridCol>
              </a:tblGrid>
              <a:tr h="242411">
                <a:tc>
                  <a:txBody>
                    <a:bodyPr/>
                    <a:lstStyle/>
                    <a:p>
                      <a:pPr algn="ctr" rtl="0" fontAlgn="ctr">
                        <a:buNone/>
                      </a:pPr>
                      <a:r>
                        <a:rPr lang="en-GB" sz="1400" b="1" i="0" u="none" strike="noStrike">
                          <a:solidFill>
                            <a:schemeClr val="tx1"/>
                          </a:solidFill>
                          <a:effectLst/>
                          <a:latin typeface="Arial" panose="020B0604020202020204" pitchFamily="34" charset="0"/>
                        </a:rPr>
                        <a:t>26A</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27B  </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28F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29F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fontAlgn="b">
                        <a:buNone/>
                      </a:pPr>
                      <a:r>
                        <a:rPr lang="en-GB" sz="1400" b="1" i="0" u="none" strike="noStrike">
                          <a:solidFill>
                            <a:schemeClr val="tx1"/>
                          </a:solidFill>
                          <a:effectLst/>
                          <a:latin typeface="Aptos Narrow" panose="020B0004020202020204" pitchFamily="34" charset="0"/>
                        </a:rPr>
                        <a:t>30F</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24323180"/>
                  </a:ext>
                </a:extLst>
              </a:tr>
            </a:tbl>
          </a:graphicData>
        </a:graphic>
      </p:graphicFrame>
      <p:sp>
        <p:nvSpPr>
          <p:cNvPr id="291" name="Rectangle 290">
            <a:extLst>
              <a:ext uri="{FF2B5EF4-FFF2-40B4-BE49-F238E27FC236}">
                <a16:creationId xmlns:a16="http://schemas.microsoft.com/office/drawing/2014/main" id="{824C70D8-BE3E-E893-29D3-427F298CA443}"/>
              </a:ext>
            </a:extLst>
          </p:cNvPr>
          <p:cNvSpPr/>
          <p:nvPr/>
        </p:nvSpPr>
        <p:spPr>
          <a:xfrm>
            <a:off x="9051533" y="-157132"/>
            <a:ext cx="3246633" cy="38985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27+ Budget impact &amp; Commitment</a:t>
            </a:r>
          </a:p>
        </p:txBody>
      </p:sp>
      <p:sp>
        <p:nvSpPr>
          <p:cNvPr id="292" name="Rectangle 291">
            <a:extLst>
              <a:ext uri="{FF2B5EF4-FFF2-40B4-BE49-F238E27FC236}">
                <a16:creationId xmlns:a16="http://schemas.microsoft.com/office/drawing/2014/main" id="{64E39426-B679-AE70-B79B-0275F8FE3CC7}"/>
              </a:ext>
            </a:extLst>
          </p:cNvPr>
          <p:cNvSpPr/>
          <p:nvPr/>
        </p:nvSpPr>
        <p:spPr>
          <a:xfrm>
            <a:off x="8743308" y="327335"/>
            <a:ext cx="3554858" cy="5282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 for consolidation &amp; iteration</a:t>
            </a:r>
          </a:p>
        </p:txBody>
      </p:sp>
    </p:spTree>
    <p:extLst>
      <p:ext uri="{BB962C8B-B14F-4D97-AF65-F5344CB8AC3E}">
        <p14:creationId xmlns:p14="http://schemas.microsoft.com/office/powerpoint/2010/main" val="364581766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2074-AFAA-1CFC-C8E8-86D21C813858}"/>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175B8A7-03D2-2D0C-50B3-E24BCE70560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11" name="think-cell data - do not delete" hidden="1">
                        <a:extLst>
                          <a:ext uri="{FF2B5EF4-FFF2-40B4-BE49-F238E27FC236}">
                            <a16:creationId xmlns:a16="http://schemas.microsoft.com/office/drawing/2014/main" id="{2175B8A7-03D2-2D0C-50B3-E24BCE70560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5EEE2F98-510E-6226-D8DC-424C0E0F957E}"/>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9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Title Text">
            <a:extLst>
              <a:ext uri="{FF2B5EF4-FFF2-40B4-BE49-F238E27FC236}">
                <a16:creationId xmlns:a16="http://schemas.microsoft.com/office/drawing/2014/main" id="{B74FA0A0-7685-E553-ABC6-F56FD058CB5D}"/>
              </a:ext>
            </a:extLst>
          </p:cNvPr>
          <p:cNvSpPr txBox="1"/>
          <p:nvPr/>
        </p:nvSpPr>
        <p:spPr>
          <a:xfrm>
            <a:off x="526489" y="339843"/>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all" spc="0" normalizeH="0" baseline="0" noProof="0">
                <a:ln>
                  <a:noFill/>
                </a:ln>
                <a:solidFill>
                  <a:srgbClr val="000000"/>
                </a:solidFill>
                <a:effectLst/>
                <a:uLnTx/>
                <a:uFillTx/>
                <a:latin typeface="Arial" panose="020B0604020202020204"/>
                <a:ea typeface="+mn-ea"/>
                <a:cs typeface="+mn-cs"/>
              </a:rPr>
              <a:t>KPI Targets | </a:t>
            </a:r>
            <a:r>
              <a:rPr kumimoji="0" lang="en-GB" sz="2600" b="0" i="0" u="none" strike="noStrike" kern="1200" cap="none" spc="0" normalizeH="0" baseline="0" noProof="0">
                <a:ln>
                  <a:noFill/>
                </a:ln>
                <a:solidFill>
                  <a:srgbClr val="000000"/>
                </a:solidFill>
                <a:effectLst/>
                <a:uLnTx/>
                <a:uFillTx/>
                <a:latin typeface="Arial" panose="020B0604020202020204"/>
                <a:ea typeface="+mn-ea"/>
                <a:cs typeface="+mn-cs"/>
              </a:rPr>
              <a:t>Greater China: how we will measure and track success</a:t>
            </a:r>
          </a:p>
        </p:txBody>
      </p:sp>
      <p:graphicFrame>
        <p:nvGraphicFramePr>
          <p:cNvPr id="2" name="Table 1">
            <a:extLst>
              <a:ext uri="{FF2B5EF4-FFF2-40B4-BE49-F238E27FC236}">
                <a16:creationId xmlns:a16="http://schemas.microsoft.com/office/drawing/2014/main" id="{A371901F-C1F7-07FD-5048-96923EA50F59}"/>
              </a:ext>
            </a:extLst>
          </p:cNvPr>
          <p:cNvGraphicFramePr>
            <a:graphicFrameLocks noGrp="1"/>
          </p:cNvGraphicFramePr>
          <p:nvPr/>
        </p:nvGraphicFramePr>
        <p:xfrm>
          <a:off x="321234" y="1239843"/>
          <a:ext cx="11699314" cy="5046654"/>
        </p:xfrm>
        <a:graphic>
          <a:graphicData uri="http://schemas.openxmlformats.org/drawingml/2006/table">
            <a:tbl>
              <a:tblPr>
                <a:tableStyleId>{5C22544A-7EE6-4342-B048-85BDC9FD1C3A}</a:tableStyleId>
              </a:tblPr>
              <a:tblGrid>
                <a:gridCol w="1431366">
                  <a:extLst>
                    <a:ext uri="{9D8B030D-6E8A-4147-A177-3AD203B41FA5}">
                      <a16:colId xmlns:a16="http://schemas.microsoft.com/office/drawing/2014/main" val="345868666"/>
                    </a:ext>
                  </a:extLst>
                </a:gridCol>
                <a:gridCol w="1819275">
                  <a:extLst>
                    <a:ext uri="{9D8B030D-6E8A-4147-A177-3AD203B41FA5}">
                      <a16:colId xmlns:a16="http://schemas.microsoft.com/office/drawing/2014/main" val="3812088750"/>
                    </a:ext>
                  </a:extLst>
                </a:gridCol>
                <a:gridCol w="2819400">
                  <a:extLst>
                    <a:ext uri="{9D8B030D-6E8A-4147-A177-3AD203B41FA5}">
                      <a16:colId xmlns:a16="http://schemas.microsoft.com/office/drawing/2014/main" val="3246795165"/>
                    </a:ext>
                  </a:extLst>
                </a:gridCol>
                <a:gridCol w="923925">
                  <a:extLst>
                    <a:ext uri="{9D8B030D-6E8A-4147-A177-3AD203B41FA5}">
                      <a16:colId xmlns:a16="http://schemas.microsoft.com/office/drawing/2014/main" val="3172953695"/>
                    </a:ext>
                  </a:extLst>
                </a:gridCol>
                <a:gridCol w="952500">
                  <a:extLst>
                    <a:ext uri="{9D8B030D-6E8A-4147-A177-3AD203B41FA5}">
                      <a16:colId xmlns:a16="http://schemas.microsoft.com/office/drawing/2014/main" val="3500305026"/>
                    </a:ext>
                  </a:extLst>
                </a:gridCol>
                <a:gridCol w="3752848">
                  <a:extLst>
                    <a:ext uri="{9D8B030D-6E8A-4147-A177-3AD203B41FA5}">
                      <a16:colId xmlns:a16="http://schemas.microsoft.com/office/drawing/2014/main" val="979415447"/>
                    </a:ext>
                  </a:extLst>
                </a:gridCol>
              </a:tblGrid>
              <a:tr h="376073">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CATEGORY</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KPI</a:t>
                      </a: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DESCRIPTION</a:t>
                      </a:r>
                    </a:p>
                  </a:txBody>
                  <a:tcPr marL="5154" marR="5154" marT="5154" marB="0" anchor="ctr">
                    <a:lnB w="12700" cap="flat" cmpd="sng" algn="ctr">
                      <a:solidFill>
                        <a:schemeClr val="tx1"/>
                      </a:solidFill>
                      <a:prstDash val="solid"/>
                      <a:round/>
                      <a:headEnd type="none" w="med" len="med"/>
                      <a:tailEnd type="none" w="med" len="med"/>
                    </a:lnB>
                  </a:tcPr>
                </a:tc>
                <a:tc grid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TARGET</a:t>
                      </a:r>
                    </a:p>
                  </a:txBody>
                  <a:tcPr marL="5154" marR="5154" marT="5154" marB="0" anchor="ctr">
                    <a:lnB w="19050" cap="flat" cmpd="sng" algn="ctr">
                      <a:solidFill>
                        <a:schemeClr val="bg1">
                          <a:lumMod val="85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endParaRPr kumimoji="0" lang="en-US" sz="1400" b="1" i="0" u="none" strike="noStrike" kern="1200" cap="none" spc="0" normalizeH="0" baseline="0">
                        <a:ln>
                          <a:noFill/>
                        </a:ln>
                        <a:solidFill>
                          <a:schemeClr val="accent1"/>
                        </a:solidFill>
                        <a:effectLst/>
                        <a:uLnTx/>
                        <a:uFillTx/>
                        <a:latin typeface="+mn-lt"/>
                        <a:ea typeface="+mn-ea"/>
                        <a:cs typeface="+mn-cs"/>
                      </a:endParaRPr>
                    </a:p>
                  </a:txBody>
                  <a:tcPr marL="5154" marR="5154" marT="5154" marB="0" anchor="ctr">
                    <a:lnB w="12700" cap="flat" cmpd="sng" algn="ctr">
                      <a:solidFill>
                        <a:schemeClr val="tx1"/>
                      </a:solidFill>
                      <a:prstDash val="solid"/>
                      <a:round/>
                      <a:headEnd type="none" w="med" len="med"/>
                      <a:tailEnd type="none" w="med" len="med"/>
                    </a:lnB>
                  </a:tcPr>
                </a:tc>
                <a:tc rowSpan="2">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COMMENTS</a:t>
                      </a:r>
                    </a:p>
                  </a:txBody>
                  <a:tcPr marL="5154" marR="5154" marT="5154"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8478061"/>
                  </a:ext>
                </a:extLst>
              </a:tr>
              <a:tr h="376073">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2026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90000"/>
                        </a:lnSpc>
                        <a:spcBef>
                          <a:spcPts val="0"/>
                        </a:spcBef>
                        <a:spcAft>
                          <a:spcPts val="100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chemeClr val="accent1"/>
                          </a:solidFill>
                          <a:effectLst/>
                          <a:uLnTx/>
                          <a:uFillTx/>
                          <a:latin typeface="+mn-lt"/>
                          <a:ea typeface="+mn-ea"/>
                          <a:cs typeface="+mn-cs"/>
                        </a:rPr>
                        <a:t>2027  </a:t>
                      </a: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a:p>
                  </a:txBody>
                  <a:tcPr marL="5154" marR="5154" marT="5154" marB="0" anchor="ctr">
                    <a:lnT w="190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3816987"/>
                  </a:ext>
                </a:extLst>
              </a:tr>
              <a:tr h="501037">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FINANCE</a:t>
                      </a:r>
                    </a:p>
                  </a:txBody>
                  <a:tcPr marL="5154" marR="5154" marT="5154"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CRF BUDGET </a:t>
                      </a:r>
                    </a:p>
                  </a:txBody>
                  <a:tcPr marL="5154" marR="5154" marT="5154" marB="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BUDGETED </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$X.XM</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r>
                        <a:rPr lang="en-US" sz="1050" b="0" i="0" u="none" strike="noStrike" kern="1200" cap="none" spc="0" normalizeH="0" baseline="0">
                          <a:ln>
                            <a:noFill/>
                          </a:ln>
                          <a:solidFill>
                            <a:srgbClr val="000000"/>
                          </a:solidFill>
                          <a:effectLst/>
                          <a:uLnTx/>
                          <a:uFillTx/>
                          <a:latin typeface="+mn-lt"/>
                          <a:ea typeface="+mn-ea"/>
                          <a:cs typeface="+mn-cs"/>
                        </a:rPr>
                        <a:t/>
                      </a:r>
                      <a:r>
                        <a:rPr lang="en-US" sz="1100" b="0" i="0" u="none" strike="noStrike" kern="1200" cap="none" spc="0" normalizeH="0" baseline="0" noProof="0">
                          <a:ln>
                            <a:noFill/>
                          </a:ln>
                          <a:solidFill>
                            <a:srgbClr val="000000"/>
                          </a:solidFill>
                          <a:effectLst/>
                          <a:uLnTx/>
                          <a:uFillTx/>
                          <a:latin typeface="Arial"/>
                          <a:ea typeface="+mn-ea"/>
                          <a:cs typeface="Arial"/>
                        </a:rPr>
                        <a:t/>
                      </a:r>
                    </a:p>
                    <a:p>
                      <a:pPr lvl="0" algn="ctr">
                        <a:buNone/>
                      </a:pP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9300176"/>
                  </a:ext>
                </a:extLst>
              </a:tr>
              <a:tr h="596441">
                <a:tc vMerge="1">
                  <a:txBody>
                    <a:bodyPr/>
                    <a:lstStyle/>
                    <a:p>
                      <a:endParaRPr/>
                    </a:p>
                  </a:txBody>
                  <a:tcPr marL="5154" marR="5154" marT="5154" marB="0" anchor="ct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VALUE DELIVERY</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lvl="0" algn="ctr">
                        <a:buNone/>
                      </a:pPr>
                      <a:r>
                        <a:rPr lang="en-US" sz="1050" b="0" i="0" u="none" strike="noStrike" kern="1200" cap="none" spc="0" normalizeH="0" baseline="0">
                          <a:ln>
                            <a:noFill/>
                          </a:ln>
                          <a:solidFill>
                            <a:srgbClr val="000000"/>
                          </a:solidFill>
                          <a:effectLst/>
                          <a:uLnTx/>
                          <a:uFillTx/>
                          <a:latin typeface="+mn-lt"/>
                          <a:ea typeface="+mn-ea"/>
                          <a:cs typeface="+mn-cs"/>
                        </a:rPr>
                        <a:t>BUILD AND OPEN COST PER KEY </a:t>
                      </a:r>
                    </a:p>
                    <a:p>
                      <a:pPr lvl="0" algn="ctr">
                        <a:buNone/>
                      </a:pPr>
                      <a:r>
                        <a:rPr lang="en-US" sz="1050" b="0" i="0" u="none" strike="noStrike" kern="1200" cap="none" spc="0" normalizeH="0" baseline="0">
                          <a:ln>
                            <a:noFill/>
                          </a:ln>
                          <a:solidFill>
                            <a:srgbClr val="000000"/>
                          </a:solidFill>
                          <a:effectLst/>
                          <a:uLnTx/>
                          <a:uFillTx/>
                          <a:latin typeface="+mn-lt"/>
                          <a:ea typeface="+mn-ea"/>
                          <a:cs typeface="+mn-cs"/>
                        </a:rPr>
                        <a:t>OPERATE - GOP</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LOREM IPSUM DOLOR SIT AMET</a:t>
                      </a:r>
                      <a:r>
                        <a:rPr kumimoji="0" lang="en-US" sz="1050" b="0" i="0" u="none" strike="noStrike" kern="1200" cap="none" spc="0" normalizeH="0" baseline="0">
                          <a:ln>
                            <a:noFill/>
                          </a:ln>
                          <a:solidFill>
                            <a:srgbClr val="000000"/>
                          </a:solidFill>
                          <a:effectLst/>
                          <a:uLnTx/>
                          <a:uFillTx/>
                          <a:latin typeface="+mn-lt"/>
                          <a:ea typeface="+mn-ea"/>
                          <a:cs typeface="+mn-cs"/>
                        </a:rPr>
                        <a:t/>
                      </a: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noFill/>
                  </a:tcPr>
                </a:tc>
                <a:extLst>
                  <a:ext uri="{0D108BD9-81ED-4DB2-BD59-A6C34878D82A}">
                    <a16:rowId xmlns:a16="http://schemas.microsoft.com/office/drawing/2014/main" val="1139044202"/>
                  </a:ext>
                </a:extLst>
              </a:tr>
              <a:tr h="501037">
                <a:tc vMerge="1">
                  <a:txBody>
                    <a:bodyPr/>
                    <a:lstStyle/>
                    <a:p>
                      <a:endParaRPr/>
                    </a:p>
                  </a:txBody>
                  <a:tcPr marL="5154" marR="5154" marT="5154" marB="0" anchor="ct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SHARE OF WALLET</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 SPEND VS EST. TOTAL ADDRESSABLE SPEND</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p>
                      <a:pPr algn="ctr" rtl="0" fontAlgn="ctr">
                        <a:buNone/>
                      </a:pPr>
                      <a:r>
                        <a:rPr kumimoji="0" lang="en-US" sz="800" b="0" i="0" u="none" strike="noStrike" kern="1200" cap="none" spc="0" normalizeH="0" baseline="0">
                          <a:ln>
                            <a:noFill/>
                          </a:ln>
                          <a:solidFill>
                            <a:srgbClr val="000000"/>
                          </a:solidFill>
                          <a:effectLst/>
                          <a:uLnTx/>
                          <a:uFillTx/>
                          <a:latin typeface="+mn-lt"/>
                          <a:ea typeface="+mn-ea"/>
                          <a:cs typeface="+mn-cs"/>
                        </a:rPr>
                        <a:t>[Current Status]</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endParaRPr lang="en-US"/>
                    </a:p>
                    <a:p>
                      <a:pPr lvl="0" algn="ctr">
                        <a:buNone/>
                      </a:pPr>
                      <a:r>
                        <a:rPr lang="en-US" sz="1050" b="0" i="0" u="none" strike="noStrike" kern="1200" cap="none" spc="0" normalizeH="0" baseline="0">
                          <a:ln>
                            <a:noFill/>
                          </a:ln>
                          <a:solidFill>
                            <a:srgbClr val="000000"/>
                          </a:solidFill>
                          <a:effectLst/>
                          <a:uLnTx/>
                          <a:uFillTx/>
                          <a:latin typeface="+mn-lt"/>
                          <a:ea typeface="+mn-ea"/>
                          <a:cs typeface="+mn-cs"/>
                        </a:rPr>
                        <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54355207"/>
                  </a:ext>
                </a:extLst>
              </a:tr>
              <a:tr h="501037">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OWNER / STAKEHOLDER</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BRAND COMPLIANCE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HLG, </a:t>
                      </a:r>
                      <a:r>
                        <a:rPr lang="en-US" sz="1050" b="0" i="0" u="none" strike="noStrike" kern="1200" cap="none" spc="0" normalizeH="0" baseline="0">
                          <a:ln>
                            <a:noFill/>
                          </a:ln>
                          <a:solidFill>
                            <a:srgbClr val="000000"/>
                          </a:solidFill>
                          <a:effectLst/>
                          <a:uLnTx/>
                          <a:uFillTx/>
                          <a:latin typeface="+mn-lt"/>
                          <a:ea typeface="+mn-ea"/>
                          <a:cs typeface="+mn-cs"/>
                        </a:rPr>
                        <a:t>DEVELOPMENT</a:t>
                      </a:r>
                      <a:r>
                        <a:rPr kumimoji="0" lang="en-US" sz="1050" b="0" i="0" u="none" strike="noStrike" kern="1200" cap="none" spc="0" normalizeH="0" baseline="0">
                          <a:ln>
                            <a:noFill/>
                          </a:ln>
                          <a:solidFill>
                            <a:srgbClr val="000000"/>
                          </a:solidFill>
                          <a:effectLst/>
                          <a:uLnTx/>
                          <a:uFillTx/>
                          <a:latin typeface="+mn-lt"/>
                          <a:ea typeface="+mn-ea"/>
                          <a:cs typeface="+mn-cs"/>
                        </a:rPr>
                        <a:t>, BRAND ALIGNMENT ON BRAND COMPLIANCE REQUIREMENTS</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r>
                        <a:rPr lang="en-US" sz="1050" b="0" i="0" u="none" strike="noStrike" kern="1200" cap="none" spc="0" normalizeH="0" baseline="0">
                          <a:ln>
                            <a:noFill/>
                          </a:ln>
                          <a:solidFill>
                            <a:srgbClr val="000000"/>
                          </a:solidFill>
                          <a:effectLst/>
                          <a:uLnTx/>
                          <a:uFillTx/>
                          <a:latin typeface="+mn-lt"/>
                          <a:ea typeface="+mn-ea"/>
                          <a:cs typeface="+mn-cs"/>
                        </a:rPr>
                        <a:t> for 2027</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lang="en-US" sz="1050" b="0" i="0" u="none" strike="noStrike" kern="1200" cap="none" spc="0" normalizeH="0" baseline="0">
                          <a:ln>
                            <a:noFill/>
                          </a:ln>
                          <a:solidFill>
                            <a:srgbClr val="000000"/>
                          </a:solidFill>
                          <a:effectLst/>
                          <a:uLnTx/>
                          <a:uFillTx/>
                          <a:latin typeface="+mn-lt"/>
                          <a:ea typeface="+mn-ea"/>
                          <a:cs typeface="+mn-cs"/>
                        </a:rPr>
                        <a:t>TBC</a:t>
                      </a:r>
                      <a:endParaRPr kumimoji="0" lang="en-US" sz="1050" b="0" i="0" u="none" strike="noStrike" kern="1200" cap="none" spc="0" normalizeH="0" baseline="0">
                        <a:ln>
                          <a:noFill/>
                        </a:ln>
                        <a:solidFill>
                          <a:srgbClr val="000000"/>
                        </a:solidFill>
                        <a:effectLst/>
                        <a:uLnTx/>
                        <a:uFillTx/>
                        <a:latin typeface="+mn-lt"/>
                        <a:ea typeface="+mn-ea"/>
                        <a:cs typeface="+mn-cs"/>
                      </a:endParaRP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9616046"/>
                  </a:ext>
                </a:extLst>
              </a:tr>
              <a:tr h="596441">
                <a:tc>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PEOPLE</a:t>
                      </a:r>
                    </a:p>
                  </a:txBody>
                  <a:tcPr marL="5154" marR="5154" marT="5154"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COLLEAGUE HEARTBEAT </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ANNUAL COLLEAGUE SATISIFACTION SURVEY</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+X%</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a:t>
                      </a:r>
                    </a:p>
                  </a:txBody>
                  <a:tcPr marL="5154" marR="5154" marT="5154" marB="0" anchor="ctr">
                    <a:lnT w="19050" cap="flat" cmpd="sng" algn="ctr">
                      <a:solidFill>
                        <a:srgbClr val="E8542C"/>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solidFill>
                  </a:tcPr>
                </a:tc>
                <a:extLst>
                  <a:ext uri="{0D108BD9-81ED-4DB2-BD59-A6C34878D82A}">
                    <a16:rowId xmlns:a16="http://schemas.microsoft.com/office/drawing/2014/main" val="733079905"/>
                  </a:ext>
                </a:extLst>
              </a:tr>
              <a:tr h="596441">
                <a:tc rowSpan="3">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r>
                        <a:rPr kumimoji="0" lang="en-US" sz="1400" b="1" i="0" u="none" strike="noStrike" kern="1200" cap="none" spc="0" normalizeH="0" baseline="0">
                          <a:ln>
                            <a:noFill/>
                          </a:ln>
                          <a:solidFill>
                            <a:srgbClr val="E8542C"/>
                          </a:solidFill>
                          <a:effectLst/>
                          <a:uLnTx/>
                          <a:uFillTx/>
                          <a:latin typeface="+mn-lt"/>
                          <a:ea typeface="+mn-ea"/>
                          <a:cs typeface="+mn-cs"/>
                        </a:rPr>
                        <a:t>SUPPLIER MANAGEMENT</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CONSOLIDATION  </a:t>
                      </a:r>
                    </a:p>
                  </a:txBody>
                  <a:tcPr marL="5154" marR="5154" marT="5154" marB="0" anchor="ctr">
                    <a:lnL w="19050" cap="flat" cmpd="sng" algn="ctr">
                      <a:solidFill>
                        <a:srgbClr val="E8542C"/>
                      </a:solidFill>
                      <a:prstDash val="solid"/>
                      <a:round/>
                      <a:headEnd type="none" w="med" len="med"/>
                      <a:tailEnd type="none" w="med" len="med"/>
                    </a:lnL>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NUMBER OF SUPPLIERS CONTRACTED UNDER CRF SCHEME</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 ELIT SED DO EIUSMOD TEMPOR INCIDIDUNT UT LABORE ET DOLORE MAGNA ALIQUA</a:t>
                      </a:r>
                    </a:p>
                  </a:txBody>
                  <a:tcPr marL="5154" marR="5154" marT="5154" marB="0" anchor="ctr">
                    <a:lnR w="19050" cap="flat" cmpd="sng" algn="ctr">
                      <a:solidFill>
                        <a:srgbClr val="E8542C"/>
                      </a:solidFill>
                      <a:prstDash val="solid"/>
                      <a:round/>
                      <a:headEnd type="none" w="med" len="med"/>
                      <a:tailEnd type="none" w="med" len="med"/>
                    </a:lnR>
                    <a:lnT w="19050" cap="flat" cmpd="sng" algn="ctr">
                      <a:solidFill>
                        <a:srgbClr val="E8542C"/>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69663633"/>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PRIORITY &amp; GROWTH MARKET PROGRAMME COVERAGE</a:t>
                      </a:r>
                    </a:p>
                  </a:txBody>
                  <a:tcPr marL="5154" marR="5154" marT="5154" marB="0" anchor="ctr">
                    <a:lnL w="19050" cap="flat" cmpd="sng" algn="ctr">
                      <a:solidFill>
                        <a:srgbClr val="E8542C"/>
                      </a:solidFill>
                      <a:prstDash val="solid"/>
                      <a:round/>
                      <a:headEnd type="none" w="med" len="med"/>
                      <a:tailEnd type="none" w="med" len="med"/>
                    </a:lnL>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AMOUNT OF PROGRAMMES IN PLACE VS TOTAL REQUIRED </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 ADIPISCING</a:t>
                      </a:r>
                    </a:p>
                  </a:txBody>
                  <a:tcPr marL="5154" marR="5154" marT="5154" marB="0" anchor="ctr">
                    <a:lnR w="19050" cap="flat" cmpd="sng" algn="ctr">
                      <a:solidFill>
                        <a:srgbClr val="E8542C"/>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rgbClr val="E8542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5503750"/>
                  </a:ext>
                </a:extLst>
              </a:tr>
              <a:tr h="501037">
                <a:tc vMerge="1">
                  <a:txBody>
                    <a:bodyPr/>
                    <a:lstStyle/>
                    <a:p>
                      <a:pPr marL="0" marR="0" lvl="0" indent="0" algn="l" defTabSz="914400" rtl="0" eaLnBrk="1" fontAlgn="auto" latinLnBrk="0" hangingPunct="1">
                        <a:lnSpc>
                          <a:spcPct val="100000"/>
                        </a:lnSpc>
                        <a:spcBef>
                          <a:spcPts val="0"/>
                        </a:spcBef>
                        <a:spcAft>
                          <a:spcPts val="0"/>
                        </a:spcAft>
                        <a:buClr>
                          <a:srgbClr val="1F4456"/>
                        </a:buClr>
                        <a:buSzTx/>
                        <a:buFont typeface="Arial" panose="020B0604020202020204" pitchFamily="34" charset="0"/>
                        <a:buNone/>
                        <a:tabLst/>
                        <a:defRPr/>
                      </a:pPr>
                      <a:endParaRPr kumimoji="0" lang="en-US" sz="3200" b="0" i="0" u="none" strike="noStrike" kern="1200" cap="none" spc="0" normalizeH="0" baseline="0">
                        <a:ln>
                          <a:noFill/>
                        </a:ln>
                        <a:solidFill>
                          <a:srgbClr val="E8542C"/>
                        </a:solidFill>
                        <a:effectLst/>
                        <a:uLnTx/>
                        <a:uFillTx/>
                        <a:latin typeface="+mn-lt"/>
                        <a:ea typeface="+mn-ea"/>
                        <a:cs typeface="+mn-cs"/>
                      </a:endParaRPr>
                    </a:p>
                  </a:txBody>
                  <a:tcPr marL="5154" marR="5154" marT="5154" marB="0" anchor="ctr">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SUPPLIER INNOVATION &amp; SUSTAINABILITY</a:t>
                      </a:r>
                    </a:p>
                  </a:txBody>
                  <a:tcPr marL="5154" marR="5154" marT="5154" marB="0" anchor="ctr">
                    <a:lnL w="3175" cap="flat" cmpd="sng" algn="ctr">
                      <a:solidFill>
                        <a:schemeClr val="tx1"/>
                      </a:solidFill>
                      <a:prstDash val="solid"/>
                      <a:round/>
                      <a:headEnd type="none" w="med" len="med"/>
                      <a:tailEnd type="none" w="med" len="med"/>
                    </a:lnL>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DELIVERY OF JTT PROCUREMENT REQUIREMENTS </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rtl="0" fontAlgn="ctr">
                        <a:buNone/>
                      </a:pPr>
                      <a:r>
                        <a:rPr kumimoji="0" lang="en-US" sz="1050" b="0" i="0" u="none" strike="noStrike" kern="1200" cap="none" spc="0" normalizeH="0" baseline="0">
                          <a:ln>
                            <a:noFill/>
                          </a:ln>
                          <a:solidFill>
                            <a:srgbClr val="000000"/>
                          </a:solidFill>
                          <a:effectLst/>
                          <a:uLnTx/>
                          <a:uFillTx/>
                          <a:latin typeface="+mn-lt"/>
                          <a:ea typeface="+mn-ea"/>
                          <a:cs typeface="+mn-cs"/>
                        </a:rPr>
                        <a:t>TBC</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tc>
                  <a:txBody>
                    <a:bodyPr/>
                    <a:lstStyle/>
                    <a:p>
                      <a:pPr algn="ctr" fontAlgn="ctr">
                        <a:buNone/>
                      </a:pPr>
                      <a:r>
                        <a:rPr kumimoji="0" lang="en-US" sz="1050" b="0" i="0" u="none" strike="noStrike" kern="1200" cap="none" spc="0" normalizeH="0" baseline="0">
                          <a:ln>
                            <a:noFill/>
                          </a:ln>
                          <a:solidFill>
                            <a:srgbClr val="000000"/>
                          </a:solidFill>
                          <a:effectLst/>
                          <a:uLnTx/>
                          <a:uFillTx/>
                          <a:latin typeface="+mn-lt"/>
                          <a:ea typeface="+mn-ea"/>
                          <a:cs typeface="+mn-cs"/>
                        </a:rPr>
                        <a:t>LOREM IPSUM DOLOR SIT AMET CONSECTETUR</a:t>
                      </a:r>
                    </a:p>
                  </a:txBody>
                  <a:tcPr marL="5154" marR="5154" marT="5154" marB="0" anchor="ctr">
                    <a:lnT w="19050" cap="flat" cmpd="sng" algn="ctr">
                      <a:solidFill>
                        <a:srgbClr val="E8542C"/>
                      </a:solidFill>
                      <a:prstDash val="solid"/>
                      <a:round/>
                      <a:headEnd type="none" w="med" len="med"/>
                      <a:tailEnd type="none" w="med" len="med"/>
                    </a:lnT>
                    <a:solidFill>
                      <a:schemeClr val="bg1"/>
                    </a:solidFill>
                  </a:tcPr>
                </a:tc>
                <a:extLst>
                  <a:ext uri="{0D108BD9-81ED-4DB2-BD59-A6C34878D82A}">
                    <a16:rowId xmlns:a16="http://schemas.microsoft.com/office/drawing/2014/main" val="240446390"/>
                  </a:ext>
                </a:extLst>
              </a:tr>
            </a:tbl>
          </a:graphicData>
        </a:graphic>
      </p:graphicFrame>
      <p:sp>
        <p:nvSpPr>
          <p:cNvPr id="9" name="Rectangle 8">
            <a:extLst>
              <a:ext uri="{FF2B5EF4-FFF2-40B4-BE49-F238E27FC236}">
                <a16:creationId xmlns:a16="http://schemas.microsoft.com/office/drawing/2014/main" id="{2C74E0A3-C6C9-0681-DAEB-313212942B9D}"/>
              </a:ext>
            </a:extLst>
          </p:cNvPr>
          <p:cNvSpPr/>
          <p:nvPr/>
        </p:nvSpPr>
        <p:spPr>
          <a:xfrm>
            <a:off x="10067924" y="209550"/>
            <a:ext cx="1952623" cy="438150"/>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a:ea typeface="+mn-ea"/>
                <a:cs typeface="+mn-cs"/>
              </a:rPr>
              <a:t>Denotes direct impact on 5% NUG</a:t>
            </a:r>
          </a:p>
        </p:txBody>
      </p:sp>
      <p:sp>
        <p:nvSpPr>
          <p:cNvPr id="3" name="Rectangle 2">
            <a:extLst>
              <a:ext uri="{FF2B5EF4-FFF2-40B4-BE49-F238E27FC236}">
                <a16:creationId xmlns:a16="http://schemas.microsoft.com/office/drawing/2014/main" id="{58191E3F-1FD4-1FF9-6B7F-F93A80CDDDC0}"/>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For Live tracking, alongside financials</a:t>
            </a:r>
          </a:p>
        </p:txBody>
      </p:sp>
    </p:spTree>
    <p:extLst>
      <p:ext uri="{BB962C8B-B14F-4D97-AF65-F5344CB8AC3E}">
        <p14:creationId xmlns:p14="http://schemas.microsoft.com/office/powerpoint/2010/main" val="20825423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Shape 379"/>
          <p:cNvSpPr/>
          <p:nvPr/>
        </p:nvSpPr>
        <p:spPr>
          <a:xfrm>
            <a:off x="0" y="1256100"/>
            <a:ext cx="12192000" cy="54864"/>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80" name="Title Text"/>
          <p:cNvSpPr txBox="1"/>
          <p:nvPr/>
        </p:nvSpPr>
        <p:spPr>
          <a:xfrm>
            <a:off x="400390" y="320676"/>
            <a:ext cx="10600000" cy="9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1" i="0" u="none" strike="noStrike" kern="1200" cap="none" spc="0" normalizeH="0" baseline="0" noProof="0">
                <a:ln>
                  <a:noFill/>
                </a:ln>
                <a:solidFill>
                  <a:srgbClr val="262626"/>
                </a:solidFill>
                <a:effectLst/>
                <a:uLnTx/>
                <a:uFillTx/>
                <a:latin typeface="Arial" panose="020B0604020202020204"/>
                <a:ea typeface="+mn-ea"/>
                <a:cs typeface="+mn-cs"/>
              </a:rPr>
              <a:t>FUTURE CAPABILITIES | </a:t>
            </a:r>
            <a:r>
              <a:rPr kumimoji="0" lang="en-GB" sz="2600" b="0" i="0" u="none" strike="noStrike" kern="1200" cap="none" spc="0" normalizeH="0" baseline="0" noProof="0">
                <a:ln>
                  <a:noFill/>
                </a:ln>
                <a:solidFill>
                  <a:srgbClr val="262626"/>
                </a:solidFill>
                <a:effectLst/>
                <a:uLnTx/>
                <a:uFillTx/>
                <a:latin typeface="Arial" panose="020B0604020202020204"/>
                <a:ea typeface="+mn-ea"/>
                <a:cs typeface="+mn-cs"/>
              </a:rPr>
              <a:t>Greater China: what we need to deliver</a:t>
            </a:r>
          </a:p>
        </p:txBody>
      </p:sp>
      <p:sp>
        <p:nvSpPr>
          <p:cNvPr id="340" name="Shape 340"/>
          <p:cNvSpPr/>
          <p:nvPr/>
        </p:nvSpPr>
        <p:spPr>
          <a:xfrm>
            <a:off x="40039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1" name="Shape 341"/>
          <p:cNvSpPr/>
          <p:nvPr/>
        </p:nvSpPr>
        <p:spPr>
          <a:xfrm>
            <a:off x="40039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2" name="Shape 342"/>
          <p:cNvSpPr/>
          <p:nvPr/>
        </p:nvSpPr>
        <p:spPr>
          <a:xfrm>
            <a:off x="70039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43" name="Icon 343"/>
          <p:cNvPicPr>
            <a:picLocks noChangeAspect="1"/>
          </p:cNvPicPr>
          <p:nvPr/>
        </p:nvPicPr>
        <p:blipFill>
          <a:blip r:embed="rId2"/>
          <a:stretch>
            <a:fillRect/>
          </a:stretch>
        </p:blipFill>
        <p:spPr>
          <a:xfrm>
            <a:off x="910390" y="2034500"/>
            <a:ext cx="480000" cy="480000"/>
          </a:xfrm>
          <a:prstGeom prst="rect">
            <a:avLst/>
          </a:prstGeom>
        </p:spPr>
      </p:pic>
      <p:sp>
        <p:nvSpPr>
          <p:cNvPr id="344" name="TextBox 344"/>
          <p:cNvSpPr txBox="1"/>
          <p:nvPr/>
        </p:nvSpPr>
        <p:spPr>
          <a:xfrm>
            <a:off x="180039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01</a:t>
            </a:r>
          </a:p>
        </p:txBody>
      </p:sp>
      <p:sp>
        <p:nvSpPr>
          <p:cNvPr id="345" name="TextBox 345"/>
          <p:cNvSpPr txBox="1"/>
          <p:nvPr/>
        </p:nvSpPr>
        <p:spPr>
          <a:xfrm>
            <a:off x="180039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46" name="TextBox 346"/>
          <p:cNvSpPr txBox="1"/>
          <p:nvPr/>
        </p:nvSpPr>
        <p:spPr>
          <a:xfrm>
            <a:off x="1800390" y="2384500"/>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a:t>
            </a:r>
          </a:p>
        </p:txBody>
      </p:sp>
      <p:sp>
        <p:nvSpPr>
          <p:cNvPr id="347" name="Shape 347"/>
          <p:cNvSpPr/>
          <p:nvPr/>
        </p:nvSpPr>
        <p:spPr>
          <a:xfrm>
            <a:off x="40039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8" name="Shape 348"/>
          <p:cNvSpPr/>
          <p:nvPr/>
        </p:nvSpPr>
        <p:spPr>
          <a:xfrm>
            <a:off x="40039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49" name="Shape 349"/>
          <p:cNvSpPr/>
          <p:nvPr/>
        </p:nvSpPr>
        <p:spPr>
          <a:xfrm>
            <a:off x="70039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0" name="Icon 350"/>
          <p:cNvPicPr>
            <a:picLocks noChangeAspect="1"/>
          </p:cNvPicPr>
          <p:nvPr/>
        </p:nvPicPr>
        <p:blipFill>
          <a:blip r:embed="rId3"/>
          <a:stretch>
            <a:fillRect/>
          </a:stretch>
        </p:blipFill>
        <p:spPr>
          <a:xfrm>
            <a:off x="910390" y="3674500"/>
            <a:ext cx="480000" cy="480000"/>
          </a:xfrm>
          <a:prstGeom prst="rect">
            <a:avLst/>
          </a:prstGeom>
        </p:spPr>
      </p:pic>
      <p:sp>
        <p:nvSpPr>
          <p:cNvPr id="351" name="TextBox 351"/>
          <p:cNvSpPr txBox="1"/>
          <p:nvPr/>
        </p:nvSpPr>
        <p:spPr>
          <a:xfrm>
            <a:off x="180039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02</a:t>
            </a:r>
          </a:p>
        </p:txBody>
      </p:sp>
      <p:sp>
        <p:nvSpPr>
          <p:cNvPr id="352" name="TextBox 352"/>
          <p:cNvSpPr txBox="1"/>
          <p:nvPr/>
        </p:nvSpPr>
        <p:spPr>
          <a:xfrm>
            <a:off x="180039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53" name="TextBox 353"/>
          <p:cNvSpPr txBox="1"/>
          <p:nvPr/>
        </p:nvSpPr>
        <p:spPr>
          <a:xfrm>
            <a:off x="1800390" y="3948299"/>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 labore et dolore magna aliqua ut enim ad minim veniam quis nostrud</a:t>
            </a:r>
          </a:p>
        </p:txBody>
      </p:sp>
      <p:sp>
        <p:nvSpPr>
          <p:cNvPr id="354" name="Shape 354"/>
          <p:cNvSpPr/>
          <p:nvPr/>
        </p:nvSpPr>
        <p:spPr>
          <a:xfrm>
            <a:off x="400390" y="480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5" name="Shape 355"/>
          <p:cNvSpPr/>
          <p:nvPr/>
        </p:nvSpPr>
        <p:spPr>
          <a:xfrm>
            <a:off x="40039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56" name="Shape 356"/>
          <p:cNvSpPr/>
          <p:nvPr/>
        </p:nvSpPr>
        <p:spPr>
          <a:xfrm>
            <a:off x="700390" y="510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57" name="Icon 357"/>
          <p:cNvPicPr>
            <a:picLocks noChangeAspect="1"/>
          </p:cNvPicPr>
          <p:nvPr/>
        </p:nvPicPr>
        <p:blipFill>
          <a:blip r:embed="rId4"/>
          <a:stretch>
            <a:fillRect/>
          </a:stretch>
        </p:blipFill>
        <p:spPr>
          <a:xfrm>
            <a:off x="910390" y="5314500"/>
            <a:ext cx="480000" cy="480000"/>
          </a:xfrm>
          <a:prstGeom prst="rect">
            <a:avLst/>
          </a:prstGeom>
        </p:spPr>
      </p:pic>
      <p:sp>
        <p:nvSpPr>
          <p:cNvPr id="358" name="TextBox 358"/>
          <p:cNvSpPr txBox="1"/>
          <p:nvPr/>
        </p:nvSpPr>
        <p:spPr>
          <a:xfrm>
            <a:off x="1800390" y="505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03</a:t>
            </a:r>
          </a:p>
        </p:txBody>
      </p:sp>
      <p:sp>
        <p:nvSpPr>
          <p:cNvPr id="359" name="TextBox 359"/>
          <p:cNvSpPr txBox="1"/>
          <p:nvPr/>
        </p:nvSpPr>
        <p:spPr>
          <a:xfrm>
            <a:off x="1800390" y="530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a:t>
            </a:r>
          </a:p>
        </p:txBody>
      </p:sp>
      <p:sp>
        <p:nvSpPr>
          <p:cNvPr id="360" name="TextBox 360"/>
          <p:cNvSpPr txBox="1"/>
          <p:nvPr/>
        </p:nvSpPr>
        <p:spPr>
          <a:xfrm>
            <a:off x="1800390" y="5545965"/>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 incididunt ut</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a:t>
            </a:r>
          </a:p>
        </p:txBody>
      </p:sp>
      <p:sp>
        <p:nvSpPr>
          <p:cNvPr id="361" name="Shape 361"/>
          <p:cNvSpPr/>
          <p:nvPr/>
        </p:nvSpPr>
        <p:spPr>
          <a:xfrm>
            <a:off x="6246000" y="152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2" name="Shape 362"/>
          <p:cNvSpPr/>
          <p:nvPr/>
        </p:nvSpPr>
        <p:spPr>
          <a:xfrm>
            <a:off x="6246000" y="152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3" name="Shape 363"/>
          <p:cNvSpPr/>
          <p:nvPr/>
        </p:nvSpPr>
        <p:spPr>
          <a:xfrm>
            <a:off x="6546000" y="182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64" name="Icon 364"/>
          <p:cNvPicPr>
            <a:picLocks noChangeAspect="1"/>
          </p:cNvPicPr>
          <p:nvPr/>
        </p:nvPicPr>
        <p:blipFill>
          <a:blip r:embed="rId5"/>
          <a:stretch>
            <a:fillRect/>
          </a:stretch>
        </p:blipFill>
        <p:spPr>
          <a:xfrm>
            <a:off x="6756000" y="2034500"/>
            <a:ext cx="480000" cy="480000"/>
          </a:xfrm>
          <a:prstGeom prst="rect">
            <a:avLst/>
          </a:prstGeom>
        </p:spPr>
      </p:pic>
      <p:sp>
        <p:nvSpPr>
          <p:cNvPr id="365" name="TextBox 365"/>
          <p:cNvSpPr txBox="1"/>
          <p:nvPr/>
        </p:nvSpPr>
        <p:spPr>
          <a:xfrm>
            <a:off x="7646000" y="177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04</a:t>
            </a:r>
          </a:p>
        </p:txBody>
      </p:sp>
      <p:sp>
        <p:nvSpPr>
          <p:cNvPr id="366" name="TextBox 366"/>
          <p:cNvSpPr txBox="1"/>
          <p:nvPr/>
        </p:nvSpPr>
        <p:spPr>
          <a:xfrm>
            <a:off x="7646000" y="202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67" name="TextBox 367"/>
          <p:cNvSpPr txBox="1"/>
          <p:nvPr/>
        </p:nvSpPr>
        <p:spPr>
          <a:xfrm>
            <a:off x="7646000" y="2299831"/>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p:txBody>
      </p:sp>
      <p:sp>
        <p:nvSpPr>
          <p:cNvPr id="368" name="Shape 368"/>
          <p:cNvSpPr/>
          <p:nvPr/>
        </p:nvSpPr>
        <p:spPr>
          <a:xfrm>
            <a:off x="6246000" y="3164500"/>
            <a:ext cx="5545610" cy="1500000"/>
          </a:xfrm>
          <a:prstGeom prst="rect">
            <a:avLst/>
          </a:prstGeom>
          <a:solidFill>
            <a:srgbClr val="FFFFFF"/>
          </a:solidFill>
          <a:ln w="12700">
            <a:solidFill>
              <a:srgbClr val="C0C7CA"/>
            </a:solidFill>
          </a:ln>
          <a:effectLst>
            <a:outerShdw blurRad="88900" dist="38100" dir="8100000" algn="bl" rotWithShape="0">
              <a:srgbClr val="1B2540">
                <a:alpha val="14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69" name="Shape 369"/>
          <p:cNvSpPr/>
          <p:nvPr/>
        </p:nvSpPr>
        <p:spPr>
          <a:xfrm>
            <a:off x="6246000" y="316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0" name="Shape 370"/>
          <p:cNvSpPr/>
          <p:nvPr/>
        </p:nvSpPr>
        <p:spPr>
          <a:xfrm>
            <a:off x="6546000" y="3464500"/>
            <a:ext cx="900000" cy="900000"/>
          </a:xfrm>
          <a:prstGeom prst="ellipse">
            <a:avLst/>
          </a:prstGeom>
          <a:solidFill>
            <a:srgbClr val="F0EDE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pic>
        <p:nvPicPr>
          <p:cNvPr id="371" name="Icon 371"/>
          <p:cNvPicPr>
            <a:picLocks noChangeAspect="1"/>
          </p:cNvPicPr>
          <p:nvPr/>
        </p:nvPicPr>
        <p:blipFill>
          <a:blip r:embed="rId6"/>
          <a:stretch>
            <a:fillRect/>
          </a:stretch>
        </p:blipFill>
        <p:spPr>
          <a:xfrm>
            <a:off x="6756000" y="3674500"/>
            <a:ext cx="480000" cy="480000"/>
          </a:xfrm>
          <a:prstGeom prst="rect">
            <a:avLst/>
          </a:prstGeom>
        </p:spPr>
      </p:pic>
      <p:sp>
        <p:nvSpPr>
          <p:cNvPr id="372" name="TextBox 372"/>
          <p:cNvSpPr txBox="1"/>
          <p:nvPr/>
        </p:nvSpPr>
        <p:spPr>
          <a:xfrm>
            <a:off x="7646000" y="3414500"/>
            <a:ext cx="3865610" cy="26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100" normalizeH="0" baseline="0" noProof="0">
                <a:ln>
                  <a:noFill/>
                </a:ln>
                <a:solidFill>
                  <a:srgbClr val="E8542C"/>
                </a:solidFill>
                <a:effectLst/>
                <a:uLnTx/>
                <a:uFillTx/>
                <a:latin typeface="Arial" panose="020B0604020202020204"/>
                <a:ea typeface="+mn-ea"/>
                <a:cs typeface="Arial"/>
              </a:rPr>
              <a:t>05</a:t>
            </a:r>
          </a:p>
        </p:txBody>
      </p:sp>
      <p:sp>
        <p:nvSpPr>
          <p:cNvPr id="373" name="TextBox 373"/>
          <p:cNvSpPr txBox="1"/>
          <p:nvPr/>
        </p:nvSpPr>
        <p:spPr>
          <a:xfrm>
            <a:off x="7646000" y="3664500"/>
            <a:ext cx="3865610" cy="34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all" spc="30" normalizeH="0" baseline="0" noProof="0">
                <a:ln>
                  <a:noFill/>
                </a:ln>
                <a:solidFill>
                  <a:srgbClr val="1F4456"/>
                </a:solidFill>
                <a:effectLst/>
                <a:uLnTx/>
                <a:uFillTx/>
                <a:latin typeface="Arial" panose="020B0604020202020204"/>
                <a:ea typeface="+mn-ea"/>
                <a:cs typeface="Arial"/>
              </a:rPr>
              <a:t>Lorem ipsum dolor sit amet</a:t>
            </a:r>
          </a:p>
        </p:txBody>
      </p:sp>
      <p:sp>
        <p:nvSpPr>
          <p:cNvPr id="374" name="TextBox 374"/>
          <p:cNvSpPr txBox="1"/>
          <p:nvPr/>
        </p:nvSpPr>
        <p:spPr>
          <a:xfrm>
            <a:off x="7646000" y="3990632"/>
            <a:ext cx="3865610" cy="56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 adipiscing elit sed do eiusmod tempor</a:t>
            </a:r>
          </a:p>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100" b="0" i="0" u="none" strike="noStrike" kern="1200" cap="none" spc="0" normalizeH="0" baseline="0" noProof="0">
                <a:ln>
                  <a:noFill/>
                </a:ln>
                <a:solidFill>
                  <a:srgbClr val="3D4B52"/>
                </a:solidFill>
                <a:effectLst/>
                <a:uLnTx/>
                <a:uFillTx/>
                <a:latin typeface="Arial" panose="020B0604020202020204"/>
                <a:ea typeface="+mn-ea"/>
                <a:cs typeface="Arial"/>
              </a:rPr>
              <a:t>Lorem ipsum dolor sit amet consectetur</a:t>
            </a:r>
          </a:p>
        </p:txBody>
      </p:sp>
      <p:sp>
        <p:nvSpPr>
          <p:cNvPr id="375" name="Shape 375"/>
          <p:cNvSpPr/>
          <p:nvPr/>
        </p:nvSpPr>
        <p:spPr>
          <a:xfrm>
            <a:off x="6246000" y="4804500"/>
            <a:ext cx="5545610" cy="1500000"/>
          </a:xfrm>
          <a:prstGeom prst="rect">
            <a:avLst/>
          </a:prstGeom>
          <a:solidFill>
            <a:srgbClr val="1F4456"/>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6" name="Shape 376"/>
          <p:cNvSpPr/>
          <p:nvPr/>
        </p:nvSpPr>
        <p:spPr>
          <a:xfrm>
            <a:off x="6246000" y="4804500"/>
            <a:ext cx="76200" cy="1500000"/>
          </a:xfrm>
          <a:prstGeom prst="rect">
            <a:avLst/>
          </a:prstGeom>
          <a:solidFill>
            <a:srgbClr val="E8542C"/>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262626"/>
              </a:solidFill>
              <a:effectLst/>
              <a:uLnTx/>
              <a:uFillTx/>
              <a:latin typeface="Arial" panose="020B0604020202020204"/>
              <a:ea typeface="+mn-ea"/>
              <a:cs typeface="+mn-cs"/>
            </a:endParaRPr>
          </a:p>
        </p:txBody>
      </p:sp>
      <p:sp>
        <p:nvSpPr>
          <p:cNvPr id="377" name="TextBox 377"/>
          <p:cNvSpPr txBox="1"/>
          <p:nvPr/>
        </p:nvSpPr>
        <p:spPr>
          <a:xfrm>
            <a:off x="6706000" y="5104500"/>
            <a:ext cx="4785610" cy="28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all" spc="100" normalizeH="0" baseline="0" noProof="0">
                <a:ln>
                  <a:noFill/>
                </a:ln>
                <a:solidFill>
                  <a:srgbClr val="FDBD50"/>
                </a:solidFill>
                <a:effectLst/>
                <a:uLnTx/>
                <a:uFillTx/>
                <a:latin typeface="Arial" panose="020B0604020202020204"/>
                <a:ea typeface="+mn-ea"/>
                <a:cs typeface="Arial"/>
              </a:rPr>
              <a:t>How we deliver</a:t>
            </a:r>
          </a:p>
        </p:txBody>
      </p:sp>
      <p:sp>
        <p:nvSpPr>
          <p:cNvPr id="378" name="TextBox 378"/>
          <p:cNvSpPr txBox="1"/>
          <p:nvPr/>
        </p:nvSpPr>
        <p:spPr>
          <a:xfrm>
            <a:off x="6706000" y="5424500"/>
            <a:ext cx="4785610" cy="700000"/>
          </a:xfrm>
          <a:prstGeom prst="rect">
            <a:avLst/>
          </a:prstGeom>
          <a:noFill/>
        </p:spPr>
        <p:txBody>
          <a:bodyPr wrap="square" lIns="0" tIns="0" rIns="0" bIns="0" anchor="t">
            <a:noAutofit/>
          </a:bodyPr>
          <a:lstStyle/>
          <a:p>
            <a:pPr marL="0" marR="0" lvl="0" indent="0" algn="l" defTabSz="914400" rtl="0" eaLnBrk="1" fontAlgn="auto" latinLnBrk="0" hangingPunct="1">
              <a:lnSpc>
                <a:spcPct val="108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FFF"/>
                </a:solidFill>
                <a:effectLst/>
                <a:uLnTx/>
                <a:uFillTx/>
                <a:latin typeface="Arial" panose="020B0604020202020204"/>
                <a:ea typeface="+mn-ea"/>
                <a:cs typeface="Arial"/>
              </a:rPr>
              <a:t>Lorem ipsum dolor sit amet consectetur.</a:t>
            </a:r>
          </a:p>
        </p:txBody>
      </p:sp>
      <p:sp>
        <p:nvSpPr>
          <p:cNvPr id="2" name="Rectangle 1">
            <a:extLst>
              <a:ext uri="{FF2B5EF4-FFF2-40B4-BE49-F238E27FC236}">
                <a16:creationId xmlns:a16="http://schemas.microsoft.com/office/drawing/2014/main" id="{67E91838-3B53-F604-1515-4B2BA360DB0C}"/>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Feeds into overarching GP strategy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Text"/>
          <p:cNvSpPr txBox="1"/>
          <p:nvPr/>
        </p:nvSpPr>
        <p:spPr>
          <a:xfrm>
            <a:off x="521234" y="350000"/>
            <a:ext cx="11150000" cy="700000"/>
          </a:xfrm>
          <a:prstGeom prst="rect">
            <a:avLst/>
          </a:prstGeom>
          <a:noFill/>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all" spc="0" normalizeH="0" baseline="0" noProof="0">
                <a:ln>
                  <a:noFill/>
                </a:ln>
                <a:solidFill>
                  <a:srgbClr val="000000"/>
                </a:solidFill>
                <a:effectLst/>
                <a:uLnTx/>
                <a:uFillTx/>
                <a:latin typeface="Arial" panose="020B0604020202020204"/>
                <a:ea typeface="+mn-ea"/>
                <a:cs typeface="+mn-cs"/>
              </a:rPr>
              <a:t>INITIATIVES| </a:t>
            </a:r>
            <a:r>
              <a:rPr kumimoji="0" lang="en-GB" sz="2000" b="0" i="0" u="none" strike="noStrike" kern="1200" cap="all" spc="0" normalizeH="0" baseline="0" noProof="0">
                <a:ln>
                  <a:noFill/>
                </a:ln>
                <a:solidFill>
                  <a:srgbClr val="000000"/>
                </a:solidFill>
                <a:effectLst/>
                <a:uLnTx/>
                <a:uFillTx/>
                <a:latin typeface="Arial" panose="020B0604020202020204"/>
                <a:ea typeface="+mn-ea"/>
                <a:cs typeface="+mn-cs"/>
              </a:rPr>
              <a:t>PROGRAMME CAPTURE forecast </a:t>
            </a:r>
            <a:r>
              <a:rPr kumimoji="0" lang="en-GB" sz="2000" b="0" i="0" u="none" strike="noStrike" kern="1200" cap="none" spc="0" normalizeH="0" baseline="0" noProof="0">
                <a:ln>
                  <a:noFill/>
                </a:ln>
                <a:solidFill>
                  <a:srgbClr val="000000"/>
                </a:solidFill>
                <a:effectLst/>
                <a:uLnTx/>
                <a:uFillTx/>
                <a:latin typeface="Arial" panose="020B0604020202020204"/>
                <a:ea typeface="+mn-ea"/>
                <a:cs typeface="+mn-cs"/>
              </a:rPr>
              <a:t>PHASED TO 2030 | Greater China</a:t>
            </a:r>
          </a:p>
        </p:txBody>
      </p:sp>
      <p:graphicFrame>
        <p:nvGraphicFramePr>
          <p:cNvPr id="20" name="Initiatives Table"/>
          <p:cNvGraphicFramePr>
            <a:graphicFrameLocks noGrp="1"/>
          </p:cNvGraphicFramePr>
          <p:nvPr/>
        </p:nvGraphicFramePr>
        <p:xfrm>
          <a:off x="246342" y="937999"/>
          <a:ext cx="11310658" cy="4683873"/>
        </p:xfrm>
        <a:graphic>
          <a:graphicData uri="http://schemas.openxmlformats.org/drawingml/2006/table">
            <a:tbl>
              <a:tblPr firstRow="1">
                <a:tableStyleId>{5C22544A-7EE6-4342-B048-85BDC9FD1C3A}</a:tableStyleId>
              </a:tblPr>
              <a:tblGrid>
                <a:gridCol w="2297641">
                  <a:extLst>
                    <a:ext uri="{9D8B030D-6E8A-4147-A177-3AD203B41FA5}">
                      <a16:colId xmlns:a16="http://schemas.microsoft.com/office/drawing/2014/main" val="20000"/>
                    </a:ext>
                  </a:extLst>
                </a:gridCol>
                <a:gridCol w="4535561">
                  <a:extLst>
                    <a:ext uri="{9D8B030D-6E8A-4147-A177-3AD203B41FA5}">
                      <a16:colId xmlns:a16="http://schemas.microsoft.com/office/drawing/2014/main" val="20001"/>
                    </a:ext>
                  </a:extLst>
                </a:gridCol>
                <a:gridCol w="1119364">
                  <a:extLst>
                    <a:ext uri="{9D8B030D-6E8A-4147-A177-3AD203B41FA5}">
                      <a16:colId xmlns:a16="http://schemas.microsoft.com/office/drawing/2014/main" val="20002"/>
                    </a:ext>
                  </a:extLst>
                </a:gridCol>
                <a:gridCol w="1119364">
                  <a:extLst>
                    <a:ext uri="{9D8B030D-6E8A-4147-A177-3AD203B41FA5}">
                      <a16:colId xmlns:a16="http://schemas.microsoft.com/office/drawing/2014/main" val="20003"/>
                    </a:ext>
                  </a:extLst>
                </a:gridCol>
                <a:gridCol w="1119364">
                  <a:extLst>
                    <a:ext uri="{9D8B030D-6E8A-4147-A177-3AD203B41FA5}">
                      <a16:colId xmlns:a16="http://schemas.microsoft.com/office/drawing/2014/main" val="20004"/>
                    </a:ext>
                  </a:extLst>
                </a:gridCol>
                <a:gridCol w="1119364">
                  <a:extLst>
                    <a:ext uri="{9D8B030D-6E8A-4147-A177-3AD203B41FA5}">
                      <a16:colId xmlns:a16="http://schemas.microsoft.com/office/drawing/2014/main" val="20005"/>
                    </a:ext>
                  </a:extLst>
                </a:gridCol>
              </a:tblGrid>
              <a:tr h="202855">
                <a:tc>
                  <a:txBody>
                    <a:bodyPr/>
                    <a:lstStyle/>
                    <a:p>
                      <a:pPr marL="0" indent="0" algn="l">
                        <a:lnSpc>
                          <a:spcPct val="90000"/>
                        </a:lnSpc>
                        <a:spcBef>
                          <a:spcPts val="100"/>
                        </a:spcBef>
                        <a:spcAft>
                          <a:spcPts val="100"/>
                        </a:spcAft>
                        <a:buNone/>
                      </a:pPr>
                      <a:r>
                        <a:rPr lang="en-GB" sz="1100" b="1" i="0">
                          <a:solidFill>
                            <a:srgbClr val="FFFFFF"/>
                          </a:solidFill>
                          <a:latin typeface="+mn-lt"/>
                        </a:rPr>
                        <a:t>INITIATIVE</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l">
                        <a:lnSpc>
                          <a:spcPct val="90000"/>
                        </a:lnSpc>
                        <a:spcBef>
                          <a:spcPts val="100"/>
                        </a:spcBef>
                        <a:spcAft>
                          <a:spcPts val="100"/>
                        </a:spcAft>
                        <a:buNone/>
                      </a:pPr>
                      <a:r>
                        <a:rPr lang="en-GB" sz="1100" b="1" i="0">
                          <a:solidFill>
                            <a:srgbClr val="FFFFFF"/>
                          </a:solidFill>
                          <a:latin typeface="+mn-lt"/>
                        </a:rPr>
                        <a:t>WHAT CHANGES</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2027</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2028</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2029</a:t>
                      </a:r>
                    </a:p>
                  </a:txBody>
                  <a:tcPr marL="72000" marR="72000" marT="13716" marB="13716" anchor="ctr">
                    <a:lnB w="6350" cap="flat" cmpd="sng" algn="ctr">
                      <a:solidFill>
                        <a:srgbClr val="C0C7CA"/>
                      </a:solidFill>
                      <a:prstDash val="solid"/>
                    </a:lnB>
                    <a:solidFill>
                      <a:srgbClr val="1F4456"/>
                    </a:solidFill>
                  </a:tcPr>
                </a:tc>
                <a:tc>
                  <a:txBody>
                    <a:bodyPr/>
                    <a:lstStyle/>
                    <a:p>
                      <a:pPr marL="0" indent="0" algn="ctr">
                        <a:lnSpc>
                          <a:spcPct val="90000"/>
                        </a:lnSpc>
                        <a:spcBef>
                          <a:spcPts val="100"/>
                        </a:spcBef>
                        <a:spcAft>
                          <a:spcPts val="100"/>
                        </a:spcAft>
                        <a:buNone/>
                      </a:pPr>
                      <a:r>
                        <a:rPr lang="en-GB" sz="1100" b="1" i="0">
                          <a:solidFill>
                            <a:srgbClr val="FFFFFF"/>
                          </a:solidFill>
                          <a:latin typeface="+mn-lt"/>
                        </a:rPr>
                        <a:t>2030</a:t>
                      </a:r>
                    </a:p>
                  </a:txBody>
                  <a:tcPr marL="72000" marR="72000" marT="13716" marB="13716" anchor="ctr">
                    <a:lnB w="6350" cap="flat" cmpd="sng" algn="ctr">
                      <a:solidFill>
                        <a:srgbClr val="C0C7CA"/>
                      </a:solidFill>
                      <a:prstDash val="solid"/>
                    </a:lnB>
                    <a:solidFill>
                      <a:srgbClr val="1F4456"/>
                    </a:solidFill>
                  </a:tcPr>
                </a:tc>
                <a:extLst>
                  <a:ext uri="{0D108BD9-81ED-4DB2-BD59-A6C34878D82A}">
                    <a16:rowId xmlns:a16="http://schemas.microsoft.com/office/drawing/2014/main" val="10000"/>
                  </a:ext>
                </a:extLst>
              </a:tr>
              <a:tr h="343293">
                <a:tc gridSpan="2">
                  <a:txBody>
                    <a:bodyPr/>
                    <a:lstStyle/>
                    <a:p>
                      <a:pPr marL="0" indent="0" algn="l">
                        <a:lnSpc>
                          <a:spcPct val="90000"/>
                        </a:lnSpc>
                        <a:spcBef>
                          <a:spcPts val="100"/>
                        </a:spcBef>
                        <a:spcAft>
                          <a:spcPts val="100"/>
                        </a:spcAft>
                        <a:buNone/>
                      </a:pPr>
                      <a:endParaRPr sz="2000"/>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gridSpan="4">
                  <a:txBody>
                    <a:bodyPr/>
                    <a:lstStyle/>
                    <a:p>
                      <a:pPr marL="0" indent="0" algn="ctr">
                        <a:lnSpc>
                          <a:spcPct val="90000"/>
                        </a:lnSpc>
                        <a:spcBef>
                          <a:spcPts val="100"/>
                        </a:spcBef>
                        <a:spcAft>
                          <a:spcPts val="100"/>
                        </a:spcAft>
                        <a:buNone/>
                      </a:pPr>
                      <a:r>
                        <a:rPr lang="en-GB" sz="800" b="0" i="1">
                          <a:solidFill>
                            <a:srgbClr val="688997"/>
                          </a:solidFill>
                          <a:latin typeface="+mn-lt"/>
                        </a:rPr>
                        <a:t>Additional programme spend captured, cumulative — $m and percentage points of addressable spend</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1"/>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ACCELERATE — build on what we already have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02"/>
                  </a:ext>
                </a:extLst>
              </a:tr>
              <a:tr h="452523">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 enim ad minim veniam quis nostrud</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03"/>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4"/>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5"/>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6"/>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 aliqua ut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7"/>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8"/>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extLst>
                  <a:ext uri="{0D108BD9-81ED-4DB2-BD59-A6C34878D82A}">
                    <a16:rowId xmlns:a16="http://schemas.microsoft.com/office/drawing/2014/main" val="10009"/>
                  </a:ext>
                </a:extLst>
              </a:tr>
              <a:tr h="364388">
                <a:tc gridSpan="2">
                  <a:txBody>
                    <a:bodyPr/>
                    <a:lstStyle/>
                    <a:p>
                      <a:pPr marL="0" indent="0" algn="l">
                        <a:lnSpc>
                          <a:spcPct val="90000"/>
                        </a:lnSpc>
                        <a:spcBef>
                          <a:spcPts val="100"/>
                        </a:spcBef>
                        <a:spcAft>
                          <a:spcPts val="100"/>
                        </a:spcAft>
                        <a:buNone/>
                      </a:pPr>
                      <a:r>
                        <a:rPr lang="en-GB" sz="1050" b="1" i="0">
                          <a:solidFill>
                            <a:srgbClr val="1F4456"/>
                          </a:solidFill>
                          <a:latin typeface="+mn-lt"/>
                        </a:rPr>
                        <a:t>Accelerate subtotal</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$XXXm</a:t>
                      </a:r>
                    </a:p>
                    <a:p>
                      <a:pPr marL="0" indent="0" algn="ctr">
                        <a:lnSpc>
                          <a:spcPct val="90000"/>
                        </a:lnSpc>
                        <a:spcBef>
                          <a:spcPts val="100"/>
                        </a:spcBef>
                        <a:spcAft>
                          <a:spcPts val="100"/>
                        </a:spcAft>
                        <a:buNone/>
                      </a:pPr>
                      <a:r>
                        <a:rPr lang="en-GB" sz="900" b="0" i="1">
                          <a:solidFill>
                            <a:srgbClr val="1F4456"/>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7F5F4"/>
                    </a:solidFill>
                  </a:tcPr>
                </a:tc>
                <a:extLst>
                  <a:ext uri="{0D108BD9-81ED-4DB2-BD59-A6C34878D82A}">
                    <a16:rowId xmlns:a16="http://schemas.microsoft.com/office/drawing/2014/main" val="10010"/>
                  </a:ext>
                </a:extLst>
              </a:tr>
              <a:tr h="202855">
                <a:tc gridSpan="6">
                  <a:txBody>
                    <a:bodyPr/>
                    <a:lstStyle/>
                    <a:p>
                      <a:pPr marL="0" indent="0" algn="l">
                        <a:lnSpc>
                          <a:spcPct val="90000"/>
                        </a:lnSpc>
                        <a:spcBef>
                          <a:spcPts val="100"/>
                        </a:spcBef>
                        <a:spcAft>
                          <a:spcPts val="100"/>
                        </a:spcAft>
                        <a:buNone/>
                      </a:pPr>
                      <a:r>
                        <a:rPr lang="en-GB" sz="1100" b="1" i="0">
                          <a:solidFill>
                            <a:srgbClr val="E8542C"/>
                          </a:solidFill>
                          <a:latin typeface="+mn-lt"/>
                        </a:rPr>
                        <a:t>STEP-CHANGE — buy scale rather than build it </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0EDEC"/>
                    </a:solidFill>
                  </a:tcPr>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tc hMerge="1">
                  <a:txBody>
                    <a:bodyPr/>
                    <a:lstStyle/>
                    <a:p>
                      <a:endParaRPr/>
                    </a:p>
                  </a:txBody>
                  <a:tcPr marL="72000" marR="72000" marT="13716" marB="13716"/>
                </a:tc>
                <a:extLst>
                  <a:ext uri="{0D108BD9-81ED-4DB2-BD59-A6C34878D82A}">
                    <a16:rowId xmlns:a16="http://schemas.microsoft.com/office/drawing/2014/main" val="10011"/>
                  </a:ext>
                </a:extLst>
              </a:tr>
              <a:tr h="364388">
                <a:tc>
                  <a:txBody>
                    <a:bodyPr/>
                    <a:lstStyle/>
                    <a:p>
                      <a:pPr marL="0" indent="0" algn="l">
                        <a:lnSpc>
                          <a:spcPct val="90000"/>
                        </a:lnSpc>
                        <a:spcBef>
                          <a:spcPts val="100"/>
                        </a:spcBef>
                        <a:spcAft>
                          <a:spcPts val="100"/>
                        </a:spcAft>
                        <a:buNone/>
                      </a:pPr>
                      <a:r>
                        <a:rPr lang="en-GB" sz="1000" b="1" i="0">
                          <a:solidFill>
                            <a:srgbClr val="1F4456"/>
                          </a:solidFill>
                          <a:latin typeface="+mn-lt"/>
                        </a:rPr>
                        <a:t>Lorem ipsum dolor sit amet</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noFill/>
                  </a:tcPr>
                </a:tc>
                <a:tc>
                  <a:txBody>
                    <a:bodyPr/>
                    <a:lstStyle/>
                    <a:p>
                      <a:pPr marL="0" indent="0" algn="l">
                        <a:lnSpc>
                          <a:spcPct val="90000"/>
                        </a:lnSpc>
                        <a:spcBef>
                          <a:spcPts val="100"/>
                        </a:spcBef>
                        <a:spcAft>
                          <a:spcPts val="100"/>
                        </a:spcAft>
                        <a:buNone/>
                      </a:pPr>
                      <a:r>
                        <a:rPr lang="en-GB" sz="900" b="0" i="0">
                          <a:solidFill>
                            <a:schemeClr val="tx1"/>
                          </a:solidFill>
                          <a:latin typeface="+mn-lt"/>
                        </a:rPr>
                        <a:t>Lorem ipsum dolor sit amet consectetur adipiscing elit sed do eiusmod tempor incididunt ut labore et dolore magna</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tc>
                  <a:txBody>
                    <a:bodyPr/>
                    <a:lstStyle/>
                    <a:p>
                      <a:pPr marL="0" indent="0" algn="ctr">
                        <a:lnSpc>
                          <a:spcPct val="90000"/>
                        </a:lnSpc>
                        <a:spcBef>
                          <a:spcPts val="100"/>
                        </a:spcBef>
                        <a:spcAft>
                          <a:spcPts val="100"/>
                        </a:spcAft>
                        <a:buNone/>
                      </a:pPr>
                      <a:r>
                        <a:rPr lang="en-GB" sz="1050" b="1" i="0">
                          <a:solidFill>
                            <a:srgbClr val="1F4456"/>
                          </a:solidFill>
                          <a:latin typeface="+mn-lt"/>
                        </a:rPr>
                        <a:t>$XXm</a:t>
                      </a:r>
                    </a:p>
                    <a:p>
                      <a:pPr marL="0" indent="0" algn="ctr">
                        <a:lnSpc>
                          <a:spcPct val="90000"/>
                        </a:lnSpc>
                        <a:spcBef>
                          <a:spcPts val="100"/>
                        </a:spcBef>
                        <a:spcAft>
                          <a:spcPts val="100"/>
                        </a:spcAft>
                        <a:buNone/>
                      </a:pPr>
                      <a:r>
                        <a:rPr lang="en-GB" sz="900" b="0" i="1">
                          <a:solidFill>
                            <a:srgbClr val="688997"/>
                          </a:solidFill>
                          <a:latin typeface="+mn-lt"/>
                        </a:rPr>
                        <a:t>X.Xpp</a:t>
                      </a:r>
                    </a:p>
                  </a:txBody>
                  <a:tcPr marL="72000" marR="72000" marT="13716" marB="13716" anchor="ctr">
                    <a:lnB w="6350" cap="flat" cmpd="sng" algn="ctr">
                      <a:solidFill>
                        <a:srgbClr val="C0C7CA"/>
                      </a:solidFill>
                      <a:prstDash val="solid"/>
                    </a:lnB>
                    <a:noFill/>
                  </a:tcPr>
                </a:tc>
                <a:extLst>
                  <a:ext uri="{0D108BD9-81ED-4DB2-BD59-A6C34878D82A}">
                    <a16:rowId xmlns:a16="http://schemas.microsoft.com/office/drawing/2014/main" val="10012"/>
                  </a:ext>
                </a:extLst>
              </a:tr>
              <a:tr h="364388">
                <a:tc gridSpan="2">
                  <a:txBody>
                    <a:bodyPr/>
                    <a:lstStyle/>
                    <a:p>
                      <a:pPr marL="0" indent="0" algn="l">
                        <a:lnSpc>
                          <a:spcPct val="90000"/>
                        </a:lnSpc>
                        <a:spcBef>
                          <a:spcPts val="100"/>
                        </a:spcBef>
                        <a:spcAft>
                          <a:spcPts val="100"/>
                        </a:spcAft>
                        <a:buNone/>
                      </a:pPr>
                      <a:r>
                        <a:rPr lang="en-GB" sz="1050" b="1" i="0">
                          <a:solidFill>
                            <a:srgbClr val="E8542C"/>
                          </a:solidFill>
                          <a:latin typeface="+mn-lt"/>
                        </a:rPr>
                        <a:t>Total additional capture from initiatives</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hMerge="1">
                  <a:txBody>
                    <a:bodyPr/>
                    <a:lstStyle/>
                    <a:p>
                      <a:endParaRPr/>
                    </a:p>
                  </a:txBody>
                  <a:tcPr marL="72000" marR="72000" marT="13716" marB="13716"/>
                </a:tc>
                <a:tc>
                  <a:txBody>
                    <a:bodyPr/>
                    <a:lstStyle/>
                    <a:p>
                      <a:pPr marL="0" indent="0" algn="ctr">
                        <a:lnSpc>
                          <a:spcPct val="90000"/>
                        </a:lnSpc>
                        <a:spcBef>
                          <a:spcPts val="100"/>
                        </a:spcBef>
                        <a:spcAft>
                          <a:spcPts val="100"/>
                        </a:spcAft>
                        <a:buNone/>
                      </a:pPr>
                      <a:r>
                        <a:rPr lang="en-GB" sz="1050" b="1" i="0">
                          <a:solidFill>
                            <a:srgbClr val="E8542C"/>
                          </a:solidFill>
                          <a:latin typeface="+mn-lt"/>
                        </a:rPr>
                        <a:t>$XXm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tc>
                  <a:txBody>
                    <a:bodyPr/>
                    <a:lstStyle/>
                    <a:p>
                      <a:pPr marL="0" indent="0" algn="ctr">
                        <a:lnSpc>
                          <a:spcPct val="90000"/>
                        </a:lnSpc>
                        <a:spcBef>
                          <a:spcPts val="100"/>
                        </a:spcBef>
                        <a:spcAft>
                          <a:spcPts val="100"/>
                        </a:spcAft>
                        <a:buNone/>
                      </a:pPr>
                      <a:r>
                        <a:rPr lang="en-GB" sz="1050" b="1" i="0">
                          <a:solidFill>
                            <a:srgbClr val="E8542C"/>
                          </a:solidFill>
                          <a:latin typeface="+mn-lt"/>
                        </a:rPr>
                        <a:t>$XXXm</a:t>
                      </a:r>
                    </a:p>
                    <a:p>
                      <a:pPr marL="0" indent="0" algn="ctr">
                        <a:lnSpc>
                          <a:spcPct val="90000"/>
                        </a:lnSpc>
                        <a:spcBef>
                          <a:spcPts val="100"/>
                        </a:spcBef>
                        <a:spcAft>
                          <a:spcPts val="100"/>
                        </a:spcAft>
                        <a:buNone/>
                      </a:pPr>
                      <a:r>
                        <a:rPr lang="en-GB" sz="900" b="0" i="1">
                          <a:solidFill>
                            <a:srgbClr val="E8542C"/>
                          </a:solidFill>
                          <a:latin typeface="+mn-lt"/>
                        </a:rPr>
                        <a:t>X.Xpp</a:t>
                      </a:r>
                    </a:p>
                  </a:txBody>
                  <a:tcPr marL="72000" marR="72000" marT="13716" marB="13716" anchor="ctr">
                    <a:lnT w="6350" cap="flat" cmpd="sng" algn="ctr">
                      <a:solidFill>
                        <a:srgbClr val="C0C7CA"/>
                      </a:solidFill>
                      <a:prstDash val="solid"/>
                      <a:round/>
                      <a:headEnd type="none" w="med" len="med"/>
                      <a:tailEnd type="none" w="med" len="med"/>
                    </a:lnT>
                    <a:lnB w="6350" cap="flat" cmpd="sng" algn="ctr">
                      <a:solidFill>
                        <a:srgbClr val="C0C7CA"/>
                      </a:solidFill>
                      <a:prstDash val="solid"/>
                    </a:lnB>
                    <a:solidFill>
                      <a:srgbClr val="FBE9E3"/>
                    </a:solidFill>
                  </a:tcPr>
                </a:tc>
                <a:extLst>
                  <a:ext uri="{0D108BD9-81ED-4DB2-BD59-A6C34878D82A}">
                    <a16:rowId xmlns:a16="http://schemas.microsoft.com/office/drawing/2014/main" val="10013"/>
                  </a:ext>
                </a:extLst>
              </a:tr>
            </a:tbl>
          </a:graphicData>
        </a:graphic>
      </p:graphicFrame>
      <p:sp>
        <p:nvSpPr>
          <p:cNvPr id="21" name="Footnote"/>
          <p:cNvSpPr txBox="1"/>
          <p:nvPr/>
        </p:nvSpPr>
        <p:spPr>
          <a:xfrm>
            <a:off x="246342" y="5858497"/>
            <a:ext cx="11869457" cy="620000"/>
          </a:xfrm>
          <a:prstGeom prst="rect">
            <a:avLst/>
          </a:prstGeom>
          <a:noFill/>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1F4456"/>
                </a:solidFill>
                <a:effectLst/>
                <a:uLnTx/>
                <a:uFillTx/>
                <a:latin typeface="Arial" panose="020B0604020202020204"/>
                <a:ea typeface="+mn-ea"/>
                <a:cs typeface="+mn-c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500" b="1" i="0" u="none" strike="noStrike" kern="1200" cap="none" spc="0" normalizeH="0" baseline="0" noProof="0">
              <a:ln>
                <a:noFill/>
              </a:ln>
              <a:solidFill>
                <a:srgbClr val="1F4456"/>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1" u="none" strike="noStrike" kern="1200" cap="none" spc="0" normalizeH="0" baseline="0" noProof="0">
                <a:ln>
                  <a:noFill/>
                </a:ln>
                <a:solidFill>
                  <a:srgbClr val="688997"/>
                </a:solidFill>
                <a:effectLst/>
                <a:uLnTx/>
                <a:uFillTx/>
                <a:latin typeface="Arial" panose="020B0604020202020204"/>
                <a:ea typeface="+mn-ea"/>
                <a:cs typeface="+mn-cs"/>
              </a:rPr>
              <a:t>Phasing and ranges are directional stakes in the ground for discussion, not modelled forecasts. They assume the capability investments on the preceding pages are funded from 2027, and are not fully additive where initiatives overlap.</a:t>
            </a:r>
          </a:p>
        </p:txBody>
      </p:sp>
      <p:sp>
        <p:nvSpPr>
          <p:cNvPr id="2" name="Oval 1">
            <a:extLst>
              <a:ext uri="{FF2B5EF4-FFF2-40B4-BE49-F238E27FC236}">
                <a16:creationId xmlns:a16="http://schemas.microsoft.com/office/drawing/2014/main" id="{4EFA9002-0492-E423-7266-231CF31CD998}"/>
              </a:ext>
            </a:extLst>
          </p:cNvPr>
          <p:cNvSpPr/>
          <p:nvPr/>
        </p:nvSpPr>
        <p:spPr>
          <a:xfrm>
            <a:off x="10568119" y="4844598"/>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Oval 2">
            <a:extLst>
              <a:ext uri="{FF2B5EF4-FFF2-40B4-BE49-F238E27FC236}">
                <a16:creationId xmlns:a16="http://schemas.microsoft.com/office/drawing/2014/main" id="{9CC1D85A-B78E-CA6E-8764-1CBEC91E8583}"/>
              </a:ext>
            </a:extLst>
          </p:cNvPr>
          <p:cNvSpPr/>
          <p:nvPr/>
        </p:nvSpPr>
        <p:spPr>
          <a:xfrm>
            <a:off x="10568119" y="4315873"/>
            <a:ext cx="907524" cy="385011"/>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EA01E261-DD05-4ADD-0509-B8281B1D6DA2}"/>
              </a:ext>
            </a:extLst>
          </p:cNvPr>
          <p:cNvSpPr/>
          <p:nvPr/>
        </p:nvSpPr>
        <p:spPr>
          <a:xfrm>
            <a:off x="8743308" y="-157132"/>
            <a:ext cx="3554858" cy="36668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Appendix detail on budget &amp; Planning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38764&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BkWoumVocuRRwQAeUoAIC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XpWnXy2.bhR0sDNX3UHuBA"/>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Prkch6DattC_cdN12wF0d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MPXO246fOaz5XdywVB7e0A"/>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8xK8Xp7x18IYGxKAvwHloQ"/>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Dgusqc8D__JXEjkVHOb1fQ"/>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UznZvKXBj79.q3KXoLe4E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tIDL86Mo67MPnHzMCTZDU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74PfrNcjr8IgxOH2z1qin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SqOYOIZKen7FsDk6HDjlWw"/>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FqFHM45z6oDqRBJWd6cjd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j6V1hkQNDQfUmVnGy1Y80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ApR1_F1MJS4i6VO0fh_T2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dkoB2s1QP7RQoXELbcVN6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ABgqzZapkVhkMap6bHR4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YsoN_wmYGkNrt2Aa25gJh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jj9.qhc.7cz4wYtxHuCWTw"/>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i2w7rTd2j.n4wN2J8XrfN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UOtxqWI_TkPBP7ubJO6If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R_JAcC1Ewwd4l0gojSVTw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4XjhL7AdP5jdEKo4h3zG7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NrvwD4vACZD8H.gLHEDiH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KBlomOJTrNBnMvWSePWnw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WNHgaMCxj.hp25ktm6BHqg"/>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liJMRjGmM6ynEAgQVyGEjg"/>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bqXOpeSJ5u83wrR11QpTYQ"/>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R2498aECGsVFdN8DlIjc_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78Jx2yvbF59dwI6f0lx1i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09yC0LzQ6pWjJDK1XR.7R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jfUX9ciZRsaRwIo4KlIv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4A0mFy9pbFpK4KlqkSmq0g"/>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TbxlLpMvRUYq_axr_NzxGA"/>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b3j88WfY7YXPJpWltkX.IA"/>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Fbt.ZElnXIz7KS_H_r2St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waKAi6bct88W5AG05OmCt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LdCFrReq3RqLaxwIrLCTX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tz.7adaG8tThXBhWkhRas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4nBmR.jxChP7YRLv9MzkF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MknWYd2noXu10XWkn4Dlv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2Sy2rtTqNURZm73Ybq.Wyw"/>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UQ7DTzuM4uFENXVIB0Uz3Q"/>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tl0FXDnuFjTtpztB1MSY1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UiuuHVYSd7cTt.nMb9sYbQ"/>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NTCtmrJGRnbNDkdIQrds9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7MHcnv4HkKdA0Lr4kWcLT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gTb2znpaJkh35_Pl1yJdwQ"/>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4xP98Pu8r_MrJ4xVIbqdw"/>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tYFfQR5XfXVVQQCn1Wr4rg"/>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_gZibCVXfEZZoBzcy5T0Pw"/>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UO90GtyOQbGaOQORnH907Q"/>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ZU.19dlXgyJp5yAkxre_5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gQKfaedq3vqoKXQebLiN_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c2c7ca">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7_Office Theme">
  <a:themeElements>
    <a:clrScheme name="IHG">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IHG Procurement">
      <a:dk1>
        <a:srgbClr val="000000"/>
      </a:dk1>
      <a:lt1>
        <a:srgbClr val="FFFFFF"/>
      </a:lt1>
      <a:dk2>
        <a:srgbClr val="1F4456"/>
      </a:dk2>
      <a:lt2>
        <a:srgbClr val="F0EDEC"/>
      </a:lt2>
      <a:accent1>
        <a:srgbClr val="E8542C"/>
      </a:accent1>
      <a:accent2>
        <a:srgbClr val="688997"/>
      </a:accent2>
      <a:accent3>
        <a:srgbClr val="C0C7CA"/>
      </a:accent3>
      <a:accent4>
        <a:srgbClr val="228891"/>
      </a:accent4>
      <a:accent5>
        <a:srgbClr val="FDBD50"/>
      </a:accent5>
      <a:accent6>
        <a:srgbClr val="37649D"/>
      </a:accent6>
      <a:hlink>
        <a:srgbClr val="448790"/>
      </a:hlink>
      <a:folHlink>
        <a:srgbClr val="6F89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8_Office Theme">
  <a:themeElements>
    <a:clrScheme name="IHG">
      <a:dk1>
        <a:srgbClr val="262626"/>
      </a:dk1>
      <a:lt1>
        <a:srgbClr val="FFFFFF"/>
      </a:lt1>
      <a:dk2>
        <a:srgbClr val="1F4456"/>
      </a:dk2>
      <a:lt2>
        <a:srgbClr val="F0EEED"/>
      </a:lt2>
      <a:accent1>
        <a:srgbClr val="E8542C"/>
      </a:accent1>
      <a:accent2>
        <a:srgbClr val="C2C7CA"/>
      </a:accent2>
      <a:accent3>
        <a:srgbClr val="448790"/>
      </a:accent3>
      <a:accent4>
        <a:srgbClr val="F3C064"/>
      </a:accent4>
      <a:accent5>
        <a:srgbClr val="416399"/>
      </a:accent5>
      <a:accent6>
        <a:srgbClr val="44546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 id="{25E55350-D830-42B5-BA3D-DEEC88FBBA1E}" vid="{B4A49D03-2F0E-44B4-8AB9-E2E0C60A1257}"/>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EF47911103EC40BF25C753BD1EBE79" ma:contentTypeVersion="18" ma:contentTypeDescription="Create a new document." ma:contentTypeScope="" ma:versionID="a6e8b7c65e59194d4716cc53e335be21">
  <xsd:schema xmlns:xsd="http://www.w3.org/2001/XMLSchema" xmlns:xs="http://www.w3.org/2001/XMLSchema" xmlns:p="http://schemas.microsoft.com/office/2006/metadata/properties" xmlns:ns2="acfab750-c371-479f-8aaf-4e71d100b67e" xmlns:ns3="a5a50e5d-35a6-44a5-a921-eb058e1fa01f" targetNamespace="http://schemas.microsoft.com/office/2006/metadata/properties" ma:root="true" ma:fieldsID="da3680506da499c9bb6d4d8fa54ba60f" ns2:_="" ns3:_="">
    <xsd:import namespace="acfab750-c371-479f-8aaf-4e71d100b67e"/>
    <xsd:import namespace="a5a50e5d-35a6-44a5-a921-eb058e1fa01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element ref="ns2:MediaServiceBillingMetadata"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fab750-c371-479f-8aaf-4e71d100b6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ca3f799-1a95-413a-9635-5642501b371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5a50e5d-35a6-44a5-a921-eb058e1fa01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ad9f2fe4-c41c-4a20-a256-a3ab772ad62a}" ma:internalName="TaxCatchAll" ma:showField="CatchAllData" ma:web="a5a50e5d-35a6-44a5-a921-eb058e1fa01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cfab750-c371-479f-8aaf-4e71d100b67e">
      <Terms xmlns="http://schemas.microsoft.com/office/infopath/2007/PartnerControls"/>
    </lcf76f155ced4ddcb4097134ff3c332f>
    <TaxCatchAll xmlns="a5a50e5d-35a6-44a5-a921-eb058e1fa01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42D41D-E5C5-407F-A469-6406D449C4D4}">
  <ds:schemaRefs>
    <ds:schemaRef ds:uri="a5a50e5d-35a6-44a5-a921-eb058e1fa01f"/>
    <ds:schemaRef ds:uri="acfab750-c371-479f-8aaf-4e71d100b6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82D7B7-37B4-43B3-BE4B-A88A1F6B4413}">
  <ds:schemaRefs>
    <ds:schemaRef ds:uri="954bed9b-2924-45ac-a6b0-5795e03e4ac5"/>
    <ds:schemaRef ds:uri="a5a50e5d-35a6-44a5-a921-eb058e1fa01f"/>
    <ds:schemaRef ds:uri="acfab750-c371-479f-8aaf-4e71d100b67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B705CB-1E29-4F71-AA66-74A1646555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12239</Words>
  <Application>Microsoft Office PowerPoint</Application>
  <PresentationFormat>Widescreen</PresentationFormat>
  <Paragraphs>1908</Paragraphs>
  <Slides>56</Slides>
  <Notes>33</Notes>
  <HiddenSlides>2</HiddenSlides>
  <MMClips>0</MMClips>
  <ScaleCrop>false</ScaleCrop>
  <HeadingPairs>
    <vt:vector size="8" baseType="variant">
      <vt:variant>
        <vt:lpstr>Fonts Used</vt:lpstr>
      </vt:variant>
      <vt:variant>
        <vt:i4>10</vt:i4>
      </vt:variant>
      <vt:variant>
        <vt:lpstr>Theme</vt:lpstr>
      </vt:variant>
      <vt:variant>
        <vt:i4>6</vt:i4>
      </vt:variant>
      <vt:variant>
        <vt:lpstr>Embedded OLE Servers</vt:lpstr>
      </vt:variant>
      <vt:variant>
        <vt:i4>1</vt:i4>
      </vt:variant>
      <vt:variant>
        <vt:lpstr>Slide Titles</vt:lpstr>
      </vt:variant>
      <vt:variant>
        <vt:i4>56</vt:i4>
      </vt:variant>
    </vt:vector>
  </HeadingPairs>
  <TitlesOfParts>
    <vt:vector size="73" baseType="lpstr">
      <vt:lpstr>Aptos</vt:lpstr>
      <vt:lpstr>Aptos Narrow</vt:lpstr>
      <vt:lpstr>Arial</vt:lpstr>
      <vt:lpstr>Arial,Sans-Serif</vt:lpstr>
      <vt:lpstr>Calibri</vt:lpstr>
      <vt:lpstr>Graphik Semibold</vt:lpstr>
      <vt:lpstr>Graphik Wide Medium</vt:lpstr>
      <vt:lpstr>Graphik Wide Regular</vt:lpstr>
      <vt:lpstr>Segoe Sans</vt:lpstr>
      <vt:lpstr>Trebuchet MS</vt:lpstr>
      <vt:lpstr>1_Office Theme</vt:lpstr>
      <vt:lpstr>2_Office Theme</vt:lpstr>
      <vt:lpstr>3_Office Theme</vt:lpstr>
      <vt:lpstr>7_Office Theme</vt:lpstr>
      <vt:lpstr>4_Office Theme</vt:lpstr>
      <vt:lpstr>8_Office Theme</vt:lpstr>
      <vt:lpstr>thinkcell Slide</vt:lpstr>
      <vt:lpstr>IHG Procurement Strategy &amp; 2027 Priorities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2027-2030 BU Planning | Next Steps</vt:lpstr>
      <vt:lpstr>PowerPoint Presentation</vt:lpstr>
      <vt:lpstr>GP Regional Planning Template</vt:lpstr>
      <vt:lpstr>PowerPoint Presentation</vt:lpstr>
      <vt:lpstr>PowerPoint Presentation</vt:lpstr>
      <vt:lpstr>PowerPoint Presentation</vt:lpstr>
      <vt:lpstr>PowerPoint Presentation</vt:lpstr>
      <vt:lpstr>2027 - 2030 Budgeting | [ ]</vt:lpstr>
      <vt:lpstr>PowerPoint Presentation</vt:lpstr>
      <vt:lpstr>PowerPoint Presentation</vt:lpstr>
      <vt:lpstr>PowerPoint Presentation</vt:lpstr>
      <vt:lpstr>APPENDIX</vt:lpstr>
      <vt:lpstr>Optimizing the Managed Estate</vt:lpstr>
      <vt:lpstr>PowerPoint Presentation</vt:lpstr>
      <vt:lpstr>PowerPoint Presentation</vt:lpstr>
      <vt:lpstr>Building our Commercial Engine</vt:lpstr>
      <vt:lpstr>PowerPoint Presentation</vt:lpstr>
      <vt:lpstr>PowerPoint Presentation</vt:lpstr>
      <vt:lpstr>Scaling with Partners</vt:lpstr>
      <vt:lpstr>PowerPoint Presentation</vt:lpstr>
      <vt:lpstr>Procurement-as-a-Service (PaaS)</vt:lpstr>
      <vt:lpstr>PowerPoint Presentation</vt:lpstr>
      <vt:lpstr>PowerPoint Presentation</vt:lpstr>
      <vt:lpstr>ESM as a Comercial Lever</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APPENDIX</vt:lpstr>
      <vt:lpstr>Greater China</vt:lpstr>
      <vt:lpstr>PowerPoint Presentation</vt:lpstr>
      <vt:lpstr>PowerPoint Presentation</vt:lpstr>
      <vt:lpstr>EMEAA</vt:lpstr>
      <vt:lpstr>PowerPoint Presentation</vt:lpstr>
      <vt:lpstr>PowerPoint Presentation</vt:lpstr>
      <vt:lpstr>AMER</vt:lpstr>
      <vt:lpstr>PowerPoint Presentation</vt:lpstr>
      <vt:lpstr>PowerPoint Presentation</vt:lpstr>
      <vt:lpstr>Digital Priorities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Sakamaki, Robert</dc:creator>
  <cp:lastModifiedBy>Hamnett, Tom</cp:lastModifiedBy>
  <cp:revision>1</cp:revision>
  <dcterms:created xsi:type="dcterms:W3CDTF">2026-09-11T15:43:14Z</dcterms:created>
  <dcterms:modified xsi:type="dcterms:W3CDTF">2026-09-25T16:47:56Z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0x01010061EF47911103EC40BF25C753BD1EBE79</vt:lpwstr>
  </property>
</Properties>
</file>