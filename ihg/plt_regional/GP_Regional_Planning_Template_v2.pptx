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50.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6.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7.xml" ContentType="application/vnd.openxmlformats-officedocument.them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9.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tags/tag192.xml" ContentType="application/vnd.openxmlformats-officedocument.presentationml.tags+xml"/>
  <Override PartName="/ppt/notesSlides/notesSlide10.xml" ContentType="application/vnd.openxmlformats-officedocument.presentationml.notesSlide+xml"/>
  <Override PartName="/ppt/tags/tag19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3.xml" ContentType="application/vnd.openxmlformats-officedocument.presentationml.notesSlide+xml"/>
  <Override PartName="/ppt/charts/chart19.xml" ContentType="application/vnd.openxmlformats-officedocument.drawingml.chart+xml"/>
  <Override PartName="/ppt/tags/tag23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59.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 id="2147483695" r:id="rId5"/>
    <p:sldMasterId id="2147483758" r:id="rId6"/>
    <p:sldMasterId id="2147483835" r:id="rId7"/>
    <p:sldMasterId id="2147483905" r:id="rId8"/>
    <p:sldMasterId id="2147483941" r:id="rId9"/>
  </p:sldMasterIdLst>
  <p:notesMasterIdLst>
    <p:notesMasterId r:id="rId66"/>
  </p:notesMasterIdLst>
  <p:sldIdLst>
    <p:sldId id="322" r:id="rId22"/>
    <p:sldId id="2147483637" r:id="rId12"/>
    <p:sldId id="262" r:id="rId59"/>
    <p:sldId id="307" r:id="rId23"/>
    <p:sldId id="2147483481" r:id="rId24"/>
    <p:sldId id="2147483487" r:id="rId25"/>
    <p:sldId id="312" r:id="rId26"/>
    <p:sldId id="316" r:id="rId27"/>
    <p:sldId id="309" r:id="rId28"/>
    <p:sldId id="310" r:id="rId29"/>
    <p:sldId id="259" r:id="rId30"/>
    <p:sldId id="276" r:id="rId74"/>
    <p:sldId id="278" r:id="rId75"/>
    <p:sldId id="279" r:id="rId76"/>
    <p:sldId id="280" r:id="rId77"/>
    <p:sldId id="281" r:id="rId78"/>
    <p:sldId id="282" r:id="rId79"/>
    <p:sldId id="283" r:id="rId80"/>
    <p:sldId id="284" r:id="rId81"/>
    <p:sldId id="285" r:id="rId82"/>
    <p:sldId id="286" r:id="rId83"/>
    <p:sldId id="287" r:id="rId84"/>
    <p:sldId id="289" r:id="rId85"/>
    <p:sldId id="290" r:id="rId86"/>
    <p:sldId id="291" r:id="rId87"/>
    <p:sldId id="292" r:id="rId88"/>
    <p:sldId id="293" r:id="rId89"/>
    <p:sldId id="294" r:id="rId90"/>
    <p:sldId id="295" r:id="rId91"/>
    <p:sldId id="369" r:id="rId65"/>
  </p:sldIdLst>
  <p:sldSz cx="12192000" cy="6858000"/>
  <p:notesSz cx="6858000" cy="9144000"/>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72EFCEA-D4F4-4FB0-94FE-4B4AC6FB4919}">
          <p14:sldIdLst>
            <p14:sldId id="340"/>
            <p14:sldId id="2147483636"/>
            <p14:sldId id="2147483637"/>
            <p14:sldId id="7661"/>
            <p14:sldId id="257"/>
            <p14:sldId id="258"/>
            <p14:sldId id="365"/>
            <p14:sldId id="7667"/>
            <p14:sldId id="7669"/>
            <p14:sldId id="7670"/>
            <p14:sldId id="274"/>
            <p14:sldId id="2147483646"/>
          </p14:sldIdLst>
        </p14:section>
        <p14:section name="Appendix" id="{1EC7CB72-5AB4-4AA2-8B81-4D0871EF7EAD}">
          <p14:sldIdLst>
            <p14:sldId id="322"/>
            <p14:sldId id="307"/>
            <p14:sldId id="2147483481"/>
            <p14:sldId id="2147483487"/>
            <p14:sldId id="312"/>
            <p14:sldId id="316"/>
            <p14:sldId id="309"/>
            <p14:sldId id="310"/>
            <p14:sldId id="259"/>
            <p14:sldId id="277"/>
            <p14:sldId id="288"/>
            <p14:sldId id="269"/>
            <p14:sldId id="2147483531"/>
            <p14:sldId id="2147483642"/>
            <p14:sldId id="2147483530"/>
            <p14:sldId id="2147483644"/>
            <p14:sldId id="2147483618"/>
            <p14:sldId id="2147483619"/>
            <p14:sldId id="2147483632"/>
            <p14:sldId id="270"/>
            <p14:sldId id="271"/>
            <p14:sldId id="2147483623"/>
            <p14:sldId id="272"/>
            <p14:sldId id="273"/>
            <p14:sldId id="371"/>
            <p14:sldId id="256"/>
            <p14:sldId id="341"/>
            <p14:sldId id="342"/>
            <p14:sldId id="343"/>
            <p14:sldId id="344"/>
            <p14:sldId id="2147483647"/>
            <p14:sldId id="264"/>
            <p14:sldId id="265"/>
            <p14:sldId id="266"/>
            <p14:sldId id="260"/>
            <p14:sldId id="261"/>
            <p14:sldId id="263"/>
            <p14:sldId id="262"/>
            <p14:sldId id="267"/>
            <p14:sldId id="268"/>
            <p14:sldId id="275"/>
            <p14:sldId id="368"/>
            <p14:sldId id="2147483645"/>
            <p14:sldId id="36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4B173C-FEDE-F00D-A901-6B8451C6768E}" name="Smith, Louise" initials="LS" userId="S::Louise.Smith3@ihg.com::f54b677e-c661-4a02-b549-ba264c557d84" providerId="AD"/>
  <p188:author id="{77BF056E-9460-0023-02A1-9961E2AB752A}" name="Chen, Yuxuan" initials="YC" userId="S::Yuxuan.Chen@ihg.com::e3b0c641-9219-453e-b3d2-98ddf1795b31" providerId="AD"/>
  <p188:author id="{36361C85-FF0F-A52B-BF7C-9939BACE04D2}" name="Hamnett, Tom" initials="TH" userId="S::Tom.Hamnett@ihg.com::46fe7996-7cdb-41ee-b408-395aba67c7ce" providerId="AD"/>
  <p188:author id="{30AED58A-0F4C-DB32-37F8-F762B9D6814A}" name="Sakamaki, Robert" initials="RS" userId="S::Robert.Sakamaki@ihg.com::7dd527e6-8f82-4869-a0a7-f5cf7b60eadc" providerId="AD"/>
  <p188:author id="{4AE91CDB-7089-C6D0-D61A-F04436F0A2C3}" name="Shah, Sopan" initials="SS" userId="S::sopan.shah@ihg.com::c4ef5192-4b65-405e-9a70-49d76ba7a56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1F1F3"/>
    <a:srgbClr val="E7F8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32" y="68"/>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17.xml"/><Relationship Id="rId68"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66" Type="http://schemas.openxmlformats.org/officeDocument/2006/relationships/notesMaster" Target="notesMasters/notesMaster1.xml"/><Relationship Id="rId5" Type="http://schemas.openxmlformats.org/officeDocument/2006/relationships/slideMaster" Target="slideMasters/slideMaster2.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69" Type="http://schemas.openxmlformats.org/officeDocument/2006/relationships/viewProps" Target="viewProps.xml"/><Relationship Id="rId8" Type="http://schemas.openxmlformats.org/officeDocument/2006/relationships/slideMaster" Target="slideMasters/slideMaster5.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25" Type="http://schemas.openxmlformats.org/officeDocument/2006/relationships/slide" Target="slides/slide16.xml"/><Relationship Id="rId59" Type="http://schemas.openxmlformats.org/officeDocument/2006/relationships/slide" Target="slides/slide50.xml"/><Relationship Id="rId67" Type="http://schemas.openxmlformats.org/officeDocument/2006/relationships/tags" Target="tags/tag1.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65" Type="http://schemas.openxmlformats.org/officeDocument/2006/relationships/slide" Target="slides/slide56.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7" Type="http://schemas.openxmlformats.org/officeDocument/2006/relationships/slideMaster" Target="slideMasters/slideMaster4.xml"/><Relationship Id="rId71" Type="http://schemas.openxmlformats.org/officeDocument/2006/relationships/tableStyles" Target="tableStyles.xml"/>  <Relationship Id="rId74" Type="http://schemas.openxmlformats.org/officeDocument/2006/relationships/slide" Target="slides/slide57.xml"/>
  <Relationship Id="rId75" Type="http://schemas.openxmlformats.org/officeDocument/2006/relationships/slide" Target="slides/slide58.xml"/>
  <Relationship Id="rId76" Type="http://schemas.openxmlformats.org/officeDocument/2006/relationships/slide" Target="slides/slide59.xml"/>
  <Relationship Id="rId77" Type="http://schemas.openxmlformats.org/officeDocument/2006/relationships/slide" Target="slides/slide60.xml"/>
  <Relationship Id="rId78" Type="http://schemas.openxmlformats.org/officeDocument/2006/relationships/slide" Target="slides/slide61.xml"/>
  <Relationship Id="rId79" Type="http://schemas.openxmlformats.org/officeDocument/2006/relationships/slide" Target="slides/slide62.xml"/>
  <Relationship Id="rId80" Type="http://schemas.openxmlformats.org/officeDocument/2006/relationships/slide" Target="slides/slide63.xml"/>
  <Relationship Id="rId81" Type="http://schemas.openxmlformats.org/officeDocument/2006/relationships/slide" Target="slides/slide64.xml"/>
  <Relationship Id="rId82" Type="http://schemas.openxmlformats.org/officeDocument/2006/relationships/slide" Target="slides/slide65.xml"/>
  <Relationship Id="rId83" Type="http://schemas.openxmlformats.org/officeDocument/2006/relationships/slide" Target="slides/slide66.xml"/>
  <Relationship Id="rId84" Type="http://schemas.openxmlformats.org/officeDocument/2006/relationships/slide" Target="slides/slide67.xml"/>
  <Relationship Id="rId85" Type="http://schemas.openxmlformats.org/officeDocument/2006/relationships/slide" Target="slides/slide68.xml"/>
  <Relationship Id="rId86" Type="http://schemas.openxmlformats.org/officeDocument/2006/relationships/slide" Target="slides/slide69.xml"/>
  <Relationship Id="rId87" Type="http://schemas.openxmlformats.org/officeDocument/2006/relationships/slide" Target="slides/slide70.xml"/>
  <Relationship Id="rId88" Type="http://schemas.openxmlformats.org/officeDocument/2006/relationships/slide" Target="slides/slide71.xml"/>
  <Relationship Id="rId89" Type="http://schemas.openxmlformats.org/officeDocument/2006/relationships/slide" Target="slides/slide72.xml"/>
  <Relationship Id="rId90" Type="http://schemas.openxmlformats.org/officeDocument/2006/relationships/slide" Target="slides/slide73.xml"/>
  <Relationship Id="rId91" Type="http://schemas.openxmlformats.org/officeDocument/2006/relationships/slide" Target="slides/slide7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nett, Tom" userId="46fe7996-7cdb-41ee-b408-395aba67c7ce" providerId="ADAL" clId="{386EC425-AF82-40BE-B374-197D739C806F}"/>
    <pc:docChg chg="undo custSel modSld">
      <pc:chgData name="Hamnett, Tom" userId="46fe7996-7cdb-41ee-b408-395aba67c7ce" providerId="ADAL" clId="{386EC425-AF82-40BE-B374-197D739C806F}" dt="2026-09-25T16:47:53.960" v="13" actId="478"/>
      <pc:docMkLst>
        <pc:docMk/>
      </pc:docMkLst>
      <pc:sldChg chg="addSp delSp modSp mod">
        <pc:chgData name="Hamnett, Tom" userId="46fe7996-7cdb-41ee-b408-395aba67c7ce" providerId="ADAL" clId="{386EC425-AF82-40BE-B374-197D739C806F}" dt="2026-09-25T16:47:41.553" v="11" actId="478"/>
        <pc:sldMkLst>
          <pc:docMk/>
          <pc:sldMk cId="226903401" sldId="277"/>
        </pc:sldMkLst>
        <pc:spChg chg="add mod">
          <ac:chgData name="Hamnett, Tom" userId="46fe7996-7cdb-41ee-b408-395aba67c7ce" providerId="ADAL" clId="{386EC425-AF82-40BE-B374-197D739C806F}" dt="2026-09-25T16:47:41.553" v="11" actId="478"/>
          <ac:spMkLst>
            <pc:docMk/>
            <pc:sldMk cId="226903401" sldId="277"/>
            <ac:spMk id="7" creationId="{17759E7D-2AF5-AAE3-E502-01D7E26CFA0D}"/>
          </ac:spMkLst>
        </pc:spChg>
        <pc:picChg chg="del">
          <ac:chgData name="Hamnett, Tom" userId="46fe7996-7cdb-41ee-b408-395aba67c7ce" providerId="ADAL" clId="{386EC425-AF82-40BE-B374-197D739C806F}" dt="2026-09-25T16:47:41.553" v="11" actId="478"/>
          <ac:picMkLst>
            <pc:docMk/>
            <pc:sldMk cId="226903401" sldId="277"/>
            <ac:picMk id="10" creationId="{FFC906E2-0923-865A-76B2-3969FCCE79FB}"/>
          </ac:picMkLst>
        </pc:picChg>
      </pc:sldChg>
      <pc:sldChg chg="delSp mod">
        <pc:chgData name="Hamnett, Tom" userId="46fe7996-7cdb-41ee-b408-395aba67c7ce" providerId="ADAL" clId="{386EC425-AF82-40BE-B374-197D739C806F}" dt="2026-09-25T16:47:37.114" v="10" actId="478"/>
        <pc:sldMkLst>
          <pc:docMk/>
          <pc:sldMk cId="158195524" sldId="322"/>
        </pc:sldMkLst>
        <pc:picChg chg="del">
          <ac:chgData name="Hamnett, Tom" userId="46fe7996-7cdb-41ee-b408-395aba67c7ce" providerId="ADAL" clId="{386EC425-AF82-40BE-B374-197D739C806F}" dt="2026-09-25T16:47:37.114" v="10" actId="478"/>
          <ac:picMkLst>
            <pc:docMk/>
            <pc:sldMk cId="158195524" sldId="322"/>
            <ac:picMk id="6" creationId="{EAEFA770-378B-B484-272E-BC9180B606C2}"/>
          </ac:picMkLst>
        </pc:picChg>
      </pc:sldChg>
      <pc:sldChg chg="addSp delSp modSp mod">
        <pc:chgData name="Hamnett, Tom" userId="46fe7996-7cdb-41ee-b408-395aba67c7ce" providerId="ADAL" clId="{386EC425-AF82-40BE-B374-197D739C806F}" dt="2026-09-25T16:47:26.694" v="7" actId="478"/>
        <pc:sldMkLst>
          <pc:docMk/>
          <pc:sldMk cId="452307700" sldId="340"/>
        </pc:sldMkLst>
        <pc:spChg chg="add del mod">
          <ac:chgData name="Hamnett, Tom" userId="46fe7996-7cdb-41ee-b408-395aba67c7ce" providerId="ADAL" clId="{386EC425-AF82-40BE-B374-197D739C806F}" dt="2026-09-25T16:47:26.694" v="7" actId="478"/>
          <ac:spMkLst>
            <pc:docMk/>
            <pc:sldMk cId="452307700" sldId="340"/>
            <ac:spMk id="7" creationId="{9A59F627-BD70-3E63-D455-D1A1C9434DBF}"/>
          </ac:spMkLst>
        </pc:spChg>
        <pc:picChg chg="del">
          <ac:chgData name="Hamnett, Tom" userId="46fe7996-7cdb-41ee-b408-395aba67c7ce" providerId="ADAL" clId="{386EC425-AF82-40BE-B374-197D739C806F}" dt="2026-09-25T16:47:24.773" v="6" actId="478"/>
          <ac:picMkLst>
            <pc:docMk/>
            <pc:sldMk cId="452307700" sldId="340"/>
            <ac:picMk id="3" creationId="{A6672141-DF1E-EF1E-FC35-FBDADE030A44}"/>
          </ac:picMkLst>
        </pc:picChg>
      </pc:sldChg>
      <pc:sldChg chg="addSp delSp modSp mod">
        <pc:chgData name="Hamnett, Tom" userId="46fe7996-7cdb-41ee-b408-395aba67c7ce" providerId="ADAL" clId="{386EC425-AF82-40BE-B374-197D739C806F}" dt="2026-09-25T16:47:53.960" v="13" actId="478"/>
        <pc:sldMkLst>
          <pc:docMk/>
          <pc:sldMk cId="3698538882" sldId="371"/>
        </pc:sldMkLst>
        <pc:spChg chg="add mod">
          <ac:chgData name="Hamnett, Tom" userId="46fe7996-7cdb-41ee-b408-395aba67c7ce" providerId="ADAL" clId="{386EC425-AF82-40BE-B374-197D739C806F}" dt="2026-09-25T16:47:53.960" v="13" actId="478"/>
          <ac:spMkLst>
            <pc:docMk/>
            <pc:sldMk cId="3698538882" sldId="371"/>
            <ac:spMk id="7" creationId="{F6BC4953-15AE-93C4-6A3E-BD1F3582FB50}"/>
          </ac:spMkLst>
        </pc:spChg>
        <pc:picChg chg="del">
          <ac:chgData name="Hamnett, Tom" userId="46fe7996-7cdb-41ee-b408-395aba67c7ce" providerId="ADAL" clId="{386EC425-AF82-40BE-B374-197D739C806F}" dt="2026-09-25T16:47:53.960" v="13" actId="478"/>
          <ac:picMkLst>
            <pc:docMk/>
            <pc:sldMk cId="3698538882" sldId="371"/>
            <ac:picMk id="10" creationId="{ABB340EB-3662-65DD-57EC-D133DE304E7B}"/>
          </ac:picMkLst>
        </pc:picChg>
      </pc:sldChg>
      <pc:sldChg chg="addSp delSp modSp mod">
        <pc:chgData name="Hamnett, Tom" userId="46fe7996-7cdb-41ee-b408-395aba67c7ce" providerId="ADAL" clId="{386EC425-AF82-40BE-B374-197D739C806F}" dt="2026-09-25T16:47:15.853" v="5" actId="207"/>
        <pc:sldMkLst>
          <pc:docMk/>
          <pc:sldMk cId="886101802" sldId="2147483636"/>
        </pc:sldMkLst>
        <pc:spChg chg="add del mod">
          <ac:chgData name="Hamnett, Tom" userId="46fe7996-7cdb-41ee-b408-395aba67c7ce" providerId="ADAL" clId="{386EC425-AF82-40BE-B374-197D739C806F}" dt="2026-09-25T16:47:15.853" v="5" actId="207"/>
          <ac:spMkLst>
            <pc:docMk/>
            <pc:sldMk cId="886101802" sldId="2147483636"/>
            <ac:spMk id="22" creationId="{20B475EE-BF0A-151B-9019-91070BB34010}"/>
          </ac:spMkLst>
        </pc:spChg>
        <pc:spChg chg="del">
          <ac:chgData name="Hamnett, Tom" userId="46fe7996-7cdb-41ee-b408-395aba67c7ce" providerId="ADAL" clId="{386EC425-AF82-40BE-B374-197D739C806F}" dt="2026-09-25T16:46:42.057" v="0" actId="478"/>
          <ac:spMkLst>
            <pc:docMk/>
            <pc:sldMk cId="886101802" sldId="2147483636"/>
            <ac:spMk id="23" creationId="{B2D3DF01-CA87-4179-803C-964F1A77B502}"/>
          </ac:spMkLst>
        </pc:spChg>
        <pc:picChg chg="del">
          <ac:chgData name="Hamnett, Tom" userId="46fe7996-7cdb-41ee-b408-395aba67c7ce" providerId="ADAL" clId="{386EC425-AF82-40BE-B374-197D739C806F}" dt="2026-09-25T16:46:43.708" v="1" actId="478"/>
          <ac:picMkLst>
            <pc:docMk/>
            <pc:sldMk cId="886101802" sldId="2147483636"/>
            <ac:picMk id="21" creationId="{47CA3611-8FFB-DA06-666F-81B2EA9012F0}"/>
          </ac:picMkLst>
        </pc:picChg>
      </pc:sldChg>
      <pc:sldChg chg="addSp delSp modSp mod">
        <pc:chgData name="Hamnett, Tom" userId="46fe7996-7cdb-41ee-b408-395aba67c7ce" providerId="ADAL" clId="{386EC425-AF82-40BE-B374-197D739C806F}" dt="2026-09-25T16:47:34.059" v="9" actId="478"/>
        <pc:sldMkLst>
          <pc:docMk/>
          <pc:sldMk cId="3427548302" sldId="2147483646"/>
        </pc:sldMkLst>
        <pc:spChg chg="add del mod">
          <ac:chgData name="Hamnett, Tom" userId="46fe7996-7cdb-41ee-b408-395aba67c7ce" providerId="ADAL" clId="{386EC425-AF82-40BE-B374-197D739C806F}" dt="2026-09-25T16:47:34.059" v="9" actId="478"/>
          <ac:spMkLst>
            <pc:docMk/>
            <pc:sldMk cId="3427548302" sldId="2147483646"/>
            <ac:spMk id="7" creationId="{9F21D9A5-2921-9B3A-CB14-AB35C83C23B4}"/>
          </ac:spMkLst>
        </pc:spChg>
        <pc:picChg chg="del">
          <ac:chgData name="Hamnett, Tom" userId="46fe7996-7cdb-41ee-b408-395aba67c7ce" providerId="ADAL" clId="{386EC425-AF82-40BE-B374-197D739C806F}" dt="2026-09-25T16:47:32.550" v="8" actId="478"/>
          <ac:picMkLst>
            <pc:docMk/>
            <pc:sldMk cId="3427548302" sldId="2147483646"/>
            <ac:picMk id="2" creationId="{A6D47EF3-EC8C-4863-81EC-C39B0657690E}"/>
          </ac:picMkLst>
        </pc:picChg>
      </pc:sldChg>
      <pc:sldChg chg="addSp delSp modSp mod">
        <pc:chgData name="Hamnett, Tom" userId="46fe7996-7cdb-41ee-b408-395aba67c7ce" providerId="ADAL" clId="{386EC425-AF82-40BE-B374-197D739C806F}" dt="2026-09-25T16:47:47.027" v="12" actId="478"/>
        <pc:sldMkLst>
          <pc:docMk/>
          <pc:sldMk cId="4206292683" sldId="2147483647"/>
        </pc:sldMkLst>
        <pc:spChg chg="add mod">
          <ac:chgData name="Hamnett, Tom" userId="46fe7996-7cdb-41ee-b408-395aba67c7ce" providerId="ADAL" clId="{386EC425-AF82-40BE-B374-197D739C806F}" dt="2026-09-25T16:47:47.027" v="12" actId="478"/>
          <ac:spMkLst>
            <pc:docMk/>
            <pc:sldMk cId="4206292683" sldId="2147483647"/>
            <ac:spMk id="7" creationId="{64B86C05-853D-23FA-9736-0C487E18072C}"/>
          </ac:spMkLst>
        </pc:spChg>
        <pc:picChg chg="del">
          <ac:chgData name="Hamnett, Tom" userId="46fe7996-7cdb-41ee-b408-395aba67c7ce" providerId="ADAL" clId="{386EC425-AF82-40BE-B374-197D739C806F}" dt="2026-09-25T16:47:47.027" v="12" actId="478"/>
          <ac:picMkLst>
            <pc:docMk/>
            <pc:sldMk cId="4206292683" sldId="2147483647"/>
            <ac:picMk id="10" creationId="{1A666684-8F0E-86CE-9742-6CB86E08071A}"/>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_Worksheet16.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Binary_Worksheet17.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Binary_Worksheet18.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47.7</c:v>
                </c:pt>
                <c:pt idx="1">
                  <c:v>4.7</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20.7</c:v>
                </c:pt>
                <c:pt idx="1">
                  <c:v>8.1</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26.8</c:v>
                </c:pt>
                <c:pt idx="1">
                  <c:v>82.7</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4.8</c:v>
                </c:pt>
                <c:pt idx="1">
                  <c:v>4.8</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2.99</c:v>
                </c:pt>
                <c:pt idx="1">
                  <c:v>3.5436</c:v>
                </c:pt>
                <c:pt idx="2">
                  <c:v>1.196</c:v>
                </c:pt>
                <c:pt idx="3">
                  <c:v>0.299</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221.54100707338128</c:v>
                </c:pt>
                <c:pt idx="1">
                  <c:v>228.18723728558271</c:v>
                </c:pt>
                <c:pt idx="2">
                  <c:v>235.03285440415019</c:v>
                </c:pt>
                <c:pt idx="3">
                  <c:v>242.08384003627469</c:v>
                </c:pt>
                <c:pt idx="4">
                  <c:v>249.34635523736299</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51.000000000000028</c:v>
                </c:pt>
                <c:pt idx="2">
                  <c:v>139.99999999999997</c:v>
                </c:pt>
                <c:pt idx="3">
                  <c:v>254.00000000000006</c:v>
                </c:pt>
                <c:pt idx="4">
                  <c:v>365</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0</c:v>
                </c:pt>
                <c:pt idx="2">
                  <c:v>20</c:v>
                </c:pt>
                <c:pt idx="3">
                  <c:v>57</c:v>
                </c:pt>
                <c:pt idx="4">
                  <c:v>92</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6.34635523736301"/>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46.5</c:v>
                </c:pt>
                <c:pt idx="1">
                  <c:v>10.5</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23.3</c:v>
                </c:pt>
                <c:pt idx="1">
                  <c:v>31.2</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25.4</c:v>
                </c:pt>
                <c:pt idx="1">
                  <c:v>46.2</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4.9</c:v>
                </c:pt>
                <c:pt idx="1">
                  <c:v>11.9</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3.5436</c:v>
                </c:pt>
                <c:pt idx="1">
                  <c:v>2.6223</c:v>
                </c:pt>
                <c:pt idx="2">
                  <c:v>1.9136</c:v>
                </c:pt>
                <c:pt idx="3">
                  <c:v>0.3544</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221.54100707338128</c:v>
                </c:pt>
                <c:pt idx="1">
                  <c:v>228.18723728558271</c:v>
                </c:pt>
                <c:pt idx="2">
                  <c:v>235.03285440415019</c:v>
                </c:pt>
                <c:pt idx="3">
                  <c:v>242.08384003627469</c:v>
                </c:pt>
                <c:pt idx="4">
                  <c:v>249.34635523736299</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51.000000000000028</c:v>
                </c:pt>
                <c:pt idx="2">
                  <c:v>139.99999999999997</c:v>
                </c:pt>
                <c:pt idx="3">
                  <c:v>254.00000000000006</c:v>
                </c:pt>
                <c:pt idx="4">
                  <c:v>365</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0</c:v>
                </c:pt>
                <c:pt idx="2">
                  <c:v>20</c:v>
                </c:pt>
                <c:pt idx="3">
                  <c:v>57</c:v>
                </c:pt>
                <c:pt idx="4">
                  <c:v>92</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6.34635523736301"/>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47.4</c:v>
                </c:pt>
                <c:pt idx="1">
                  <c:v>1.8</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24.0</c:v>
                </c:pt>
                <c:pt idx="1">
                  <c:v>26.3</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23.4</c:v>
                </c:pt>
                <c:pt idx="1">
                  <c:v>71.9</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5.2</c:v>
                </c:pt>
                <c:pt idx="1">
                  <c:v>0.1</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0.0345</c:v>
                </c:pt>
                <c:pt idx="1">
                  <c:v>3.5436</c:v>
                </c:pt>
                <c:pt idx="2">
                  <c:v>2.99</c:v>
                </c:pt>
                <c:pt idx="3">
                  <c:v>0.1035</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221.54100707338128</c:v>
                </c:pt>
                <c:pt idx="1">
                  <c:v>228.18723728558271</c:v>
                </c:pt>
                <c:pt idx="2">
                  <c:v>235.03285440415019</c:v>
                </c:pt>
                <c:pt idx="3">
                  <c:v>242.08384003627469</c:v>
                </c:pt>
                <c:pt idx="4">
                  <c:v>249.34635523736299</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51.000000000000028</c:v>
                </c:pt>
                <c:pt idx="2">
                  <c:v>139.99999999999997</c:v>
                </c:pt>
                <c:pt idx="3">
                  <c:v>254.00000000000006</c:v>
                </c:pt>
                <c:pt idx="4">
                  <c:v>365</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0</c:v>
                </c:pt>
                <c:pt idx="2">
                  <c:v>20</c:v>
                </c:pt>
                <c:pt idx="3">
                  <c:v>57</c:v>
                </c:pt>
                <c:pt idx="4">
                  <c:v>92</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6.34635523736301"/>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453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179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A5041-FEE7-1C7E-28DE-1F03B1DCD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78EF6-2E7D-3259-C9DB-2894F6420CC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1E3648E-6843-FC78-664D-3B57CD018C6A}"/>
              </a:ext>
            </a:extLst>
          </p:cNvPr>
          <p:cNvSpPr>
            <a:spLocks noGrp="1"/>
          </p:cNvSpPr>
          <p:nvPr>
            <p:ph type="body" idx="1"/>
          </p:nvPr>
        </p:nvSpPr>
        <p:spPr/>
        <p:txBody>
          <a:bodyPr/>
          <a:lstStyle/>
          <a:p>
            <a:pPr marL="228600" indent="-228600">
              <a:buAutoNum type="arabicPeriod"/>
            </a:pPr>
            <a:endParaRPr lang="en-GB" sz="950">
              <a:ea typeface="Calibri"/>
              <a:cs typeface="Calibri"/>
            </a:endParaRPr>
          </a:p>
          <a:p>
            <a:pPr marL="228600" indent="-228600">
              <a:buAutoNum type="arabicPeriod"/>
            </a:pPr>
            <a:endParaRPr lang="en-GB" sz="950">
              <a:ea typeface="Calibri"/>
              <a:cs typeface="Calibri"/>
            </a:endParaRPr>
          </a:p>
          <a:p>
            <a:pPr marL="228600" indent="-228600">
              <a:buAutoNum type="arabicPeriod"/>
            </a:pPr>
            <a:r>
              <a:rPr lang="en-GB" sz="950">
                <a:ea typeface="Calibri"/>
                <a:cs typeface="Calibri"/>
              </a:rPr>
              <a:t/>
            </a:r>
            <a:endParaRPr lang="en-GB">
              <a:ea typeface="Calibri"/>
              <a:cs typeface="Calibri"/>
            </a:endParaRPr>
          </a:p>
          <a:p>
            <a:pPr marL="228600" indent="-228600">
              <a:buAutoNum type="arabicPeriod"/>
            </a:pPr>
            <a:r>
              <a:rPr lang="en-GB" sz="950">
                <a:ea typeface="Calibri"/>
                <a:cs typeface="Calibri"/>
              </a:rPr>
              <a:t/>
            </a:r>
          </a:p>
        </p:txBody>
      </p:sp>
      <p:sp>
        <p:nvSpPr>
          <p:cNvPr id="4" name="Slide Number Placeholder 3">
            <a:extLst>
              <a:ext uri="{FF2B5EF4-FFF2-40B4-BE49-F238E27FC236}">
                <a16:creationId xmlns:a16="http://schemas.microsoft.com/office/drawing/2014/main" id="{B103E611-C7FD-C8E5-8520-D2F1A58837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751C510-A34C-B44C-8ABF-36841DE3F03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0741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3E6BD-8626-7BC9-802E-2C76A56BB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04322-5B86-1F3F-CE84-467B47DBA8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15694E-F679-3FB1-FE89-C27B504BEBE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482D37-789C-3D34-4D09-107F8363E69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751C510-A34C-B44C-8ABF-36841DE3F03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7126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036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CAED-9FDB-3756-5977-1C53F4EF0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31248-188A-5FE8-411A-D30F9CA5E7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0B9DFE-E94B-DD7A-B719-6B4999A0F26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C542AF3-28EF-ED95-085D-1376F0C1C5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8482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7995-E91D-2946-D971-F9952A46C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F23-38D1-6020-1663-C7826705F28F}"/>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29BE4EE-7A62-9954-3551-C29941B59C0C}"/>
              </a:ext>
            </a:extLst>
          </p:cNvPr>
          <p:cNvSpPr>
            <a:spLocks noGrp="1"/>
          </p:cNvSpPr>
          <p:nvPr>
            <p:ph type="body" idx="1"/>
          </p:nvPr>
        </p:nvSpPr>
        <p:spPr/>
        <p:txBody>
          <a:bodyPr/>
          <a:lstStyle/>
          <a:p>
            <a:pPr marL="171450" indent="-171450">
              <a:buFont typeface="Arial"/>
              <a:buChar char="•"/>
            </a:pPr>
            <a:r>
              <a:rPr lang="en-US" sz="1200"/>
              <a:t>What are the 3–5 KPIs that truly define success in your area?</a:t>
            </a:r>
          </a:p>
          <a:p>
            <a:pPr marL="171450" indent="-171450">
              <a:buFont typeface="Arial"/>
              <a:buChar char="•"/>
            </a:pPr>
            <a:r>
              <a:rPr lang="en-US" sz="1200"/>
              <a:t>How should we measure value beyond cost savings?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a:t>What does success look like at 6, 12, and 24 months?</a:t>
            </a:r>
          </a:p>
          <a:p>
            <a:pPr marL="171450" indent="-171450">
              <a:buFont typeface="Arial"/>
              <a:buChar char="•"/>
            </a:pPr>
            <a:endParaRPr lang="en-US" sz="1200"/>
          </a:p>
          <a:p>
            <a:endParaRPr lang="en-US"/>
          </a:p>
        </p:txBody>
      </p:sp>
      <p:sp>
        <p:nvSpPr>
          <p:cNvPr id="4" name="Slide Number Placeholder 3">
            <a:extLst>
              <a:ext uri="{FF2B5EF4-FFF2-40B4-BE49-F238E27FC236}">
                <a16:creationId xmlns:a16="http://schemas.microsoft.com/office/drawing/2014/main" id="{FEF66945-ED6E-0CF5-075B-03459E96D1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2E9FDA-CA54-AE46-8DF8-47D86BBBADF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0210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91034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5.xml"/><Relationship Id="rId1" Type="http://schemas.openxmlformats.org/officeDocument/2006/relationships/tags" Target="../tags/tag7.xml"/><Relationship Id="rId4" Type="http://schemas.openxmlformats.org/officeDocument/2006/relationships/image" Target="../media/image16.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5.xml"/><Relationship Id="rId1" Type="http://schemas.openxmlformats.org/officeDocument/2006/relationships/tags" Target="../tags/tag8.xml"/><Relationship Id="rId4" Type="http://schemas.openxmlformats.org/officeDocument/2006/relationships/image" Target="../media/image15.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9.xml"/><Relationship Id="rId4" Type="http://schemas.openxmlformats.org/officeDocument/2006/relationships/image" Target="../media/image15.emf"/></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6.xml"/><Relationship Id="rId1" Type="http://schemas.openxmlformats.org/officeDocument/2006/relationships/tags" Target="../tags/tag11.xml"/><Relationship Id="rId4" Type="http://schemas.openxmlformats.org/officeDocument/2006/relationships/image" Target="../media/image15.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6.xml"/><Relationship Id="rId1" Type="http://schemas.openxmlformats.org/officeDocument/2006/relationships/tags" Target="../tags/tag12.xml"/><Relationship Id="rId4" Type="http://schemas.openxmlformats.org/officeDocument/2006/relationships/image" Target="../media/image15.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13.xml"/><Relationship Id="rId4" Type="http://schemas.openxmlformats.org/officeDocument/2006/relationships/image" Target="../media/image15.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6.xml"/><Relationship Id="rId1" Type="http://schemas.openxmlformats.org/officeDocument/2006/relationships/tags" Target="../tags/tag14.xml"/><Relationship Id="rId5" Type="http://schemas.openxmlformats.org/officeDocument/2006/relationships/image" Target="../media/image12.png"/><Relationship Id="rId4" Type="http://schemas.openxmlformats.org/officeDocument/2006/relationships/image" Target="../media/image15.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6.xml"/><Relationship Id="rId1" Type="http://schemas.openxmlformats.org/officeDocument/2006/relationships/tags" Target="../tags/tag15.xml"/><Relationship Id="rId5" Type="http://schemas.openxmlformats.org/officeDocument/2006/relationships/image" Target="../media/image13.png"/><Relationship Id="rId4" Type="http://schemas.openxmlformats.org/officeDocument/2006/relationships/image" Target="../media/image15.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6.xml"/><Relationship Id="rId1" Type="http://schemas.openxmlformats.org/officeDocument/2006/relationships/tags" Target="../tags/tag16.xml"/><Relationship Id="rId4" Type="http://schemas.openxmlformats.org/officeDocument/2006/relationships/image" Target="../media/image15.emf"/></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6.xml"/><Relationship Id="rId1" Type="http://schemas.openxmlformats.org/officeDocument/2006/relationships/tags" Target="../tags/tag17.xml"/><Relationship Id="rId4" Type="http://schemas.openxmlformats.org/officeDocument/2006/relationships/image" Target="../media/image15.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6.xml"/><Relationship Id="rId1" Type="http://schemas.openxmlformats.org/officeDocument/2006/relationships/tags" Target="../tags/tag18.xml"/><Relationship Id="rId4" Type="http://schemas.openxmlformats.org/officeDocument/2006/relationships/image" Target="../media/image15.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6.xml"/><Relationship Id="rId1" Type="http://schemas.openxmlformats.org/officeDocument/2006/relationships/tags" Target="../tags/tag19.xml"/><Relationship Id="rId5" Type="http://schemas.openxmlformats.org/officeDocument/2006/relationships/image" Target="../media/image14.png"/><Relationship Id="rId4" Type="http://schemas.openxmlformats.org/officeDocument/2006/relationships/image" Target="../media/image15.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6.xml"/><Relationship Id="rId1" Type="http://schemas.openxmlformats.org/officeDocument/2006/relationships/tags" Target="../tags/tag20.xml"/><Relationship Id="rId4" Type="http://schemas.openxmlformats.org/officeDocument/2006/relationships/image" Target="../media/image15.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6.xml"/><Relationship Id="rId1" Type="http://schemas.openxmlformats.org/officeDocument/2006/relationships/tags" Target="../tags/tag21.xml"/><Relationship Id="rId4" Type="http://schemas.openxmlformats.org/officeDocument/2006/relationships/image" Target="../media/image17.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6.xml"/><Relationship Id="rId1" Type="http://schemas.openxmlformats.org/officeDocument/2006/relationships/tags" Target="../tags/tag22.xml"/><Relationship Id="rId4" Type="http://schemas.openxmlformats.org/officeDocument/2006/relationships/image" Target="../media/image15.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6.xml"/><Relationship Id="rId1" Type="http://schemas.openxmlformats.org/officeDocument/2006/relationships/tags" Target="../tags/tag23.xml"/><Relationship Id="rId5" Type="http://schemas.openxmlformats.org/officeDocument/2006/relationships/image" Target="../media/image12.png"/><Relationship Id="rId4" Type="http://schemas.openxmlformats.org/officeDocument/2006/relationships/image" Target="../media/image15.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300529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38914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34370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215901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06013978"/>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2590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2184438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53375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63568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821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593436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144754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0765F987-6611-5826-05EC-B9A37AE389BC}"/>
              </a:ext>
            </a:extLst>
          </p:cNvPr>
          <p:cNvSpPr>
            <a:spLocks noGrp="1"/>
          </p:cNvSpPr>
          <p:nvPr>
            <p:ph type="body" sz="quarter" idx="14" hasCustomPrompt="1"/>
          </p:nvPr>
        </p:nvSpPr>
        <p:spPr>
          <a:xfrm>
            <a:off x="4441751" y="1247730"/>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01</a:t>
            </a:r>
            <a:endParaRPr lang="en-US"/>
          </a:p>
        </p:txBody>
      </p:sp>
      <p:sp>
        <p:nvSpPr>
          <p:cNvPr id="39" name="Text Placeholder 37">
            <a:extLst>
              <a:ext uri="{FF2B5EF4-FFF2-40B4-BE49-F238E27FC236}">
                <a16:creationId xmlns:a16="http://schemas.microsoft.com/office/drawing/2014/main" id="{F0D027BF-1B85-18F5-4135-81DDF44A9311}"/>
              </a:ext>
            </a:extLst>
          </p:cNvPr>
          <p:cNvSpPr>
            <a:spLocks noGrp="1"/>
          </p:cNvSpPr>
          <p:nvPr>
            <p:ph type="body" sz="quarter" idx="15" hasCustomPrompt="1"/>
          </p:nvPr>
        </p:nvSpPr>
        <p:spPr>
          <a:xfrm>
            <a:off x="4441751" y="2103604"/>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02</a:t>
            </a:r>
            <a:endParaRPr lang="en-US"/>
          </a:p>
        </p:txBody>
      </p:sp>
      <p:sp>
        <p:nvSpPr>
          <p:cNvPr id="40" name="Text Placeholder 37">
            <a:extLst>
              <a:ext uri="{FF2B5EF4-FFF2-40B4-BE49-F238E27FC236}">
                <a16:creationId xmlns:a16="http://schemas.microsoft.com/office/drawing/2014/main" id="{6EF20232-C0CB-6031-2BA3-649EAF84AC6A}"/>
              </a:ext>
            </a:extLst>
          </p:cNvPr>
          <p:cNvSpPr>
            <a:spLocks noGrp="1"/>
          </p:cNvSpPr>
          <p:nvPr>
            <p:ph type="body" sz="quarter" idx="16" hasCustomPrompt="1"/>
          </p:nvPr>
        </p:nvSpPr>
        <p:spPr>
          <a:xfrm>
            <a:off x="4441751" y="295947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03</a:t>
            </a:r>
            <a:endParaRPr lang="en-US"/>
          </a:p>
        </p:txBody>
      </p:sp>
      <p:sp>
        <p:nvSpPr>
          <p:cNvPr id="42" name="Text Placeholder 37">
            <a:extLst>
              <a:ext uri="{FF2B5EF4-FFF2-40B4-BE49-F238E27FC236}">
                <a16:creationId xmlns:a16="http://schemas.microsoft.com/office/drawing/2014/main" id="{4B71EB16-FDCD-4CA7-D34B-1232842DC200}"/>
              </a:ext>
            </a:extLst>
          </p:cNvPr>
          <p:cNvSpPr>
            <a:spLocks noGrp="1"/>
          </p:cNvSpPr>
          <p:nvPr>
            <p:ph type="body" sz="quarter" idx="17" hasCustomPrompt="1"/>
          </p:nvPr>
        </p:nvSpPr>
        <p:spPr>
          <a:xfrm>
            <a:off x="4441751" y="3815352"/>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04</a:t>
            </a:r>
            <a:endParaRPr lang="en-US"/>
          </a:p>
        </p:txBody>
      </p:sp>
      <p:sp>
        <p:nvSpPr>
          <p:cNvPr id="43" name="Text Placeholder 37">
            <a:extLst>
              <a:ext uri="{FF2B5EF4-FFF2-40B4-BE49-F238E27FC236}">
                <a16:creationId xmlns:a16="http://schemas.microsoft.com/office/drawing/2014/main" id="{D73C0D85-FED3-963B-1993-3DBA738DC59A}"/>
              </a:ext>
            </a:extLst>
          </p:cNvPr>
          <p:cNvSpPr>
            <a:spLocks noGrp="1"/>
          </p:cNvSpPr>
          <p:nvPr>
            <p:ph type="body" sz="quarter" idx="18" hasCustomPrompt="1"/>
          </p:nvPr>
        </p:nvSpPr>
        <p:spPr>
          <a:xfrm>
            <a:off x="5776839" y="1247730"/>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4" name="Text Placeholder 37">
            <a:extLst>
              <a:ext uri="{FF2B5EF4-FFF2-40B4-BE49-F238E27FC236}">
                <a16:creationId xmlns:a16="http://schemas.microsoft.com/office/drawing/2014/main" id="{EA0DF1CF-C6DE-6D92-A17B-A56B11B9B543}"/>
              </a:ext>
            </a:extLst>
          </p:cNvPr>
          <p:cNvSpPr>
            <a:spLocks noGrp="1"/>
          </p:cNvSpPr>
          <p:nvPr>
            <p:ph type="body" sz="quarter" idx="19" hasCustomPrompt="1"/>
          </p:nvPr>
        </p:nvSpPr>
        <p:spPr>
          <a:xfrm>
            <a:off x="5776839" y="2103604"/>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5" name="Text Placeholder 37">
            <a:extLst>
              <a:ext uri="{FF2B5EF4-FFF2-40B4-BE49-F238E27FC236}">
                <a16:creationId xmlns:a16="http://schemas.microsoft.com/office/drawing/2014/main" id="{A0332E3A-5D5F-D7B2-5A9B-D19016D5B93A}"/>
              </a:ext>
            </a:extLst>
          </p:cNvPr>
          <p:cNvSpPr>
            <a:spLocks noGrp="1"/>
          </p:cNvSpPr>
          <p:nvPr>
            <p:ph type="body" sz="quarter" idx="20" hasCustomPrompt="1"/>
          </p:nvPr>
        </p:nvSpPr>
        <p:spPr>
          <a:xfrm>
            <a:off x="5776839" y="295947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6" name="Text Placeholder 37">
            <a:extLst>
              <a:ext uri="{FF2B5EF4-FFF2-40B4-BE49-F238E27FC236}">
                <a16:creationId xmlns:a16="http://schemas.microsoft.com/office/drawing/2014/main" id="{7E0FA794-6E70-3C3D-2431-AC01C1E312F1}"/>
              </a:ext>
            </a:extLst>
          </p:cNvPr>
          <p:cNvSpPr>
            <a:spLocks noGrp="1"/>
          </p:cNvSpPr>
          <p:nvPr>
            <p:ph type="body" sz="quarter" idx="21" hasCustomPrompt="1"/>
          </p:nvPr>
        </p:nvSpPr>
        <p:spPr>
          <a:xfrm>
            <a:off x="5776839" y="3815352"/>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15936" y="1268413"/>
            <a:ext cx="3600000" cy="1440000"/>
          </a:xfrm>
        </p:spPr>
        <p:txBody>
          <a:bodyPr/>
          <a:lstStyle/>
          <a:p>
            <a:r>
              <a:rPr lang="en-GB"/>
              <a:t>Contents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grpSp>
        <p:nvGrpSpPr>
          <p:cNvPr id="36" name="Group 35">
            <a:extLst>
              <a:ext uri="{FF2B5EF4-FFF2-40B4-BE49-F238E27FC236}">
                <a16:creationId xmlns:a16="http://schemas.microsoft.com/office/drawing/2014/main" id="{6F7F0560-66ED-39BF-1B48-2296B67771A8}"/>
              </a:ext>
            </a:extLst>
          </p:cNvPr>
          <p:cNvGrpSpPr/>
          <p:nvPr userDrawn="1"/>
        </p:nvGrpSpPr>
        <p:grpSpPr>
          <a:xfrm>
            <a:off x="4441751" y="1247864"/>
            <a:ext cx="7056000" cy="3425018"/>
            <a:chOff x="4441751" y="1247864"/>
            <a:chExt cx="7056000" cy="3425018"/>
          </a:xfrm>
        </p:grpSpPr>
        <p:cxnSp>
          <p:nvCxnSpPr>
            <p:cNvPr id="31" name="Straight Connector 30">
              <a:extLst>
                <a:ext uri="{FF2B5EF4-FFF2-40B4-BE49-F238E27FC236}">
                  <a16:creationId xmlns:a16="http://schemas.microsoft.com/office/drawing/2014/main" id="{424C8716-64CB-B222-E494-41205496D202}"/>
                </a:ext>
              </a:extLst>
            </p:cNvPr>
            <p:cNvCxnSpPr>
              <a:cxnSpLocks/>
            </p:cNvCxnSpPr>
            <p:nvPr userDrawn="1"/>
          </p:nvCxnSpPr>
          <p:spPr>
            <a:xfrm>
              <a:off x="4441751" y="124786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1DC8087-D3FA-8C7D-1732-D42D5855654F}"/>
                </a:ext>
              </a:extLst>
            </p:cNvPr>
            <p:cNvCxnSpPr>
              <a:cxnSpLocks/>
            </p:cNvCxnSpPr>
            <p:nvPr userDrawn="1"/>
          </p:nvCxnSpPr>
          <p:spPr>
            <a:xfrm>
              <a:off x="4441751" y="210411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921AA0B-322D-A6D2-1AC2-E67159B8A7EF}"/>
                </a:ext>
              </a:extLst>
            </p:cNvPr>
            <p:cNvCxnSpPr>
              <a:cxnSpLocks/>
            </p:cNvCxnSpPr>
            <p:nvPr userDrawn="1"/>
          </p:nvCxnSpPr>
          <p:spPr>
            <a:xfrm>
              <a:off x="4441751" y="296037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C830663-9213-4F74-EADD-8C97ACD75A78}"/>
                </a:ext>
              </a:extLst>
            </p:cNvPr>
            <p:cNvCxnSpPr>
              <a:cxnSpLocks/>
            </p:cNvCxnSpPr>
            <p:nvPr userDrawn="1"/>
          </p:nvCxnSpPr>
          <p:spPr>
            <a:xfrm>
              <a:off x="4441751" y="381662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B93942F-1BAA-D291-6DFE-5D5396CCAF31}"/>
                </a:ext>
              </a:extLst>
            </p:cNvPr>
            <p:cNvCxnSpPr>
              <a:cxnSpLocks/>
            </p:cNvCxnSpPr>
            <p:nvPr userDrawn="1"/>
          </p:nvCxnSpPr>
          <p:spPr>
            <a:xfrm>
              <a:off x="4441751" y="4672882"/>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7" name="Text Placeholder 37">
            <a:extLst>
              <a:ext uri="{FF2B5EF4-FFF2-40B4-BE49-F238E27FC236}">
                <a16:creationId xmlns:a16="http://schemas.microsoft.com/office/drawing/2014/main" id="{071B429B-A813-2228-8D88-D0FA31728AD0}"/>
              </a:ext>
            </a:extLst>
          </p:cNvPr>
          <p:cNvSpPr>
            <a:spLocks noGrp="1"/>
          </p:cNvSpPr>
          <p:nvPr>
            <p:ph type="body" sz="quarter" idx="22" hasCustomPrompt="1"/>
          </p:nvPr>
        </p:nvSpPr>
        <p:spPr>
          <a:xfrm>
            <a:off x="4441751" y="467122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05</a:t>
            </a:r>
            <a:endParaRPr lang="en-US"/>
          </a:p>
        </p:txBody>
      </p:sp>
      <p:sp>
        <p:nvSpPr>
          <p:cNvPr id="48" name="Text Placeholder 37">
            <a:extLst>
              <a:ext uri="{FF2B5EF4-FFF2-40B4-BE49-F238E27FC236}">
                <a16:creationId xmlns:a16="http://schemas.microsoft.com/office/drawing/2014/main" id="{9A57FEBE-54BA-1BEA-53B0-B6937E62C91E}"/>
              </a:ext>
            </a:extLst>
          </p:cNvPr>
          <p:cNvSpPr>
            <a:spLocks noGrp="1"/>
          </p:cNvSpPr>
          <p:nvPr>
            <p:ph type="body" sz="quarter" idx="23" hasCustomPrompt="1"/>
          </p:nvPr>
        </p:nvSpPr>
        <p:spPr>
          <a:xfrm>
            <a:off x="5776839" y="467122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Tree>
    <p:extLst>
      <p:ext uri="{BB962C8B-B14F-4D97-AF65-F5344CB8AC3E}">
        <p14:creationId xmlns:p14="http://schemas.microsoft.com/office/powerpoint/2010/main" val="4211858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tx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tx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pic>
        <p:nvPicPr>
          <p:cNvPr id="4" name="Graphic 3">
            <a:extLst>
              <a:ext uri="{FF2B5EF4-FFF2-40B4-BE49-F238E27FC236}">
                <a16:creationId xmlns:a16="http://schemas.microsoft.com/office/drawing/2014/main" id="{373B7848-383C-386D-49E5-E7424283339F}"/>
              </a:ext>
            </a:extLst>
          </p:cNvPr>
          <p:cNvPicPr>
            <a:picLocks noChangeAspect="1"/>
          </p:cNvPicPr>
          <p:nvPr userDrawn="1"/>
        </p:nvPicPr>
        <p:blipFill>
          <a:blip>
            <a:lum bright="-100000"/>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pic>
        <p:nvPicPr>
          <p:cNvPr id="5" name="Graphic 4">
            <a:extLst>
              <a:ext uri="{FF2B5EF4-FFF2-40B4-BE49-F238E27FC236}">
                <a16:creationId xmlns:a16="http://schemas.microsoft.com/office/drawing/2014/main" id="{004E34D7-A790-33B6-52E6-1818515AB6EF}"/>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Tree>
    <p:extLst>
      <p:ext uri="{BB962C8B-B14F-4D97-AF65-F5344CB8AC3E}">
        <p14:creationId xmlns:p14="http://schemas.microsoft.com/office/powerpoint/2010/main" val="1547770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pic>
        <p:nvPicPr>
          <p:cNvPr id="4" name="Graphic 3">
            <a:extLst>
              <a:ext uri="{FF2B5EF4-FFF2-40B4-BE49-F238E27FC236}">
                <a16:creationId xmlns:a16="http://schemas.microsoft.com/office/drawing/2014/main" id="{373B7848-383C-386D-49E5-E7424283339F}"/>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1636953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 Full Screen Image">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5186942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843988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219D73-5B6D-1E03-9A9C-7EAD171EA246}"/>
              </a:ext>
            </a:extLst>
          </p:cNvPr>
          <p:cNvSpPr/>
          <p:nvPr userDrawn="1"/>
        </p:nvSpPr>
        <p:spPr>
          <a:xfrm>
            <a:off x="-425" y="0"/>
            <a:ext cx="12204000" cy="639779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1358792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219D73-5B6D-1E03-9A9C-7EAD171EA246}"/>
              </a:ext>
            </a:extLst>
          </p:cNvPr>
          <p:cNvSpPr/>
          <p:nvPr userDrawn="1"/>
        </p:nvSpPr>
        <p:spPr>
          <a:xfrm>
            <a:off x="-12000" y="-36000"/>
            <a:ext cx="12204000" cy="639779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5315605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 Long Paragrap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5668"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a:t>This is a slide for </a:t>
            </a:r>
            <a:br>
              <a:rPr lang="en-GB"/>
            </a:br>
            <a:r>
              <a:rPr lang="en-GB"/>
              <a:t>long paragraph</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5668" y="3067741"/>
            <a:ext cx="2796769" cy="2882209"/>
          </a:xfrm>
        </p:spPr>
        <p:txBody>
          <a:bodyPr/>
          <a:lstStyle>
            <a:lvl1pPr marL="0" indent="0">
              <a:lnSpc>
                <a:spcPct val="90000"/>
              </a:lnSpc>
              <a:spcAft>
                <a:spcPts val="1000"/>
              </a:spcAft>
              <a:buNone/>
              <a:defRPr sz="11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643606" y="3947583"/>
            <a:ext cx="2796769" cy="2002367"/>
          </a:xfrm>
        </p:spPr>
        <p:txBody>
          <a:bodyPr/>
          <a:lstStyle>
            <a:lvl1pPr marL="0" indent="0">
              <a:lnSpc>
                <a:spcPct val="95000"/>
              </a:lnSpc>
              <a:spcAft>
                <a:spcPts val="1000"/>
              </a:spcAft>
              <a:buNone/>
              <a:defRPr sz="11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6" name="Picture Placeholder 16">
            <a:extLst>
              <a:ext uri="{FF2B5EF4-FFF2-40B4-BE49-F238E27FC236}">
                <a16:creationId xmlns:a16="http://schemas.microsoft.com/office/drawing/2014/main" id="{6DC885EA-D5A0-FA2B-4254-3724890BBBE8}"/>
              </a:ext>
            </a:extLst>
          </p:cNvPr>
          <p:cNvSpPr>
            <a:spLocks noGrp="1"/>
          </p:cNvSpPr>
          <p:nvPr>
            <p:ph type="pic" sz="quarter" idx="14"/>
          </p:nvPr>
        </p:nvSpPr>
        <p:spPr>
          <a:xfrm>
            <a:off x="8557154" y="1299410"/>
            <a:ext cx="2880000" cy="4212000"/>
          </a:xfrm>
          <a:solidFill>
            <a:schemeClr val="bg1">
              <a:lumMod val="85000"/>
            </a:schemeClr>
          </a:solidFill>
        </p:spPr>
        <p:txBody>
          <a:bodyPr/>
          <a:lstStyle/>
          <a:p>
            <a:endParaRPr lang="en-US"/>
          </a:p>
        </p:txBody>
      </p:sp>
    </p:spTree>
    <p:extLst>
      <p:ext uri="{BB962C8B-B14F-4D97-AF65-F5344CB8AC3E}">
        <p14:creationId xmlns:p14="http://schemas.microsoft.com/office/powerpoint/2010/main" val="18367953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 Short Paragrap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7511"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b="0" i="0">
                <a:solidFill>
                  <a:srgbClr val="000000"/>
                </a:solidFill>
                <a:effectLst/>
              </a:rPr>
              <a:t>This is a slide for </a:t>
            </a:r>
            <a:br>
              <a:rPr lang="en-GB" b="0" i="0">
                <a:solidFill>
                  <a:srgbClr val="000000"/>
                </a:solidFill>
                <a:effectLst/>
              </a:rPr>
            </a:br>
            <a:r>
              <a:rPr lang="en-GB" b="0" i="0">
                <a:solidFill>
                  <a:srgbClr val="000000"/>
                </a:solidFill>
                <a:effectLst/>
              </a:rPr>
              <a:t>short paragraph</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7511" y="3147952"/>
            <a:ext cx="2796769" cy="879842"/>
          </a:xfrm>
        </p:spPr>
        <p:txBody>
          <a:bodyPr/>
          <a:lstStyle>
            <a:lvl1pPr marL="0" indent="0">
              <a:lnSpc>
                <a:spcPct val="90000"/>
              </a:lnSpc>
              <a:spcAft>
                <a:spcPts val="1000"/>
              </a:spcAft>
              <a:buNone/>
              <a:defRPr lang="en-GB" sz="26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Lorem ipsum </a:t>
            </a:r>
            <a:br>
              <a:rPr lang="en-GB"/>
            </a:br>
            <a:r>
              <a:rPr lang="en-GB"/>
              <a:t>dolor sit amet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27511" y="4034771"/>
            <a:ext cx="2796769" cy="2002367"/>
          </a:xfrm>
        </p:spPr>
        <p:txBody>
          <a:bodyPr/>
          <a:lstStyle>
            <a:lvl1pPr marL="0" indent="0">
              <a:lnSpc>
                <a:spcPct val="95000"/>
              </a:lnSpc>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6" name="Picture Placeholder 16">
            <a:extLst>
              <a:ext uri="{FF2B5EF4-FFF2-40B4-BE49-F238E27FC236}">
                <a16:creationId xmlns:a16="http://schemas.microsoft.com/office/drawing/2014/main" id="{6DC885EA-D5A0-FA2B-4254-3724890BBBE8}"/>
              </a:ext>
            </a:extLst>
          </p:cNvPr>
          <p:cNvSpPr>
            <a:spLocks noGrp="1"/>
          </p:cNvSpPr>
          <p:nvPr>
            <p:ph type="pic" sz="quarter" idx="14"/>
          </p:nvPr>
        </p:nvSpPr>
        <p:spPr>
          <a:xfrm>
            <a:off x="8110512" y="1299411"/>
            <a:ext cx="3568344" cy="4657518"/>
          </a:xfrm>
          <a:solidFill>
            <a:schemeClr val="bg1">
              <a:lumMod val="85000"/>
            </a:schemeClr>
          </a:solidFill>
        </p:spPr>
        <p:txBody>
          <a:bodyPr/>
          <a:lstStyle/>
          <a:p>
            <a:endParaRPr lang="en-US"/>
          </a:p>
        </p:txBody>
      </p:sp>
      <p:sp>
        <p:nvSpPr>
          <p:cNvPr id="12" name="Text Placeholder 21">
            <a:extLst>
              <a:ext uri="{FF2B5EF4-FFF2-40B4-BE49-F238E27FC236}">
                <a16:creationId xmlns:a16="http://schemas.microsoft.com/office/drawing/2014/main" id="{2BE9BA69-E5D6-5E44-4F44-4441AFBF5FE7}"/>
              </a:ext>
            </a:extLst>
          </p:cNvPr>
          <p:cNvSpPr>
            <a:spLocks noGrp="1"/>
          </p:cNvSpPr>
          <p:nvPr>
            <p:ph type="body" sz="quarter" idx="19" hasCustomPrompt="1"/>
          </p:nvPr>
        </p:nvSpPr>
        <p:spPr>
          <a:xfrm>
            <a:off x="3793500" y="4034771"/>
            <a:ext cx="2796769" cy="2002367"/>
          </a:xfrm>
        </p:spPr>
        <p:txBody>
          <a:bodyPr/>
          <a:lstStyle>
            <a:lvl1pPr marL="0" indent="0">
              <a:lnSpc>
                <a:spcPct val="95000"/>
              </a:lnSpc>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1426122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Statment - Split Image">
    <p:bg>
      <p:bgPr>
        <a:solidFill>
          <a:schemeClr val="tx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49510" y="5058"/>
            <a:ext cx="6142490" cy="6876000"/>
          </a:xfrm>
          <a:solidFill>
            <a:schemeClr val="bg1">
              <a:lumMod val="85000"/>
            </a:schemeClr>
          </a:solidFill>
        </p:spPr>
        <p:txBody>
          <a:bodyPr/>
          <a:lstStyle/>
          <a:p>
            <a:endParaRPr lang="en-US"/>
          </a:p>
        </p:txBody>
      </p:sp>
      <p:pic>
        <p:nvPicPr>
          <p:cNvPr id="6" name="Graphic 5">
            <a:extLst>
              <a:ext uri="{FF2B5EF4-FFF2-40B4-BE49-F238E27FC236}">
                <a16:creationId xmlns:a16="http://schemas.microsoft.com/office/drawing/2014/main" id="{02F718EE-F749-6245-360C-62743886D2EA}"/>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8" name="Slide Number Placeholder 5">
            <a:extLst>
              <a:ext uri="{FF2B5EF4-FFF2-40B4-BE49-F238E27FC236}">
                <a16:creationId xmlns:a16="http://schemas.microsoft.com/office/drawing/2014/main" id="{55227DA8-49BF-BC91-6F9E-8D36260C6086}"/>
              </a:ext>
            </a:extLst>
          </p:cNvPr>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sp>
        <p:nvSpPr>
          <p:cNvPr id="11" name="Text Placeholder 10">
            <a:extLst>
              <a:ext uri="{FF2B5EF4-FFF2-40B4-BE49-F238E27FC236}">
                <a16:creationId xmlns:a16="http://schemas.microsoft.com/office/drawing/2014/main" id="{C3CD4768-C978-97ED-767A-3070AEC53FE7}"/>
              </a:ext>
            </a:extLst>
          </p:cNvPr>
          <p:cNvSpPr>
            <a:spLocks noGrp="1"/>
          </p:cNvSpPr>
          <p:nvPr>
            <p:ph type="body" sz="quarter" idx="14" hasCustomPrompt="1"/>
          </p:nvPr>
        </p:nvSpPr>
        <p:spPr>
          <a:xfrm>
            <a:off x="515938" y="1933575"/>
            <a:ext cx="5156200" cy="2522538"/>
          </a:xfrm>
        </p:spPr>
        <p:txBody>
          <a:bodyPr anchor="b"/>
          <a:lstStyle>
            <a:lvl1pPr marL="0" indent="0" algn="ctr">
              <a:lnSpc>
                <a:spcPct val="90000"/>
              </a:lnSpc>
              <a:spcAft>
                <a:spcPts val="0"/>
              </a:spcAft>
              <a:buNone/>
              <a:defRPr lang="en-GB" sz="5000" b="0" i="0" smtClean="0">
                <a:solidFill>
                  <a:schemeClr val="bg1"/>
                </a:solidFill>
                <a:effectLst/>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GB"/>
              <a:t>Large statement</a:t>
            </a:r>
            <a:br>
              <a:rPr lang="en-GB"/>
            </a:br>
            <a:r>
              <a:rPr lang="en-GB"/>
              <a:t>half &amp; half</a:t>
            </a:r>
            <a:br>
              <a:rPr lang="en-GB"/>
            </a:br>
            <a:r>
              <a:rPr lang="en-GB"/>
              <a:t>split image</a:t>
            </a:r>
            <a:endParaRPr lang="en-US"/>
          </a:p>
        </p:txBody>
      </p:sp>
    </p:spTree>
    <p:extLst>
      <p:ext uri="{BB962C8B-B14F-4D97-AF65-F5344CB8AC3E}">
        <p14:creationId xmlns:p14="http://schemas.microsoft.com/office/powerpoint/2010/main" val="2702540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 3 Columns in tabl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440000"/>
          </a:xfrm>
        </p:spPr>
        <p:txBody>
          <a:bodyPr/>
          <a:lstStyle/>
          <a:p>
            <a:r>
              <a:rPr lang="en-GB"/>
              <a:t>Content slide</a:t>
            </a:r>
            <a:br>
              <a:rPr lang="en-GB"/>
            </a:br>
            <a:r>
              <a:rPr lang="en-GB"/>
              <a:t>- 3 Columns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529618" y="3973350"/>
            <a:ext cx="2734945" cy="1941876"/>
          </a:xfrm>
        </p:spPr>
        <p:txBody>
          <a:bodyPr/>
          <a:lstStyle>
            <a:lvl1pPr marL="0" indent="0">
              <a:lnSpc>
                <a:spcPct val="90000"/>
              </a:lnSpc>
              <a:spcAft>
                <a:spcPts val="1000"/>
              </a:spcAft>
              <a:buNone/>
              <a:defRPr sz="1200"/>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Lorem ipsum </a:t>
            </a:r>
            <a:br>
              <a:rPr lang="en-GB"/>
            </a:br>
            <a:r>
              <a:rPr lang="en-GB"/>
              <a:t>dolor sit amet</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713453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 icon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009850"/>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1536355"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a:t>
            </a:r>
            <a:r>
              <a:rPr lang="en-GB" err="1"/>
              <a:t>ut</a:t>
            </a:r>
            <a:r>
              <a:rPr lang="en-GB"/>
              <a:t> </a:t>
            </a:r>
            <a:r>
              <a:rPr lang="en-GB" err="1"/>
              <a:t>perspiciatis</a:t>
            </a:r>
            <a:r>
              <a:rPr lang="en-GB"/>
              <a:t> </a:t>
            </a:r>
            <a:r>
              <a:rPr lang="en-GB" err="1"/>
              <a:t>unde</a:t>
            </a:r>
            <a:r>
              <a:rPr lang="en-GB"/>
              <a:t> omnis </a:t>
            </a:r>
            <a:br>
              <a:rPr lang="en-GB"/>
            </a:br>
            <a:r>
              <a:rPr lang="en-GB" err="1"/>
              <a:t>iste</a:t>
            </a:r>
            <a:r>
              <a:rPr lang="en-GB"/>
              <a:t> </a:t>
            </a:r>
            <a:r>
              <a:rPr lang="en-GB" err="1"/>
              <a:t>natus</a:t>
            </a:r>
            <a:r>
              <a:rPr lang="en-GB"/>
              <a:t> error sit </a:t>
            </a:r>
            <a:r>
              <a:rPr lang="en-GB" err="1"/>
              <a:t>voluptatem</a:t>
            </a:r>
            <a:r>
              <a:rPr lang="en-GB"/>
              <a:t> </a:t>
            </a:r>
            <a:br>
              <a:rPr lang="en-GB"/>
            </a:br>
            <a:r>
              <a:rPr lang="en-GB" err="1"/>
              <a:t>accusanti</a:t>
            </a:r>
            <a:r>
              <a:rPr lang="en-GB"/>
              <a:t> </a:t>
            </a:r>
            <a:r>
              <a:rPr lang="en-GB" err="1"/>
              <a:t>doloremque</a:t>
            </a:r>
            <a:r>
              <a:rPr lang="en-GB"/>
              <a:t> </a:t>
            </a:r>
            <a:r>
              <a:rPr lang="en-GB" err="1"/>
              <a:t>laudanti</a:t>
            </a:r>
            <a:r>
              <a:rPr lang="en-GB"/>
              <a:t>, </a:t>
            </a:r>
            <a:br>
              <a:rPr lang="en-GB"/>
            </a:br>
            <a:r>
              <a:rPr lang="en-GB" err="1"/>
              <a:t>totam</a:t>
            </a:r>
            <a:r>
              <a:rPr lang="en-GB"/>
              <a:t> rem </a:t>
            </a:r>
            <a:r>
              <a:rPr lang="en-GB" err="1"/>
              <a:t>aperiam</a:t>
            </a:r>
            <a:r>
              <a:rPr lang="en-GB"/>
              <a:t>, </a:t>
            </a:r>
            <a:r>
              <a:rPr lang="en-GB" err="1"/>
              <a:t>eaque</a:t>
            </a:r>
            <a:r>
              <a:rPr lang="en-GB"/>
              <a:t> </a:t>
            </a:r>
            <a:r>
              <a:rPr lang="en-GB" err="1"/>
              <a:t>ips</a:t>
            </a:r>
            <a:r>
              <a:rPr lang="en-GB"/>
              <a:t>.</a:t>
            </a:r>
          </a:p>
        </p:txBody>
      </p:sp>
      <p:sp>
        <p:nvSpPr>
          <p:cNvPr id="12" name="Text Placeholder 21">
            <a:extLst>
              <a:ext uri="{FF2B5EF4-FFF2-40B4-BE49-F238E27FC236}">
                <a16:creationId xmlns:a16="http://schemas.microsoft.com/office/drawing/2014/main" id="{A19E6088-A809-42EE-6F48-4C0CF020A0AE}"/>
              </a:ext>
            </a:extLst>
          </p:cNvPr>
          <p:cNvSpPr>
            <a:spLocks noGrp="1"/>
          </p:cNvSpPr>
          <p:nvPr>
            <p:ph type="body" sz="quarter" idx="24" hasCustomPrompt="1"/>
          </p:nvPr>
        </p:nvSpPr>
        <p:spPr>
          <a:xfrm>
            <a:off x="1536355"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Negotiated </a:t>
            </a:r>
            <a:br>
              <a:rPr lang="en-GB" b="0" i="0">
                <a:solidFill>
                  <a:srgbClr val="000000"/>
                </a:solidFill>
                <a:effectLst/>
              </a:rPr>
            </a:br>
            <a:r>
              <a:rPr lang="en-GB" b="0" i="0">
                <a:solidFill>
                  <a:srgbClr val="000000"/>
                </a:solidFill>
                <a:effectLst/>
              </a:rPr>
              <a:t>Pricing</a:t>
            </a:r>
            <a:endParaRPr lang="en-US"/>
          </a:p>
        </p:txBody>
      </p:sp>
      <p:sp>
        <p:nvSpPr>
          <p:cNvPr id="8" name="Text Placeholder 21">
            <a:extLst>
              <a:ext uri="{FF2B5EF4-FFF2-40B4-BE49-F238E27FC236}">
                <a16:creationId xmlns:a16="http://schemas.microsoft.com/office/drawing/2014/main" id="{54361270-642D-39E4-3982-5A003805CD85}"/>
              </a:ext>
            </a:extLst>
          </p:cNvPr>
          <p:cNvSpPr>
            <a:spLocks noGrp="1"/>
          </p:cNvSpPr>
          <p:nvPr>
            <p:ph type="body" sz="quarter" idx="25" hasCustomPrompt="1"/>
          </p:nvPr>
        </p:nvSpPr>
        <p:spPr>
          <a:xfrm>
            <a:off x="5429094"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10" name="Text Placeholder 21">
            <a:extLst>
              <a:ext uri="{FF2B5EF4-FFF2-40B4-BE49-F238E27FC236}">
                <a16:creationId xmlns:a16="http://schemas.microsoft.com/office/drawing/2014/main" id="{396587BB-587D-7309-431E-7FC5409CC282}"/>
              </a:ext>
            </a:extLst>
          </p:cNvPr>
          <p:cNvSpPr>
            <a:spLocks noGrp="1"/>
          </p:cNvSpPr>
          <p:nvPr>
            <p:ph type="body" sz="quarter" idx="26" hasCustomPrompt="1"/>
          </p:nvPr>
        </p:nvSpPr>
        <p:spPr>
          <a:xfrm>
            <a:off x="5429094"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Rebates</a:t>
            </a:r>
            <a:endParaRPr lang="en-US"/>
          </a:p>
        </p:txBody>
      </p:sp>
      <p:sp>
        <p:nvSpPr>
          <p:cNvPr id="17" name="Text Placeholder 21">
            <a:extLst>
              <a:ext uri="{FF2B5EF4-FFF2-40B4-BE49-F238E27FC236}">
                <a16:creationId xmlns:a16="http://schemas.microsoft.com/office/drawing/2014/main" id="{1F79419B-5F52-419F-EB63-35F2E957CA4A}"/>
              </a:ext>
            </a:extLst>
          </p:cNvPr>
          <p:cNvSpPr>
            <a:spLocks noGrp="1"/>
          </p:cNvSpPr>
          <p:nvPr>
            <p:ph type="body" sz="quarter" idx="27" hasCustomPrompt="1"/>
          </p:nvPr>
        </p:nvSpPr>
        <p:spPr>
          <a:xfrm>
            <a:off x="9325973"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18" name="Text Placeholder 21">
            <a:extLst>
              <a:ext uri="{FF2B5EF4-FFF2-40B4-BE49-F238E27FC236}">
                <a16:creationId xmlns:a16="http://schemas.microsoft.com/office/drawing/2014/main" id="{DD3D497E-5597-BD9A-4CA8-FEBF23245174}"/>
              </a:ext>
            </a:extLst>
          </p:cNvPr>
          <p:cNvSpPr>
            <a:spLocks noGrp="1"/>
          </p:cNvSpPr>
          <p:nvPr>
            <p:ph type="body" sz="quarter" idx="28" hasCustomPrompt="1"/>
          </p:nvPr>
        </p:nvSpPr>
        <p:spPr>
          <a:xfrm>
            <a:off x="9325973"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Dedicated </a:t>
            </a:r>
            <a:br>
              <a:rPr lang="en-GB" b="0" i="0">
                <a:solidFill>
                  <a:srgbClr val="000000"/>
                </a:solidFill>
                <a:effectLst/>
              </a:rPr>
            </a:br>
            <a:r>
              <a:rPr lang="en-GB" b="0" i="0">
                <a:solidFill>
                  <a:srgbClr val="000000"/>
                </a:solidFill>
                <a:effectLst/>
              </a:rPr>
              <a:t>Support</a:t>
            </a:r>
            <a:endParaRPr lang="en-US"/>
          </a:p>
        </p:txBody>
      </p:sp>
      <p:sp>
        <p:nvSpPr>
          <p:cNvPr id="25" name="Text Placeholder 21">
            <a:extLst>
              <a:ext uri="{FF2B5EF4-FFF2-40B4-BE49-F238E27FC236}">
                <a16:creationId xmlns:a16="http://schemas.microsoft.com/office/drawing/2014/main" id="{3B93C8D2-AED3-2AB9-B0F5-1672AA992DC0}"/>
              </a:ext>
            </a:extLst>
          </p:cNvPr>
          <p:cNvSpPr>
            <a:spLocks noGrp="1"/>
          </p:cNvSpPr>
          <p:nvPr>
            <p:ph type="body" sz="quarter" idx="29" hasCustomPrompt="1"/>
          </p:nvPr>
        </p:nvSpPr>
        <p:spPr>
          <a:xfrm>
            <a:off x="1536355"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27" name="Text Placeholder 21">
            <a:extLst>
              <a:ext uri="{FF2B5EF4-FFF2-40B4-BE49-F238E27FC236}">
                <a16:creationId xmlns:a16="http://schemas.microsoft.com/office/drawing/2014/main" id="{FA49DE0A-9167-5E5E-23B4-892A7DE9A70A}"/>
              </a:ext>
            </a:extLst>
          </p:cNvPr>
          <p:cNvSpPr>
            <a:spLocks noGrp="1"/>
          </p:cNvSpPr>
          <p:nvPr>
            <p:ph type="body" sz="quarter" idx="31" hasCustomPrompt="1"/>
          </p:nvPr>
        </p:nvSpPr>
        <p:spPr>
          <a:xfrm>
            <a:off x="5429094"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28" name="Text Placeholder 21">
            <a:extLst>
              <a:ext uri="{FF2B5EF4-FFF2-40B4-BE49-F238E27FC236}">
                <a16:creationId xmlns:a16="http://schemas.microsoft.com/office/drawing/2014/main" id="{AD2217CA-90C3-0603-D715-3F36410F2B06}"/>
              </a:ext>
            </a:extLst>
          </p:cNvPr>
          <p:cNvSpPr>
            <a:spLocks noGrp="1"/>
          </p:cNvSpPr>
          <p:nvPr>
            <p:ph type="body" sz="quarter" idx="32" hasCustomPrompt="1"/>
          </p:nvPr>
        </p:nvSpPr>
        <p:spPr>
          <a:xfrm>
            <a:off x="5429094" y="4374802"/>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Priority Inventory Allocation</a:t>
            </a:r>
            <a:endParaRPr lang="en-US"/>
          </a:p>
        </p:txBody>
      </p:sp>
      <p:sp>
        <p:nvSpPr>
          <p:cNvPr id="29" name="Text Placeholder 21">
            <a:extLst>
              <a:ext uri="{FF2B5EF4-FFF2-40B4-BE49-F238E27FC236}">
                <a16:creationId xmlns:a16="http://schemas.microsoft.com/office/drawing/2014/main" id="{96C4312F-35D9-1855-48F2-8743790ECC7F}"/>
              </a:ext>
            </a:extLst>
          </p:cNvPr>
          <p:cNvSpPr>
            <a:spLocks noGrp="1"/>
          </p:cNvSpPr>
          <p:nvPr>
            <p:ph type="body" sz="quarter" idx="33" hasCustomPrompt="1"/>
          </p:nvPr>
        </p:nvSpPr>
        <p:spPr>
          <a:xfrm>
            <a:off x="9325973"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30" name="Text Placeholder 21">
            <a:extLst>
              <a:ext uri="{FF2B5EF4-FFF2-40B4-BE49-F238E27FC236}">
                <a16:creationId xmlns:a16="http://schemas.microsoft.com/office/drawing/2014/main" id="{57167064-2D79-2646-F1CA-B518AAA4EA06}"/>
              </a:ext>
            </a:extLst>
          </p:cNvPr>
          <p:cNvSpPr>
            <a:spLocks noGrp="1"/>
          </p:cNvSpPr>
          <p:nvPr>
            <p:ph type="body" sz="quarter" idx="34" hasCustomPrompt="1"/>
          </p:nvPr>
        </p:nvSpPr>
        <p:spPr>
          <a:xfrm>
            <a:off x="9325973" y="4374802"/>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Tools and </a:t>
            </a:r>
            <a:br>
              <a:rPr lang="en-GB" b="0" i="0">
                <a:solidFill>
                  <a:srgbClr val="000000"/>
                </a:solidFill>
                <a:effectLst/>
              </a:rPr>
            </a:br>
            <a:r>
              <a:rPr lang="en-GB" b="0" i="0">
                <a:solidFill>
                  <a:srgbClr val="000000"/>
                </a:solidFill>
                <a:effectLst/>
              </a:rPr>
              <a:t>Reporting</a:t>
            </a:r>
            <a:endParaRPr lang="en-US"/>
          </a:p>
        </p:txBody>
      </p:sp>
      <p:sp>
        <p:nvSpPr>
          <p:cNvPr id="34" name="Text Placeholder 21">
            <a:extLst>
              <a:ext uri="{FF2B5EF4-FFF2-40B4-BE49-F238E27FC236}">
                <a16:creationId xmlns:a16="http://schemas.microsoft.com/office/drawing/2014/main" id="{655A7C08-A93D-7FAF-0DE7-DD89E3296CB9}"/>
              </a:ext>
            </a:extLst>
          </p:cNvPr>
          <p:cNvSpPr>
            <a:spLocks noGrp="1"/>
          </p:cNvSpPr>
          <p:nvPr>
            <p:ph type="body" sz="quarter" idx="35" hasCustomPrompt="1"/>
          </p:nvPr>
        </p:nvSpPr>
        <p:spPr>
          <a:xfrm>
            <a:off x="1532215" y="4397703"/>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Purchasing </a:t>
            </a:r>
            <a:br>
              <a:rPr lang="en-GB" b="0" i="0">
                <a:solidFill>
                  <a:srgbClr val="000000"/>
                </a:solidFill>
                <a:effectLst/>
              </a:rPr>
            </a:br>
            <a:r>
              <a:rPr lang="en-GB" b="0" i="0">
                <a:solidFill>
                  <a:srgbClr val="000000"/>
                </a:solidFill>
                <a:effectLst/>
              </a:rPr>
              <a:t>Power</a:t>
            </a:r>
            <a:endParaRPr lang="en-US"/>
          </a:p>
        </p:txBody>
      </p:sp>
    </p:spTree>
    <p:extLst>
      <p:ext uri="{BB962C8B-B14F-4D97-AF65-F5344CB8AC3E}">
        <p14:creationId xmlns:p14="http://schemas.microsoft.com/office/powerpoint/2010/main" val="3735218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x 2 Images - icon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642799" y="1298071"/>
            <a:ext cx="5023174" cy="1044575"/>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891250" y="1268413"/>
            <a:ext cx="2592000" cy="345464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39447" y="2512847"/>
            <a:ext cx="1980000" cy="2736000"/>
          </a:xfrm>
          <a:solidFill>
            <a:schemeClr val="bg1">
              <a:lumMod val="85000"/>
            </a:schemeClr>
          </a:solidFill>
        </p:spPr>
        <p:txBody>
          <a:bodyPr/>
          <a:lstStyle/>
          <a:p>
            <a:endParaRPr lang="en-US"/>
          </a:p>
        </p:txBody>
      </p:sp>
      <p:sp>
        <p:nvSpPr>
          <p:cNvPr id="4" name="Text Placeholder 21">
            <a:extLst>
              <a:ext uri="{FF2B5EF4-FFF2-40B4-BE49-F238E27FC236}">
                <a16:creationId xmlns:a16="http://schemas.microsoft.com/office/drawing/2014/main" id="{F8BE5913-5162-CCD4-4293-7D233AD39EC0}"/>
              </a:ext>
            </a:extLst>
          </p:cNvPr>
          <p:cNvSpPr>
            <a:spLocks noGrp="1"/>
          </p:cNvSpPr>
          <p:nvPr>
            <p:ph type="body" sz="quarter" idx="17" hasCustomPrompt="1"/>
          </p:nvPr>
        </p:nvSpPr>
        <p:spPr>
          <a:xfrm>
            <a:off x="7237720" y="2508374"/>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7" name="Text Placeholder 21">
            <a:extLst>
              <a:ext uri="{FF2B5EF4-FFF2-40B4-BE49-F238E27FC236}">
                <a16:creationId xmlns:a16="http://schemas.microsoft.com/office/drawing/2014/main" id="{257F753F-EED8-E20A-F3D8-5444B331A76A}"/>
              </a:ext>
            </a:extLst>
          </p:cNvPr>
          <p:cNvSpPr>
            <a:spLocks noGrp="1"/>
          </p:cNvSpPr>
          <p:nvPr>
            <p:ph type="body" sz="quarter" idx="18" hasCustomPrompt="1"/>
          </p:nvPr>
        </p:nvSpPr>
        <p:spPr>
          <a:xfrm>
            <a:off x="7237720" y="3298717"/>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8" name="Text Placeholder 21">
            <a:extLst>
              <a:ext uri="{FF2B5EF4-FFF2-40B4-BE49-F238E27FC236}">
                <a16:creationId xmlns:a16="http://schemas.microsoft.com/office/drawing/2014/main" id="{6C7392FB-2448-4759-5036-DE475281EB42}"/>
              </a:ext>
            </a:extLst>
          </p:cNvPr>
          <p:cNvSpPr>
            <a:spLocks noGrp="1"/>
          </p:cNvSpPr>
          <p:nvPr>
            <p:ph type="body" sz="quarter" idx="19" hasCustomPrompt="1"/>
          </p:nvPr>
        </p:nvSpPr>
        <p:spPr>
          <a:xfrm>
            <a:off x="7237720" y="4089060"/>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9" name="Text Placeholder 21">
            <a:extLst>
              <a:ext uri="{FF2B5EF4-FFF2-40B4-BE49-F238E27FC236}">
                <a16:creationId xmlns:a16="http://schemas.microsoft.com/office/drawing/2014/main" id="{C44CBE30-ACCE-13BA-C2CA-72150D909586}"/>
              </a:ext>
            </a:extLst>
          </p:cNvPr>
          <p:cNvSpPr>
            <a:spLocks noGrp="1"/>
          </p:cNvSpPr>
          <p:nvPr>
            <p:ph type="body" sz="quarter" idx="20" hasCustomPrompt="1"/>
          </p:nvPr>
        </p:nvSpPr>
        <p:spPr>
          <a:xfrm>
            <a:off x="7237720" y="4879403"/>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10" name="Text Placeholder 21">
            <a:extLst>
              <a:ext uri="{FF2B5EF4-FFF2-40B4-BE49-F238E27FC236}">
                <a16:creationId xmlns:a16="http://schemas.microsoft.com/office/drawing/2014/main" id="{CADF10BB-1B84-A597-53CB-A1F3EEA37992}"/>
              </a:ext>
            </a:extLst>
          </p:cNvPr>
          <p:cNvSpPr>
            <a:spLocks noGrp="1"/>
          </p:cNvSpPr>
          <p:nvPr>
            <p:ph type="body" sz="quarter" idx="21" hasCustomPrompt="1"/>
          </p:nvPr>
        </p:nvSpPr>
        <p:spPr>
          <a:xfrm>
            <a:off x="7237720" y="5669746"/>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Tree>
    <p:extLst>
      <p:ext uri="{BB962C8B-B14F-4D97-AF65-F5344CB8AC3E}">
        <p14:creationId xmlns:p14="http://schemas.microsoft.com/office/powerpoint/2010/main" val="20243233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635749" y="1628544"/>
            <a:ext cx="5040313" cy="1044575"/>
          </a:xfrm>
        </p:spPr>
        <p:txBody>
          <a:bodyPr/>
          <a:lstStyle>
            <a:lvl1pPr>
              <a:defRPr sz="4000"/>
            </a:lvl1pPr>
          </a:lstStyle>
          <a:p>
            <a:r>
              <a:rPr lang="en-GB"/>
              <a:t>Content slide</a:t>
            </a:r>
            <a:br>
              <a:rPr lang="en-GB"/>
            </a:br>
            <a:r>
              <a:rPr lang="en-GB"/>
              <a:t>- 2 images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541653" y="1033280"/>
            <a:ext cx="2880000" cy="3672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593149" y="1033280"/>
            <a:ext cx="1980000" cy="2448000"/>
          </a:xfrm>
          <a:solidFill>
            <a:schemeClr val="bg1">
              <a:lumMod val="85000"/>
            </a:schemeClr>
          </a:solidFill>
        </p:spPr>
        <p:txBody>
          <a:bodyPr/>
          <a:lstStyle/>
          <a:p>
            <a:endParaRPr lang="en-US"/>
          </a:p>
        </p:txBody>
      </p:sp>
      <p:sp>
        <p:nvSpPr>
          <p:cNvPr id="4" name="Text Placeholder 21">
            <a:extLst>
              <a:ext uri="{FF2B5EF4-FFF2-40B4-BE49-F238E27FC236}">
                <a16:creationId xmlns:a16="http://schemas.microsoft.com/office/drawing/2014/main" id="{F8BE5913-5162-CCD4-4293-7D233AD39EC0}"/>
              </a:ext>
            </a:extLst>
          </p:cNvPr>
          <p:cNvSpPr>
            <a:spLocks noGrp="1"/>
          </p:cNvSpPr>
          <p:nvPr>
            <p:ph type="body" sz="quarter" idx="17" hasCustomPrompt="1"/>
          </p:nvPr>
        </p:nvSpPr>
        <p:spPr>
          <a:xfrm>
            <a:off x="6635749" y="3428267"/>
            <a:ext cx="5040313" cy="791339"/>
          </a:xfrm>
        </p:spPr>
        <p:txBody>
          <a:bodyPr/>
          <a:lstStyle>
            <a:lvl1pPr marL="0" indent="0">
              <a:lnSpc>
                <a:spcPct val="90000"/>
              </a:lnSpc>
              <a:spcAft>
                <a:spcPts val="1000"/>
              </a:spcAft>
              <a:buNone/>
              <a:defRPr lang="en-GB" sz="26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Lorem ipsum </a:t>
            </a:r>
            <a:br>
              <a:rPr lang="en-GB" b="0" i="0">
                <a:solidFill>
                  <a:srgbClr val="000000"/>
                </a:solidFill>
                <a:effectLst/>
              </a:rPr>
            </a:br>
            <a:r>
              <a:rPr lang="en-GB" b="0" i="0">
                <a:solidFill>
                  <a:srgbClr val="000000"/>
                </a:solidFill>
                <a:effectLst/>
              </a:rPr>
              <a:t>dolor sit amet</a:t>
            </a:r>
            <a:endParaRPr lang="en-US"/>
          </a:p>
        </p:txBody>
      </p:sp>
      <p:sp>
        <p:nvSpPr>
          <p:cNvPr id="7" name="Text Placeholder 21">
            <a:extLst>
              <a:ext uri="{FF2B5EF4-FFF2-40B4-BE49-F238E27FC236}">
                <a16:creationId xmlns:a16="http://schemas.microsoft.com/office/drawing/2014/main" id="{257F753F-EED8-E20A-F3D8-5444B331A76A}"/>
              </a:ext>
            </a:extLst>
          </p:cNvPr>
          <p:cNvSpPr>
            <a:spLocks noGrp="1"/>
          </p:cNvSpPr>
          <p:nvPr>
            <p:ph type="body" sz="quarter" idx="18" hasCustomPrompt="1"/>
          </p:nvPr>
        </p:nvSpPr>
        <p:spPr>
          <a:xfrm>
            <a:off x="6635749" y="4308407"/>
            <a:ext cx="2202862" cy="1135504"/>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a:t>
            </a:r>
            <a:r>
              <a:rPr lang="en-GB" b="0" i="0" err="1">
                <a:solidFill>
                  <a:srgbClr val="000000"/>
                </a:solidFill>
                <a:effectLst/>
              </a:rPr>
              <a:t>ut</a:t>
            </a:r>
            <a:r>
              <a:rPr lang="en-GB" b="0" i="0">
                <a:solidFill>
                  <a:srgbClr val="000000"/>
                </a:solidFill>
                <a:effectLst/>
              </a:rPr>
              <a:t> </a:t>
            </a:r>
            <a:r>
              <a:rPr lang="en-GB" b="0" i="0" err="1">
                <a:solidFill>
                  <a:srgbClr val="000000"/>
                </a:solidFill>
                <a:effectLst/>
              </a:rPr>
              <a:t>perspiciatis</a:t>
            </a:r>
            <a:r>
              <a:rPr lang="en-GB" b="0" i="0">
                <a:solidFill>
                  <a:srgbClr val="000000"/>
                </a:solidFill>
                <a:effectLst/>
              </a:rPr>
              <a:t> </a:t>
            </a:r>
            <a:r>
              <a:rPr lang="en-GB" b="0" i="0" err="1">
                <a:solidFill>
                  <a:srgbClr val="000000"/>
                </a:solidFill>
                <a:effectLst/>
              </a:rPr>
              <a:t>unde</a:t>
            </a:r>
            <a:r>
              <a:rPr lang="en-GB" b="0" i="0">
                <a:solidFill>
                  <a:srgbClr val="000000"/>
                </a:solidFill>
                <a:effectLst/>
              </a:rPr>
              <a:t> omni </a:t>
            </a:r>
            <a:br>
              <a:rPr lang="en-GB" b="0" i="0">
                <a:solidFill>
                  <a:srgbClr val="000000"/>
                </a:solidFill>
                <a:effectLst/>
              </a:rPr>
            </a:br>
            <a:r>
              <a:rPr lang="en-GB" b="0" i="0" err="1">
                <a:solidFill>
                  <a:srgbClr val="000000"/>
                </a:solidFill>
                <a:effectLst/>
              </a:rPr>
              <a:t>iste</a:t>
            </a:r>
            <a:r>
              <a:rPr lang="en-GB" b="0" i="0">
                <a:solidFill>
                  <a:srgbClr val="000000"/>
                </a:solidFill>
                <a:effectLst/>
              </a:rPr>
              <a:t> </a:t>
            </a:r>
            <a:r>
              <a:rPr lang="en-GB" b="0" i="0" err="1">
                <a:solidFill>
                  <a:srgbClr val="000000"/>
                </a:solidFill>
                <a:effectLst/>
              </a:rPr>
              <a:t>natus</a:t>
            </a:r>
            <a:r>
              <a:rPr lang="en-GB" b="0" i="0">
                <a:solidFill>
                  <a:srgbClr val="000000"/>
                </a:solidFill>
                <a:effectLst/>
              </a:rPr>
              <a:t> error sit </a:t>
            </a:r>
            <a:r>
              <a:rPr lang="en-GB" b="0" i="0" err="1">
                <a:solidFill>
                  <a:srgbClr val="000000"/>
                </a:solidFill>
                <a:effectLst/>
              </a:rPr>
              <a:t>voluptatem</a:t>
            </a:r>
            <a:r>
              <a:rPr lang="en-GB" b="0" i="0">
                <a:solidFill>
                  <a:srgbClr val="000000"/>
                </a:solidFill>
                <a:effectLst/>
              </a:rPr>
              <a:t> </a:t>
            </a:r>
            <a:r>
              <a:rPr lang="en-GB" b="0" i="0" err="1">
                <a:solidFill>
                  <a:srgbClr val="000000"/>
                </a:solidFill>
                <a:effectLst/>
              </a:rPr>
              <a:t>accusantium</a:t>
            </a:r>
            <a:r>
              <a:rPr lang="en-GB" b="0" i="0">
                <a:solidFill>
                  <a:srgbClr val="000000"/>
                </a:solidFill>
                <a:effectLst/>
              </a:rPr>
              <a:t> </a:t>
            </a:r>
            <a:r>
              <a:rPr lang="en-GB" b="0" i="0" err="1">
                <a:solidFill>
                  <a:srgbClr val="000000"/>
                </a:solidFill>
                <a:effectLst/>
              </a:rPr>
              <a:t>doloremque</a:t>
            </a:r>
            <a:r>
              <a:rPr lang="en-GB" b="0" i="0">
                <a:solidFill>
                  <a:srgbClr val="000000"/>
                </a:solidFill>
                <a:effectLst/>
              </a:rPr>
              <a:t> </a:t>
            </a:r>
            <a:r>
              <a:rPr lang="en-GB" b="0" i="0" err="1">
                <a:solidFill>
                  <a:srgbClr val="000000"/>
                </a:solidFill>
                <a:effectLst/>
              </a:rPr>
              <a:t>laudantium</a:t>
            </a:r>
            <a:r>
              <a:rPr lang="en-GB" b="0" i="0">
                <a:solidFill>
                  <a:srgbClr val="000000"/>
                </a:solidFill>
                <a:effectLst/>
              </a:rPr>
              <a:t>, </a:t>
            </a:r>
            <a:r>
              <a:rPr lang="en-GB" b="0" i="0" err="1">
                <a:solidFill>
                  <a:srgbClr val="000000"/>
                </a:solidFill>
                <a:effectLst/>
              </a:rPr>
              <a:t>totam</a:t>
            </a:r>
            <a:r>
              <a:rPr lang="en-GB" b="0" i="0">
                <a:solidFill>
                  <a:srgbClr val="000000"/>
                </a:solidFill>
                <a:effectLst/>
              </a:rPr>
              <a:t> rem </a:t>
            </a:r>
            <a:r>
              <a:rPr lang="en-GB" b="0" i="0" err="1">
                <a:solidFill>
                  <a:srgbClr val="000000"/>
                </a:solidFill>
                <a:effectLst/>
              </a:rPr>
              <a:t>aperia</a:t>
            </a:r>
            <a:r>
              <a:rPr lang="en-GB" b="0" i="0">
                <a:solidFill>
                  <a:srgbClr val="000000"/>
                </a:solidFill>
                <a:effectLst/>
              </a:rPr>
              <a:t>, </a:t>
            </a:r>
            <a:r>
              <a:rPr lang="en-GB" b="0" i="0" err="1">
                <a:solidFill>
                  <a:srgbClr val="000000"/>
                </a:solidFill>
                <a:effectLst/>
              </a:rPr>
              <a:t>eaque</a:t>
            </a:r>
            <a:r>
              <a:rPr lang="en-GB" b="0" i="0">
                <a:solidFill>
                  <a:srgbClr val="000000"/>
                </a:solidFill>
                <a:effectLst/>
              </a:rPr>
              <a:t>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r>
              <a:rPr lang="en-GB" b="0" i="0" err="1">
                <a:solidFill>
                  <a:srgbClr val="000000"/>
                </a:solidFill>
                <a:effectLst/>
              </a:rPr>
              <a:t>veritatis</a:t>
            </a:r>
            <a:r>
              <a:rPr lang="en-GB" b="0" i="0">
                <a:solidFill>
                  <a:srgbClr val="000000"/>
                </a:solidFill>
                <a:effectLst/>
              </a:rPr>
              <a:t> et quasi.</a:t>
            </a:r>
            <a:endParaRPr lang="en-GB"/>
          </a:p>
        </p:txBody>
      </p:sp>
      <p:sp>
        <p:nvSpPr>
          <p:cNvPr id="13" name="Text Placeholder 21">
            <a:extLst>
              <a:ext uri="{FF2B5EF4-FFF2-40B4-BE49-F238E27FC236}">
                <a16:creationId xmlns:a16="http://schemas.microsoft.com/office/drawing/2014/main" id="{60720017-6C1B-6F45-EDCA-FC5D32D005DF}"/>
              </a:ext>
            </a:extLst>
          </p:cNvPr>
          <p:cNvSpPr>
            <a:spLocks noGrp="1"/>
          </p:cNvSpPr>
          <p:nvPr>
            <p:ph type="body" sz="quarter" idx="22" hasCustomPrompt="1"/>
          </p:nvPr>
        </p:nvSpPr>
        <p:spPr>
          <a:xfrm>
            <a:off x="8940800" y="4308407"/>
            <a:ext cx="2202862" cy="1135504"/>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voluptatem </a:t>
            </a:r>
            <a:r>
              <a:rPr lang="en-GB" b="0" i="0" err="1">
                <a:solidFill>
                  <a:srgbClr val="000000"/>
                </a:solidFill>
                <a:effectLst/>
              </a:rPr>
              <a:t>accusantium</a:t>
            </a:r>
            <a:r>
              <a:rPr lang="en-GB" b="0" i="0">
                <a:solidFill>
                  <a:srgbClr val="000000"/>
                </a:solidFill>
                <a:effectLst/>
              </a:rPr>
              <a:t> doloremque laudantium, totam rem </a:t>
            </a:r>
            <a:r>
              <a:rPr lang="en-GB" b="0" i="0" err="1">
                <a:solidFill>
                  <a:srgbClr val="000000"/>
                </a:solidFill>
                <a:effectLst/>
              </a:rPr>
              <a:t>aperia</a:t>
            </a:r>
            <a:r>
              <a:rPr lang="en-GB" b="0" i="0">
                <a:solidFill>
                  <a:srgbClr val="000000"/>
                </a:solidFill>
                <a:effectLst/>
              </a:rPr>
              <a:t>, eaque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r>
              <a:rPr lang="en-GB" b="0" i="0" err="1">
                <a:solidFill>
                  <a:srgbClr val="000000"/>
                </a:solidFill>
                <a:effectLst/>
              </a:rPr>
              <a:t>veritatis</a:t>
            </a:r>
            <a:r>
              <a:rPr lang="en-GB" b="0" i="0">
                <a:solidFill>
                  <a:srgbClr val="000000"/>
                </a:solidFill>
                <a:effectLst/>
              </a:rPr>
              <a:t> et quasi.</a:t>
            </a:r>
            <a:endParaRPr lang="en-GB"/>
          </a:p>
        </p:txBody>
      </p:sp>
    </p:spTree>
    <p:extLst>
      <p:ext uri="{BB962C8B-B14F-4D97-AF65-F5344CB8AC3E}">
        <p14:creationId xmlns:p14="http://schemas.microsoft.com/office/powerpoint/2010/main" val="11393166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 4 rows in tabl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440000"/>
          </a:xfrm>
        </p:spPr>
        <p:txBody>
          <a:bodyPr/>
          <a:lstStyle/>
          <a:p>
            <a:r>
              <a:rPr lang="en-GB"/>
              <a:t>Content slide</a:t>
            </a:r>
            <a:br>
              <a:rPr lang="en-GB"/>
            </a:br>
            <a:r>
              <a:rPr lang="en-GB"/>
              <a:t>- 4 rows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534925" y="4032875"/>
            <a:ext cx="2808000" cy="1908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voluptatem </a:t>
            </a:r>
            <a:r>
              <a:rPr lang="en-GB" b="0" i="0" err="1">
                <a:solidFill>
                  <a:srgbClr val="000000"/>
                </a:solidFill>
                <a:effectLst/>
              </a:rPr>
              <a:t>accusantium</a:t>
            </a:r>
            <a:r>
              <a:rPr lang="en-GB" b="0" i="0">
                <a:solidFill>
                  <a:srgbClr val="000000"/>
                </a:solidFill>
                <a:effectLst/>
              </a:rPr>
              <a:t> doloremque </a:t>
            </a:r>
            <a:br>
              <a:rPr lang="en-GB" b="0" i="0">
                <a:solidFill>
                  <a:srgbClr val="000000"/>
                </a:solidFill>
                <a:effectLst/>
              </a:rPr>
            </a:br>
            <a:r>
              <a:rPr lang="en-GB" b="0" i="0">
                <a:solidFill>
                  <a:srgbClr val="000000"/>
                </a:solidFill>
                <a:effectLst/>
              </a:rPr>
              <a:t>laudantium, totam rem </a:t>
            </a:r>
            <a:r>
              <a:rPr lang="en-GB" b="0" i="0" err="1">
                <a:solidFill>
                  <a:srgbClr val="000000"/>
                </a:solidFill>
                <a:effectLst/>
              </a:rPr>
              <a:t>aperia</a:t>
            </a:r>
            <a:r>
              <a:rPr lang="en-GB" b="0" i="0">
                <a:solidFill>
                  <a:srgbClr val="000000"/>
                </a:solidFill>
                <a:effectLst/>
              </a:rPr>
              <a:t>, </a:t>
            </a:r>
            <a:br>
              <a:rPr lang="en-GB" b="0" i="0">
                <a:solidFill>
                  <a:srgbClr val="000000"/>
                </a:solidFill>
                <a:effectLst/>
              </a:rPr>
            </a:br>
            <a:r>
              <a:rPr lang="en-GB" b="0" i="0">
                <a:solidFill>
                  <a:srgbClr val="000000"/>
                </a:solidFill>
                <a:effectLst/>
              </a:rPr>
              <a:t>eaque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br>
              <a:rPr lang="en-GB" b="0" i="0">
                <a:solidFill>
                  <a:srgbClr val="000000"/>
                </a:solidFill>
                <a:effectLst/>
              </a:rPr>
            </a:br>
            <a:r>
              <a:rPr lang="en-GB" b="0" i="0" err="1">
                <a:solidFill>
                  <a:srgbClr val="000000"/>
                </a:solidFill>
                <a:effectLst/>
              </a:rPr>
              <a:t>veritatis</a:t>
            </a:r>
            <a:r>
              <a:rPr lang="en-GB" b="0" i="0">
                <a:solidFill>
                  <a:srgbClr val="000000"/>
                </a:solidFill>
                <a:effectLst/>
              </a:rPr>
              <a:t> et quasi.</a:t>
            </a:r>
            <a:endParaRPr lang="en-US"/>
          </a:p>
        </p:txBody>
      </p:sp>
      <p:sp>
        <p:nvSpPr>
          <p:cNvPr id="10" name="Text Placeholder 21">
            <a:extLst>
              <a:ext uri="{FF2B5EF4-FFF2-40B4-BE49-F238E27FC236}">
                <a16:creationId xmlns:a16="http://schemas.microsoft.com/office/drawing/2014/main" id="{41152381-9B36-13FF-A874-09D4BC7E3059}"/>
              </a:ext>
            </a:extLst>
          </p:cNvPr>
          <p:cNvSpPr>
            <a:spLocks noGrp="1"/>
          </p:cNvSpPr>
          <p:nvPr>
            <p:ph type="body" sz="quarter" idx="29" hasCustomPrompt="1"/>
          </p:nvPr>
        </p:nvSpPr>
        <p:spPr>
          <a:xfrm>
            <a:off x="534925" y="3175163"/>
            <a:ext cx="2808000" cy="792000"/>
          </a:xfrm>
        </p:spPr>
        <p:txBody>
          <a:bodyPr/>
          <a:lstStyle>
            <a:lvl1pPr marL="0" indent="0">
              <a:lnSpc>
                <a:spcPct val="90000"/>
              </a:lnSpc>
              <a:spcAft>
                <a:spcPts val="1000"/>
              </a:spcAft>
              <a:buNone/>
              <a:defRPr lang="en-GB" sz="26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Lorem ipsum </a:t>
            </a:r>
            <a:br>
              <a:rPr lang="en-GB" b="0" i="0">
                <a:solidFill>
                  <a:srgbClr val="000000"/>
                </a:solidFill>
                <a:effectLst/>
              </a:rPr>
            </a:br>
            <a:r>
              <a:rPr lang="en-GB" b="0" i="0">
                <a:solidFill>
                  <a:srgbClr val="000000"/>
                </a:solidFill>
                <a:effectLst/>
              </a:rPr>
              <a:t>dolor sit amet</a:t>
            </a:r>
            <a:endParaRPr lang="en-US"/>
          </a:p>
        </p:txBody>
      </p:sp>
    </p:spTree>
    <p:extLst>
      <p:ext uri="{BB962C8B-B14F-4D97-AF65-F5344CB8AC3E}">
        <p14:creationId xmlns:p14="http://schemas.microsoft.com/office/powerpoint/2010/main" val="2719038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 icons 1 row">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009850"/>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5" name="Text Placeholder 21">
            <a:extLst>
              <a:ext uri="{FF2B5EF4-FFF2-40B4-BE49-F238E27FC236}">
                <a16:creationId xmlns:a16="http://schemas.microsoft.com/office/drawing/2014/main" id="{3B93C8D2-AED3-2AB9-B0F5-1672AA992DC0}"/>
              </a:ext>
            </a:extLst>
          </p:cNvPr>
          <p:cNvSpPr>
            <a:spLocks noGrp="1"/>
          </p:cNvSpPr>
          <p:nvPr>
            <p:ph type="body" sz="quarter" idx="29" hasCustomPrompt="1"/>
          </p:nvPr>
        </p:nvSpPr>
        <p:spPr>
          <a:xfrm>
            <a:off x="529355"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a:t>
            </a:r>
            <a:r>
              <a:rPr lang="en-GB" b="0" i="0" err="1">
                <a:solidFill>
                  <a:srgbClr val="000000"/>
                </a:solidFill>
                <a:effectLst/>
              </a:rPr>
              <a:t>ut</a:t>
            </a:r>
            <a:r>
              <a:rPr lang="en-GB" b="0" i="0">
                <a:solidFill>
                  <a:srgbClr val="000000"/>
                </a:solidFill>
                <a:effectLst/>
              </a:rPr>
              <a:t> </a:t>
            </a:r>
            <a:r>
              <a:rPr lang="en-GB" b="0" i="0" err="1">
                <a:solidFill>
                  <a:srgbClr val="000000"/>
                </a:solidFill>
                <a:effectLst/>
              </a:rPr>
              <a:t>perspiciatis</a:t>
            </a:r>
            <a:r>
              <a:rPr lang="en-GB" b="0" i="0">
                <a:solidFill>
                  <a:srgbClr val="000000"/>
                </a:solidFill>
                <a:effectLst/>
              </a:rPr>
              <a:t> </a:t>
            </a:r>
            <a:r>
              <a:rPr lang="en-GB" b="0" i="0" err="1">
                <a:solidFill>
                  <a:srgbClr val="000000"/>
                </a:solidFill>
                <a:effectLst/>
              </a:rPr>
              <a:t>unde</a:t>
            </a:r>
            <a:r>
              <a:rPr lang="en-GB" b="0" i="0">
                <a:solidFill>
                  <a:srgbClr val="000000"/>
                </a:solidFill>
                <a:effectLst/>
              </a:rPr>
              <a:t> omnis </a:t>
            </a:r>
            <a:r>
              <a:rPr lang="en-GB" b="0" i="0" err="1">
                <a:solidFill>
                  <a:srgbClr val="000000"/>
                </a:solidFill>
                <a:effectLst/>
              </a:rPr>
              <a:t>iste</a:t>
            </a:r>
            <a:r>
              <a:rPr lang="en-GB" b="0" i="0">
                <a:solidFill>
                  <a:srgbClr val="000000"/>
                </a:solidFill>
                <a:effectLst/>
              </a:rPr>
              <a:t> </a:t>
            </a:r>
            <a:r>
              <a:rPr lang="en-GB" b="0" i="0" err="1">
                <a:solidFill>
                  <a:srgbClr val="000000"/>
                </a:solidFill>
                <a:effectLst/>
              </a:rPr>
              <a:t>natus</a:t>
            </a:r>
            <a:r>
              <a:rPr lang="en-GB" b="0" i="0">
                <a:solidFill>
                  <a:srgbClr val="000000"/>
                </a:solidFill>
                <a:effectLst/>
              </a:rPr>
              <a:t> error sit </a:t>
            </a:r>
            <a:r>
              <a:rPr lang="en-GB" b="0" i="0" err="1">
                <a:solidFill>
                  <a:srgbClr val="000000"/>
                </a:solidFill>
                <a:effectLst/>
              </a:rPr>
              <a:t>voluptatem</a:t>
            </a:r>
            <a:r>
              <a:rPr lang="en-GB" b="0" i="0">
                <a:solidFill>
                  <a:srgbClr val="000000"/>
                </a:solidFill>
                <a:effectLst/>
              </a:rPr>
              <a:t> </a:t>
            </a:r>
            <a:r>
              <a:rPr lang="en-GB" b="0" i="0" err="1">
                <a:solidFill>
                  <a:srgbClr val="000000"/>
                </a:solidFill>
                <a:effectLst/>
              </a:rPr>
              <a:t>accusanti</a:t>
            </a:r>
            <a:r>
              <a:rPr lang="en-GB" b="0" i="0">
                <a:solidFill>
                  <a:srgbClr val="000000"/>
                </a:solidFill>
                <a:effectLst/>
              </a:rPr>
              <a:t> </a:t>
            </a:r>
            <a:r>
              <a:rPr lang="en-GB" b="0" i="0" err="1">
                <a:solidFill>
                  <a:srgbClr val="000000"/>
                </a:solidFill>
                <a:effectLst/>
              </a:rPr>
              <a:t>doloremque</a:t>
            </a:r>
            <a:r>
              <a:rPr lang="en-GB" b="0" i="0">
                <a:solidFill>
                  <a:srgbClr val="000000"/>
                </a:solidFill>
                <a:effectLst/>
              </a:rPr>
              <a:t> </a:t>
            </a:r>
            <a:r>
              <a:rPr lang="en-GB" b="0" i="0" err="1">
                <a:solidFill>
                  <a:srgbClr val="000000"/>
                </a:solidFill>
                <a:effectLst/>
              </a:rPr>
              <a:t>laudantium</a:t>
            </a:r>
            <a:r>
              <a:rPr lang="en-GB" b="0" i="0">
                <a:solidFill>
                  <a:srgbClr val="000000"/>
                </a:solidFill>
                <a:effectLst/>
              </a:rPr>
              <a:t>, </a:t>
            </a:r>
            <a:r>
              <a:rPr lang="en-GB" b="0" i="0" err="1">
                <a:solidFill>
                  <a:srgbClr val="000000"/>
                </a:solidFill>
                <a:effectLst/>
              </a:rPr>
              <a:t>totam</a:t>
            </a:r>
            <a:r>
              <a:rPr lang="en-GB" b="0" i="0">
                <a:solidFill>
                  <a:srgbClr val="000000"/>
                </a:solidFill>
                <a:effectLst/>
              </a:rPr>
              <a:t> rem </a:t>
            </a:r>
            <a:r>
              <a:rPr lang="en-GB" b="0" i="0" err="1">
                <a:solidFill>
                  <a:srgbClr val="000000"/>
                </a:solidFill>
                <a:effectLst/>
              </a:rPr>
              <a:t>aperiam</a:t>
            </a:r>
            <a:r>
              <a:rPr lang="en-GB" b="0" i="0">
                <a:solidFill>
                  <a:srgbClr val="000000"/>
                </a:solidFill>
                <a:effectLst/>
              </a:rPr>
              <a:t>, </a:t>
            </a:r>
            <a:r>
              <a:rPr lang="en-GB" b="0" i="0" err="1">
                <a:solidFill>
                  <a:srgbClr val="000000"/>
                </a:solidFill>
                <a:effectLst/>
              </a:rPr>
              <a:t>eaque</a:t>
            </a:r>
            <a:r>
              <a:rPr lang="en-GB" b="0" i="0">
                <a:solidFill>
                  <a:srgbClr val="000000"/>
                </a:solidFill>
                <a:effectLst/>
              </a:rPr>
              <a:t> ipsa.</a:t>
            </a:r>
            <a:endParaRPr lang="en-GB"/>
          </a:p>
        </p:txBody>
      </p:sp>
      <p:sp>
        <p:nvSpPr>
          <p:cNvPr id="27" name="Text Placeholder 21">
            <a:extLst>
              <a:ext uri="{FF2B5EF4-FFF2-40B4-BE49-F238E27FC236}">
                <a16:creationId xmlns:a16="http://schemas.microsoft.com/office/drawing/2014/main" id="{FA49DE0A-9167-5E5E-23B4-892A7DE9A70A}"/>
              </a:ext>
            </a:extLst>
          </p:cNvPr>
          <p:cNvSpPr>
            <a:spLocks noGrp="1"/>
          </p:cNvSpPr>
          <p:nvPr>
            <p:ph type="body" sz="quarter" idx="31" hasCustomPrompt="1"/>
          </p:nvPr>
        </p:nvSpPr>
        <p:spPr>
          <a:xfrm>
            <a:off x="4389439"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sit voluptatem accusanti doloremque laudantium, totam rem aperiam, eaque ipsa.</a:t>
            </a:r>
            <a:endParaRPr lang="en-GB"/>
          </a:p>
        </p:txBody>
      </p:sp>
      <p:sp>
        <p:nvSpPr>
          <p:cNvPr id="28" name="Text Placeholder 21">
            <a:extLst>
              <a:ext uri="{FF2B5EF4-FFF2-40B4-BE49-F238E27FC236}">
                <a16:creationId xmlns:a16="http://schemas.microsoft.com/office/drawing/2014/main" id="{AD2217CA-90C3-0603-D715-3F36410F2B06}"/>
              </a:ext>
            </a:extLst>
          </p:cNvPr>
          <p:cNvSpPr>
            <a:spLocks noGrp="1"/>
          </p:cNvSpPr>
          <p:nvPr>
            <p:ph type="body" sz="quarter" idx="32" hasCustomPrompt="1"/>
          </p:nvPr>
        </p:nvSpPr>
        <p:spPr>
          <a:xfrm>
            <a:off x="4387369"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HPS</a:t>
            </a:r>
            <a:endParaRPr lang="en-US"/>
          </a:p>
        </p:txBody>
      </p:sp>
      <p:sp>
        <p:nvSpPr>
          <p:cNvPr id="29" name="Text Placeholder 21">
            <a:extLst>
              <a:ext uri="{FF2B5EF4-FFF2-40B4-BE49-F238E27FC236}">
                <a16:creationId xmlns:a16="http://schemas.microsoft.com/office/drawing/2014/main" id="{96C4312F-35D9-1855-48F2-8743790ECC7F}"/>
              </a:ext>
            </a:extLst>
          </p:cNvPr>
          <p:cNvSpPr>
            <a:spLocks noGrp="1"/>
          </p:cNvSpPr>
          <p:nvPr>
            <p:ph type="body" sz="quarter" idx="33" hasCustomPrompt="1"/>
          </p:nvPr>
        </p:nvSpPr>
        <p:spPr>
          <a:xfrm>
            <a:off x="8249523"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sit voluptatem accusanti doloremque laudantium, totam rem aperiam, eaque ipsa.</a:t>
            </a:r>
            <a:endParaRPr lang="en-GB"/>
          </a:p>
        </p:txBody>
      </p:sp>
      <p:sp>
        <p:nvSpPr>
          <p:cNvPr id="30" name="Text Placeholder 21">
            <a:extLst>
              <a:ext uri="{FF2B5EF4-FFF2-40B4-BE49-F238E27FC236}">
                <a16:creationId xmlns:a16="http://schemas.microsoft.com/office/drawing/2014/main" id="{57167064-2D79-2646-F1CA-B518AAA4EA06}"/>
              </a:ext>
            </a:extLst>
          </p:cNvPr>
          <p:cNvSpPr>
            <a:spLocks noGrp="1"/>
          </p:cNvSpPr>
          <p:nvPr>
            <p:ph type="body" sz="quarter" idx="34" hasCustomPrompt="1"/>
          </p:nvPr>
        </p:nvSpPr>
        <p:spPr>
          <a:xfrm>
            <a:off x="8249523"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Engineering</a:t>
            </a:r>
            <a:endParaRPr lang="en-US"/>
          </a:p>
        </p:txBody>
      </p:sp>
      <p:sp>
        <p:nvSpPr>
          <p:cNvPr id="34" name="Text Placeholder 21">
            <a:extLst>
              <a:ext uri="{FF2B5EF4-FFF2-40B4-BE49-F238E27FC236}">
                <a16:creationId xmlns:a16="http://schemas.microsoft.com/office/drawing/2014/main" id="{655A7C08-A93D-7FAF-0DE7-DD89E3296CB9}"/>
              </a:ext>
            </a:extLst>
          </p:cNvPr>
          <p:cNvSpPr>
            <a:spLocks noGrp="1"/>
          </p:cNvSpPr>
          <p:nvPr>
            <p:ph type="body" sz="quarter" idx="35" hasCustomPrompt="1"/>
          </p:nvPr>
        </p:nvSpPr>
        <p:spPr>
          <a:xfrm>
            <a:off x="525215"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FF&amp;E</a:t>
            </a:r>
            <a:endParaRPr lang="en-US"/>
          </a:p>
        </p:txBody>
      </p:sp>
    </p:spTree>
    <p:extLst>
      <p:ext uri="{BB962C8B-B14F-4D97-AF65-F5344CB8AC3E}">
        <p14:creationId xmlns:p14="http://schemas.microsoft.com/office/powerpoint/2010/main" val="13222180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agram slide - char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2058"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b="0" i="0">
                <a:solidFill>
                  <a:srgbClr val="000000"/>
                </a:solidFill>
                <a:effectLst/>
              </a:rPr>
              <a:t>Diagram slide</a:t>
            </a:r>
            <a:br>
              <a:rPr lang="en-GB" b="0" i="0">
                <a:solidFill>
                  <a:srgbClr val="000000"/>
                </a:solidFill>
                <a:effectLst/>
              </a:rPr>
            </a:br>
            <a:r>
              <a:rPr lang="en-GB" b="0" i="0">
                <a:solidFill>
                  <a:srgbClr val="000000"/>
                </a:solidFill>
                <a:effectLst/>
              </a:rPr>
              <a:t>- bar chart</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2058" y="3177194"/>
            <a:ext cx="2796769" cy="713199"/>
          </a:xfrm>
        </p:spPr>
        <p:txBody>
          <a:bodyPr/>
          <a:lstStyle>
            <a:lvl1pPr marL="0" indent="0">
              <a:lnSpc>
                <a:spcPct val="90000"/>
              </a:lnSpc>
              <a:spcAft>
                <a:spcPts val="1000"/>
              </a:spcAft>
              <a:buNone/>
              <a:defRPr lang="en-GB" sz="26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Lorem ipsum </a:t>
            </a:r>
            <a:br>
              <a:rPr lang="en-GB"/>
            </a:br>
            <a:r>
              <a:rPr lang="en-GB"/>
              <a:t>dolor sit amet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22058" y="4043137"/>
            <a:ext cx="2796769" cy="1906813"/>
          </a:xfrm>
        </p:spPr>
        <p:txBody>
          <a:bodyPr/>
          <a:lstStyle>
            <a:lvl1pPr marL="216000" indent="-108000">
              <a:lnSpc>
                <a:spcPct val="95000"/>
              </a:lnSpc>
              <a:spcAft>
                <a:spcPts val="1000"/>
              </a:spcAft>
              <a:buFont typeface="Arial" panose="020B0604020202020204" pitchFamily="34" charset="0"/>
              <a:buChar char="•"/>
              <a:tabLst/>
              <a:defRPr lang="en-GB" sz="12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p:txBody>
      </p:sp>
    </p:spTree>
    <p:extLst>
      <p:ext uri="{BB962C8B-B14F-4D97-AF65-F5344CB8AC3E}">
        <p14:creationId xmlns:p14="http://schemas.microsoft.com/office/powerpoint/2010/main" val="16710944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Diagr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sz="2600"/>
            </a:lvl1pPr>
          </a:lstStyle>
          <a:p>
            <a:r>
              <a:rPr lang="en-GB"/>
              <a:t>Diagram slide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34254092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29368488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999596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310082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83726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153661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5763722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IHG_TAB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F52"/>
          </a:solidFill>
          <a:ln w="12700">
            <a:solidFill>
              <a:srgbClr val="173F52"/>
            </a:solidFill>
            <a:prstDash val="solid"/>
          </a:ln>
        </p:spPr>
        <p:txBody>
          <a:bodyPr/>
          <a:lstStyle/>
          <a:p>
            <a:endParaRPr lang="en-GB"/>
          </a:p>
        </p:txBody>
      </p:sp>
      <p:sp>
        <p:nvSpPr>
          <p:cNvPr id="3" name="Text 1"/>
          <p:cNvSpPr/>
          <p:nvPr/>
        </p:nvSpPr>
        <p:spPr>
          <a:xfrm>
            <a:off x="164592" y="73152"/>
            <a:ext cx="1828800" cy="164592"/>
          </a:xfrm>
          <a:prstGeom prst="rect">
            <a:avLst/>
          </a:prstGeom>
          <a:noFill/>
          <a:ln/>
        </p:spPr>
        <p:txBody>
          <a:bodyPr wrap="square" lIns="0" tIns="0" rIns="0" bIns="0" rtlCol="0" anchor="ctr"/>
          <a:lstStyle/>
          <a:p>
            <a:pPr marL="0" indent="0">
              <a:buNone/>
            </a:pPr>
            <a:r>
              <a:rPr lang="en-US" sz="800" b="1">
                <a:solidFill>
                  <a:srgbClr val="FFFFFF"/>
                </a:solidFill>
                <a:latin typeface="Arial" pitchFamily="34" charset="0"/>
                <a:ea typeface="Arial" pitchFamily="34" charset="-122"/>
                <a:cs typeface="Arial" pitchFamily="34" charset="-120"/>
              </a:rPr>
              <a:t>IHG PROCUREMENT</a:t>
            </a:r>
            <a:endParaRPr lang="en-US" sz="800"/>
          </a:p>
        </p:txBody>
      </p:sp>
      <p:sp>
        <p:nvSpPr>
          <p:cNvPr id="4" name="Text 2"/>
          <p:cNvSpPr/>
          <p:nvPr/>
        </p:nvSpPr>
        <p:spPr>
          <a:xfrm>
            <a:off x="10469880" y="6583680"/>
            <a:ext cx="1417320" cy="128016"/>
          </a:xfrm>
          <a:prstGeom prst="rect">
            <a:avLst/>
          </a:prstGeom>
          <a:noFill/>
          <a:ln/>
        </p:spPr>
        <p:txBody>
          <a:bodyPr wrap="square" lIns="0" tIns="0" rIns="0" bIns="0" rtlCol="0" anchor="ctr"/>
          <a:lstStyle/>
          <a:p>
            <a:pPr marL="0" indent="0" algn="r">
              <a:buNone/>
            </a:pPr>
            <a:r>
              <a:rPr lang="en-US" sz="650">
                <a:solidFill>
                  <a:srgbClr val="6B7478"/>
                </a:solidFill>
                <a:latin typeface="Arial" pitchFamily="34" charset="0"/>
                <a:ea typeface="Arial" pitchFamily="34" charset="-122"/>
                <a:cs typeface="Arial" pitchFamily="34" charset="-120"/>
              </a:rPr>
              <a:t>IHG HOTELS &amp; RESORTS</a:t>
            </a:r>
            <a:endParaRPr lang="en-US" sz="650"/>
          </a:p>
        </p:txBody>
      </p:sp>
      <p:sp>
        <p:nvSpPr>
          <p:cNvPr id="5" name="Text 3"/>
          <p:cNvSpPr/>
          <p:nvPr/>
        </p:nvSpPr>
        <p:spPr>
          <a:xfrm>
            <a:off x="164592" y="6583680"/>
            <a:ext cx="3657600" cy="128016"/>
          </a:xfrm>
          <a:prstGeom prst="rect">
            <a:avLst/>
          </a:prstGeom>
          <a:noFill/>
          <a:ln/>
        </p:spPr>
        <p:txBody>
          <a:bodyPr wrap="square" lIns="0" tIns="0" rIns="0" bIns="0" rtlCol="0" anchor="ctr"/>
          <a:lstStyle/>
          <a:p>
            <a:pPr marL="0" indent="0">
              <a:buNone/>
            </a:pPr>
            <a:r>
              <a:rPr lang="en-US" sz="650">
                <a:solidFill>
                  <a:srgbClr val="8A8A8A"/>
                </a:solidFill>
                <a:latin typeface="Arial" pitchFamily="34" charset="0"/>
                <a:ea typeface="Arial" pitchFamily="34" charset="-122"/>
                <a:cs typeface="Arial" pitchFamily="34" charset="-120"/>
              </a:rPr>
              <a:t>HIGHLY CONFIDENTIAL – FOR DISCUSSION PURPOSES ONLY</a:t>
            </a:r>
            <a:endParaRPr lang="en-US" sz="650"/>
          </a:p>
        </p:txBody>
      </p:sp>
      <p:sp>
        <p:nvSpPr>
          <p:cNvPr id="25" name="Slide Number Placeholder 0"/>
          <p:cNvSpPr>
            <a:spLocks noGrp="1"/>
          </p:cNvSpPr>
          <p:nvPr>
            <p:ph type="sldNum" sz="quarter" idx="4294967295"/>
          </p:nvPr>
        </p:nvSpPr>
        <p:spPr>
          <a:xfrm>
            <a:off x="137160" y="6565392"/>
            <a:ext cx="228600" cy="128016"/>
          </a:xfrm>
          <a:prstGeom prst="rect">
            <a:avLst/>
          </a:prstGeom>
          <a:extLst>
            <a:ext uri="{C572A759-6A51-4108-AA02-DFA0A04FC94B}">
              <ma14:wrappingTextBoxFlag xmlns:ma14="http://schemas.microsoft.com/office/mac/drawingml/2011/main" xmlns="" val="0"/>
            </a:ext>
          </a:extLst>
        </p:spPr>
        <p:txBody>
          <a:bodyPr/>
          <a:lstStyle>
            <a:lvl1pPr>
              <a:defRPr sz="650">
                <a:solidFill>
                  <a:srgbClr val="8A8A8A"/>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3336641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6697126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5435041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6350721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©2021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875787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alpha val="50000"/>
                  </a:schemeClr>
                </a:solidFill>
                <a:latin typeface="Arial" panose="020B0604020202020204" pitchFamily="34" charset="0"/>
                <a:cs typeface="Arial" panose="020B0604020202020204" pitchFamily="34" charset="0"/>
              </a:rPr>
              <a:t>©2026 IHG</a:t>
            </a:r>
            <a:endParaRPr lang="en-US" sz="701" kern="800" spc="0">
              <a:solidFill>
                <a:schemeClr val="bg1">
                  <a:alpha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23451415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2026252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4658276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0597456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Presentation Title Image 1">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
        <p:nvSpPr>
          <p:cNvPr id="25" name="Text Placeholder 3">
            <a:extLst>
              <a:ext uri="{FF2B5EF4-FFF2-40B4-BE49-F238E27FC236}">
                <a16:creationId xmlns:a16="http://schemas.microsoft.com/office/drawing/2014/main" id="{40C7999F-8FBD-E94B-A3FA-EEDE3097A427}"/>
              </a:ext>
            </a:extLst>
          </p:cNvPr>
          <p:cNvSpPr>
            <a:spLocks noGrp="1"/>
          </p:cNvSpPr>
          <p:nvPr>
            <p:ph type="body" sz="quarter" idx="13" hasCustomPrompt="1"/>
          </p:nvPr>
        </p:nvSpPr>
        <p:spPr>
          <a:xfrm>
            <a:off x="2323458" y="4892826"/>
            <a:ext cx="7539528" cy="465827"/>
          </a:xfrm>
          <a:prstGeom prst="rect">
            <a:avLst/>
          </a:prstGeom>
        </p:spPr>
        <p:txBody>
          <a:bodyPr lIns="0" tIns="0" rIns="0" bIns="0" anchor="t"/>
          <a:lstStyle>
            <a:lvl1pPr marL="0" indent="0" algn="ctr">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27" name="Text Placeholder 3">
            <a:extLst>
              <a:ext uri="{FF2B5EF4-FFF2-40B4-BE49-F238E27FC236}">
                <a16:creationId xmlns:a16="http://schemas.microsoft.com/office/drawing/2014/main" id="{2A945782-E3FA-E548-B686-ADD3BA3F6F7B}"/>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4" name="Picture Placeholder 3">
            <a:extLst>
              <a:ext uri="{FF2B5EF4-FFF2-40B4-BE49-F238E27FC236}">
                <a16:creationId xmlns:a16="http://schemas.microsoft.com/office/drawing/2014/main" id="{26A2C0DE-C569-5648-8CAD-895CA1DF68C4}"/>
              </a:ext>
            </a:extLst>
          </p:cNvPr>
          <p:cNvSpPr>
            <a:spLocks noGrp="1"/>
          </p:cNvSpPr>
          <p:nvPr>
            <p:ph type="pic" sz="quarter" idx="14" hasCustomPrompt="1"/>
          </p:nvPr>
        </p:nvSpPr>
        <p:spPr>
          <a:xfrm>
            <a:off x="2106750" y="1305162"/>
            <a:ext cx="7972944" cy="3363479"/>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12" name="Text Placeholder 8">
            <a:extLst>
              <a:ext uri="{FF2B5EF4-FFF2-40B4-BE49-F238E27FC236}">
                <a16:creationId xmlns:a16="http://schemas.microsoft.com/office/drawing/2014/main" id="{7C9F0632-C023-0547-B7FC-2D71ECD23CBA}"/>
              </a:ext>
            </a:extLst>
          </p:cNvPr>
          <p:cNvSpPr>
            <a:spLocks noGrp="1"/>
          </p:cNvSpPr>
          <p:nvPr>
            <p:ph type="body" sz="quarter" idx="15" hasCustomPrompt="1"/>
          </p:nvPr>
        </p:nvSpPr>
        <p:spPr>
          <a:xfrm>
            <a:off x="2066991" y="4688518"/>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25972791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0299620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6061650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42098055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1866299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5134690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©2021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793237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alpha val="50000"/>
                  </a:schemeClr>
                </a:solidFill>
                <a:latin typeface="Arial" panose="020B0604020202020204" pitchFamily="34" charset="0"/>
                <a:cs typeface="Arial" panose="020B0604020202020204" pitchFamily="34" charset="0"/>
              </a:rPr>
              <a:t>©2021 IHG</a:t>
            </a:r>
            <a:endParaRPr lang="en-US" sz="701" kern="800" spc="0">
              <a:solidFill>
                <a:schemeClr val="bg1">
                  <a:alpha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28410253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606549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18319154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3516170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Presentation Title White">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3006306"/>
            <a:ext cx="7539528" cy="465827"/>
          </a:xfrm>
          <a:prstGeom prst="rect">
            <a:avLst/>
          </a:prstGeom>
        </p:spPr>
        <p:txBody>
          <a:bodyPr lIns="0" tIns="0" rIns="0" bIns="0" anchor="b"/>
          <a:lstStyle>
            <a:lvl1pPr marL="0" indent="0" algn="ctr">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3604344"/>
            <a:ext cx="7539528" cy="247351"/>
          </a:xfrm>
          <a:prstGeom prst="rect">
            <a:avLst/>
          </a:prstGeom>
        </p:spPr>
        <p:txBody>
          <a:bodyPr lIns="0" tIns="0" rIns="0" bIns="0"/>
          <a:lstStyle>
            <a:lvl1pPr marL="0" indent="0" algn="ctr">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lnSpc>
                <a:spcPct val="90000"/>
              </a:lnSpc>
              <a:spcBef>
                <a:spcPts val="0"/>
              </a:spcBef>
              <a:buNone/>
              <a:defRPr sz="800" cap="all"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12052257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Presentation Title Cool Gray">
    <p:bg>
      <p:bgPr>
        <a:solidFill>
          <a:srgbClr val="C2C7CA"/>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3006306"/>
            <a:ext cx="7539528" cy="465827"/>
          </a:xfrm>
          <a:prstGeom prst="rect">
            <a:avLst/>
          </a:prstGeom>
        </p:spPr>
        <p:txBody>
          <a:bodyPr lIns="0" tIns="0" rIns="0" bIns="0" anchor="b"/>
          <a:lstStyle>
            <a:lvl1pPr marL="0" indent="0" algn="ctr">
              <a:lnSpc>
                <a:spcPct val="90000"/>
              </a:lnSpc>
              <a:spcBef>
                <a:spcPts val="0"/>
              </a:spcBef>
              <a:buNone/>
              <a:defRPr sz="3750">
                <a:solidFill>
                  <a:srgbClr val="262626"/>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3604344"/>
            <a:ext cx="7539528" cy="247351"/>
          </a:xfrm>
          <a:prstGeom prst="rect">
            <a:avLst/>
          </a:prstGeom>
        </p:spPr>
        <p:txBody>
          <a:bodyPr lIns="0" tIns="0" rIns="0" bIns="0"/>
          <a:lstStyle>
            <a:lvl1pPr marL="0" indent="0" algn="ctr">
              <a:lnSpc>
                <a:spcPct val="90000"/>
              </a:lnSpc>
              <a:spcBef>
                <a:spcPts val="0"/>
              </a:spcBef>
              <a:buNone/>
              <a:defRPr sz="2000">
                <a:solidFill>
                  <a:srgbClr val="262626"/>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12057553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Presentation Title Image Gallery">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D8585B6A-9C3E-BF4A-A865-E0C828397480}"/>
              </a:ext>
            </a:extLst>
          </p:cNvPr>
          <p:cNvSpPr>
            <a:spLocks noGrp="1"/>
          </p:cNvSpPr>
          <p:nvPr>
            <p:ph type="pic" sz="quarter" idx="14" hasCustomPrompt="1"/>
          </p:nvPr>
        </p:nvSpPr>
        <p:spPr>
          <a:xfrm>
            <a:off x="-1" y="1403748"/>
            <a:ext cx="3010502" cy="29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2" name="Picture Placeholder 3">
            <a:extLst>
              <a:ext uri="{FF2B5EF4-FFF2-40B4-BE49-F238E27FC236}">
                <a16:creationId xmlns:a16="http://schemas.microsoft.com/office/drawing/2014/main" id="{DEBF2340-24F5-7449-A747-E6C8095E6A54}"/>
              </a:ext>
            </a:extLst>
          </p:cNvPr>
          <p:cNvSpPr>
            <a:spLocks noGrp="1"/>
          </p:cNvSpPr>
          <p:nvPr>
            <p:ph type="pic" sz="quarter" idx="15" hasCustomPrompt="1"/>
          </p:nvPr>
        </p:nvSpPr>
        <p:spPr>
          <a:xfrm>
            <a:off x="3095093" y="1403748"/>
            <a:ext cx="1849682" cy="20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5" name="Picture Placeholder 3">
            <a:extLst>
              <a:ext uri="{FF2B5EF4-FFF2-40B4-BE49-F238E27FC236}">
                <a16:creationId xmlns:a16="http://schemas.microsoft.com/office/drawing/2014/main" id="{D43A5DDA-E27A-CD48-98DD-4F2254AD49AD}"/>
              </a:ext>
            </a:extLst>
          </p:cNvPr>
          <p:cNvSpPr>
            <a:spLocks noGrp="1"/>
          </p:cNvSpPr>
          <p:nvPr>
            <p:ph type="pic" sz="quarter" idx="16" hasCustomPrompt="1"/>
          </p:nvPr>
        </p:nvSpPr>
        <p:spPr>
          <a:xfrm>
            <a:off x="5029527" y="1403748"/>
            <a:ext cx="2813494" cy="2448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6" name="Picture Placeholder 3">
            <a:extLst>
              <a:ext uri="{FF2B5EF4-FFF2-40B4-BE49-F238E27FC236}">
                <a16:creationId xmlns:a16="http://schemas.microsoft.com/office/drawing/2014/main" id="{4424DC3B-BD2A-ED4E-BB51-AFC701DA0B84}"/>
              </a:ext>
            </a:extLst>
          </p:cNvPr>
          <p:cNvSpPr>
            <a:spLocks noGrp="1"/>
          </p:cNvSpPr>
          <p:nvPr>
            <p:ph type="pic" sz="quarter" idx="17" hasCustomPrompt="1"/>
          </p:nvPr>
        </p:nvSpPr>
        <p:spPr>
          <a:xfrm>
            <a:off x="7925316" y="1403748"/>
            <a:ext cx="2189033" cy="20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7" name="Picture Placeholder 3">
            <a:extLst>
              <a:ext uri="{FF2B5EF4-FFF2-40B4-BE49-F238E27FC236}">
                <a16:creationId xmlns:a16="http://schemas.microsoft.com/office/drawing/2014/main" id="{5622D332-7D21-DE49-BB27-39E5CD04E3C8}"/>
              </a:ext>
            </a:extLst>
          </p:cNvPr>
          <p:cNvSpPr>
            <a:spLocks noGrp="1"/>
          </p:cNvSpPr>
          <p:nvPr>
            <p:ph type="pic" sz="quarter" idx="18" hasCustomPrompt="1"/>
          </p:nvPr>
        </p:nvSpPr>
        <p:spPr>
          <a:xfrm>
            <a:off x="10199740" y="1403748"/>
            <a:ext cx="1992260" cy="29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4892826"/>
            <a:ext cx="7539528" cy="465827"/>
          </a:xfrm>
          <a:prstGeom prst="rect">
            <a:avLst/>
          </a:prstGeom>
        </p:spPr>
        <p:txBody>
          <a:bodyPr lIns="0" tIns="0" rIns="0" bIns="0" anchor="b"/>
          <a:lstStyle>
            <a:lvl1pPr marL="0" indent="0" algn="ctr">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lnSpc>
                <a:spcPct val="90000"/>
              </a:lnSpc>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26940535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Presentation Title Image 1">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
        <p:nvSpPr>
          <p:cNvPr id="25" name="Text Placeholder 3">
            <a:extLst>
              <a:ext uri="{FF2B5EF4-FFF2-40B4-BE49-F238E27FC236}">
                <a16:creationId xmlns:a16="http://schemas.microsoft.com/office/drawing/2014/main" id="{40C7999F-8FBD-E94B-A3FA-EEDE3097A427}"/>
              </a:ext>
            </a:extLst>
          </p:cNvPr>
          <p:cNvSpPr>
            <a:spLocks noGrp="1"/>
          </p:cNvSpPr>
          <p:nvPr>
            <p:ph type="body" sz="quarter" idx="13" hasCustomPrompt="1"/>
          </p:nvPr>
        </p:nvSpPr>
        <p:spPr>
          <a:xfrm>
            <a:off x="2323458" y="4892826"/>
            <a:ext cx="7539528" cy="465827"/>
          </a:xfrm>
          <a:prstGeom prst="rect">
            <a:avLst/>
          </a:prstGeom>
        </p:spPr>
        <p:txBody>
          <a:bodyPr lIns="0" tIns="0" rIns="0" bIns="0" anchor="t"/>
          <a:lstStyle>
            <a:lvl1pPr marL="0" indent="0" algn="ctr">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27" name="Text Placeholder 3">
            <a:extLst>
              <a:ext uri="{FF2B5EF4-FFF2-40B4-BE49-F238E27FC236}">
                <a16:creationId xmlns:a16="http://schemas.microsoft.com/office/drawing/2014/main" id="{2A945782-E3FA-E548-B686-ADD3BA3F6F7B}"/>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4" name="Picture Placeholder 3">
            <a:extLst>
              <a:ext uri="{FF2B5EF4-FFF2-40B4-BE49-F238E27FC236}">
                <a16:creationId xmlns:a16="http://schemas.microsoft.com/office/drawing/2014/main" id="{26A2C0DE-C569-5648-8CAD-895CA1DF68C4}"/>
              </a:ext>
            </a:extLst>
          </p:cNvPr>
          <p:cNvSpPr>
            <a:spLocks noGrp="1"/>
          </p:cNvSpPr>
          <p:nvPr>
            <p:ph type="pic" sz="quarter" idx="14" hasCustomPrompt="1"/>
          </p:nvPr>
        </p:nvSpPr>
        <p:spPr>
          <a:xfrm>
            <a:off x="2106750" y="1305162"/>
            <a:ext cx="7972944" cy="3363479"/>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12" name="Text Placeholder 8">
            <a:extLst>
              <a:ext uri="{FF2B5EF4-FFF2-40B4-BE49-F238E27FC236}">
                <a16:creationId xmlns:a16="http://schemas.microsoft.com/office/drawing/2014/main" id="{7C9F0632-C023-0547-B7FC-2D71ECD23CBA}"/>
              </a:ext>
            </a:extLst>
          </p:cNvPr>
          <p:cNvSpPr>
            <a:spLocks noGrp="1"/>
          </p:cNvSpPr>
          <p:nvPr>
            <p:ph type="body" sz="quarter" idx="15" hasCustomPrompt="1"/>
          </p:nvPr>
        </p:nvSpPr>
        <p:spPr>
          <a:xfrm>
            <a:off x="2066991" y="4688518"/>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6285352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ontent – 4 Items">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D4DF87-569C-194E-AF13-D5ACF2199681}"/>
              </a:ext>
            </a:extLst>
          </p:cNvPr>
          <p:cNvSpPr>
            <a:spLocks noGrp="1"/>
          </p:cNvSpPr>
          <p:nvPr>
            <p:ph type="body" sz="quarter" idx="13" hasCustomPrompt="1"/>
          </p:nvPr>
        </p:nvSpPr>
        <p:spPr>
          <a:xfrm>
            <a:off x="5717753" y="1650751"/>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9" name="Text Placeholder 7">
            <a:extLst>
              <a:ext uri="{FF2B5EF4-FFF2-40B4-BE49-F238E27FC236}">
                <a16:creationId xmlns:a16="http://schemas.microsoft.com/office/drawing/2014/main" id="{7D4F191A-468A-0B47-9694-51DD0F5EDB0C}"/>
              </a:ext>
            </a:extLst>
          </p:cNvPr>
          <p:cNvSpPr>
            <a:spLocks noGrp="1"/>
          </p:cNvSpPr>
          <p:nvPr>
            <p:ph type="body" sz="quarter" idx="14" hasCustomPrompt="1"/>
          </p:nvPr>
        </p:nvSpPr>
        <p:spPr>
          <a:xfrm>
            <a:off x="3306713" y="2014818"/>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1" name="Text Placeholder 7">
            <a:extLst>
              <a:ext uri="{FF2B5EF4-FFF2-40B4-BE49-F238E27FC236}">
                <a16:creationId xmlns:a16="http://schemas.microsoft.com/office/drawing/2014/main" id="{B01885B0-BC8D-0047-9820-553FF145A972}"/>
              </a:ext>
            </a:extLst>
          </p:cNvPr>
          <p:cNvSpPr>
            <a:spLocks noGrp="1"/>
          </p:cNvSpPr>
          <p:nvPr>
            <p:ph type="body" sz="quarter" idx="15" hasCustomPrompt="1"/>
          </p:nvPr>
        </p:nvSpPr>
        <p:spPr>
          <a:xfrm>
            <a:off x="5717753" y="2618773"/>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12" name="Text Placeholder 7">
            <a:extLst>
              <a:ext uri="{FF2B5EF4-FFF2-40B4-BE49-F238E27FC236}">
                <a16:creationId xmlns:a16="http://schemas.microsoft.com/office/drawing/2014/main" id="{22CB42D7-A228-A445-86EE-C66D7DCA7846}"/>
              </a:ext>
            </a:extLst>
          </p:cNvPr>
          <p:cNvSpPr>
            <a:spLocks noGrp="1"/>
          </p:cNvSpPr>
          <p:nvPr>
            <p:ph type="body" sz="quarter" idx="16" hasCustomPrompt="1"/>
          </p:nvPr>
        </p:nvSpPr>
        <p:spPr>
          <a:xfrm>
            <a:off x="3306713" y="2982840"/>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3" name="Text Placeholder 7">
            <a:extLst>
              <a:ext uri="{FF2B5EF4-FFF2-40B4-BE49-F238E27FC236}">
                <a16:creationId xmlns:a16="http://schemas.microsoft.com/office/drawing/2014/main" id="{FD669008-FDBC-7B43-95E5-CD26317A4D03}"/>
              </a:ext>
            </a:extLst>
          </p:cNvPr>
          <p:cNvSpPr>
            <a:spLocks noGrp="1"/>
          </p:cNvSpPr>
          <p:nvPr>
            <p:ph type="body" sz="quarter" idx="17" hasCustomPrompt="1"/>
          </p:nvPr>
        </p:nvSpPr>
        <p:spPr>
          <a:xfrm>
            <a:off x="5717753" y="3586795"/>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14" name="Text Placeholder 7">
            <a:extLst>
              <a:ext uri="{FF2B5EF4-FFF2-40B4-BE49-F238E27FC236}">
                <a16:creationId xmlns:a16="http://schemas.microsoft.com/office/drawing/2014/main" id="{832D8033-FE92-C044-AA8D-7C92B60BA393}"/>
              </a:ext>
            </a:extLst>
          </p:cNvPr>
          <p:cNvSpPr>
            <a:spLocks noGrp="1"/>
          </p:cNvSpPr>
          <p:nvPr>
            <p:ph type="body" sz="quarter" idx="18" hasCustomPrompt="1"/>
          </p:nvPr>
        </p:nvSpPr>
        <p:spPr>
          <a:xfrm>
            <a:off x="3306713" y="3950862"/>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7" name="Text Placeholder 7">
            <a:extLst>
              <a:ext uri="{FF2B5EF4-FFF2-40B4-BE49-F238E27FC236}">
                <a16:creationId xmlns:a16="http://schemas.microsoft.com/office/drawing/2014/main" id="{022593AB-861B-A842-BAC3-E1B344120E0C}"/>
              </a:ext>
            </a:extLst>
          </p:cNvPr>
          <p:cNvSpPr>
            <a:spLocks noGrp="1"/>
          </p:cNvSpPr>
          <p:nvPr>
            <p:ph type="body" sz="quarter" idx="19" hasCustomPrompt="1"/>
          </p:nvPr>
        </p:nvSpPr>
        <p:spPr>
          <a:xfrm>
            <a:off x="5717753" y="4554818"/>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18" name="Text Placeholder 7">
            <a:extLst>
              <a:ext uri="{FF2B5EF4-FFF2-40B4-BE49-F238E27FC236}">
                <a16:creationId xmlns:a16="http://schemas.microsoft.com/office/drawing/2014/main" id="{9C81EC5F-F6EB-894D-B3E8-3700D49938CC}"/>
              </a:ext>
            </a:extLst>
          </p:cNvPr>
          <p:cNvSpPr>
            <a:spLocks noGrp="1"/>
          </p:cNvSpPr>
          <p:nvPr>
            <p:ph type="body" sz="quarter" idx="20" hasCustomPrompt="1"/>
          </p:nvPr>
        </p:nvSpPr>
        <p:spPr>
          <a:xfrm>
            <a:off x="3306713" y="4918884"/>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6" name="Text Placeholder 5">
            <a:extLst>
              <a:ext uri="{FF2B5EF4-FFF2-40B4-BE49-F238E27FC236}">
                <a16:creationId xmlns:a16="http://schemas.microsoft.com/office/drawing/2014/main" id="{47D4D53E-A1FE-7C44-A246-3D519699B529}"/>
              </a:ext>
            </a:extLst>
          </p:cNvPr>
          <p:cNvSpPr>
            <a:spLocks noGrp="1"/>
          </p:cNvSpPr>
          <p:nvPr>
            <p:ph type="body" sz="quarter" idx="21"/>
          </p:nvPr>
        </p:nvSpPr>
        <p:spPr>
          <a:xfrm>
            <a:off x="5192712" y="332105"/>
            <a:ext cx="1806575" cy="490538"/>
          </a:xfrm>
        </p:spPr>
        <p:txBody>
          <a:bodyPr/>
          <a:lstStyle>
            <a:lvl1pPr marL="0" indent="0" algn="ctr">
              <a:lnSpc>
                <a:spcPct val="100000"/>
              </a:lnSpc>
              <a:spcAft>
                <a:spcPts val="0"/>
              </a:spcAft>
              <a:buNone/>
              <a:defRPr sz="800" b="0" i="0" cap="all" spc="150" baseline="0">
                <a:solidFill>
                  <a:schemeClr val="accent1"/>
                </a:solidFill>
                <a:latin typeface="+mn-lt"/>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6A349FCB-ED24-4741-9BDC-D72EE8643283}"/>
              </a:ext>
            </a:extLst>
          </p:cNvPr>
          <p:cNvSpPr>
            <a:spLocks noGrp="1"/>
          </p:cNvSpPr>
          <p:nvPr>
            <p:ph type="sldNum" sz="quarter" idx="22"/>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2419369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 – 12 Items">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D4DF87-569C-194E-AF13-D5ACF2199681}"/>
              </a:ext>
            </a:extLst>
          </p:cNvPr>
          <p:cNvSpPr>
            <a:spLocks noGrp="1"/>
          </p:cNvSpPr>
          <p:nvPr>
            <p:ph type="body" sz="quarter" idx="13" hasCustomPrompt="1"/>
          </p:nvPr>
        </p:nvSpPr>
        <p:spPr>
          <a:xfrm>
            <a:off x="5717753"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05</a:t>
            </a:r>
          </a:p>
        </p:txBody>
      </p:sp>
      <p:sp>
        <p:nvSpPr>
          <p:cNvPr id="9" name="Text Placeholder 7">
            <a:extLst>
              <a:ext uri="{FF2B5EF4-FFF2-40B4-BE49-F238E27FC236}">
                <a16:creationId xmlns:a16="http://schemas.microsoft.com/office/drawing/2014/main" id="{7D4F191A-468A-0B47-9694-51DD0F5EDB0C}"/>
              </a:ext>
            </a:extLst>
          </p:cNvPr>
          <p:cNvSpPr>
            <a:spLocks noGrp="1"/>
          </p:cNvSpPr>
          <p:nvPr>
            <p:ph type="body" sz="quarter" idx="14" hasCustomPrompt="1"/>
          </p:nvPr>
        </p:nvSpPr>
        <p:spPr>
          <a:xfrm>
            <a:off x="4271182" y="2014818"/>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1" name="Text Placeholder 7">
            <a:extLst>
              <a:ext uri="{FF2B5EF4-FFF2-40B4-BE49-F238E27FC236}">
                <a16:creationId xmlns:a16="http://schemas.microsoft.com/office/drawing/2014/main" id="{B01885B0-BC8D-0047-9820-553FF145A972}"/>
              </a:ext>
            </a:extLst>
          </p:cNvPr>
          <p:cNvSpPr>
            <a:spLocks noGrp="1"/>
          </p:cNvSpPr>
          <p:nvPr>
            <p:ph type="body" sz="quarter" idx="15" hasCustomPrompt="1"/>
          </p:nvPr>
        </p:nvSpPr>
        <p:spPr>
          <a:xfrm>
            <a:off x="5717753"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06</a:t>
            </a:r>
          </a:p>
        </p:txBody>
      </p:sp>
      <p:sp>
        <p:nvSpPr>
          <p:cNvPr id="12" name="Text Placeholder 7">
            <a:extLst>
              <a:ext uri="{FF2B5EF4-FFF2-40B4-BE49-F238E27FC236}">
                <a16:creationId xmlns:a16="http://schemas.microsoft.com/office/drawing/2014/main" id="{22CB42D7-A228-A445-86EE-C66D7DCA7846}"/>
              </a:ext>
            </a:extLst>
          </p:cNvPr>
          <p:cNvSpPr>
            <a:spLocks noGrp="1"/>
          </p:cNvSpPr>
          <p:nvPr>
            <p:ph type="body" sz="quarter" idx="16" hasCustomPrompt="1"/>
          </p:nvPr>
        </p:nvSpPr>
        <p:spPr>
          <a:xfrm>
            <a:off x="4271182" y="2982840"/>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3" name="Text Placeholder 7">
            <a:extLst>
              <a:ext uri="{FF2B5EF4-FFF2-40B4-BE49-F238E27FC236}">
                <a16:creationId xmlns:a16="http://schemas.microsoft.com/office/drawing/2014/main" id="{FD669008-FDBC-7B43-95E5-CD26317A4D03}"/>
              </a:ext>
            </a:extLst>
          </p:cNvPr>
          <p:cNvSpPr>
            <a:spLocks noGrp="1"/>
          </p:cNvSpPr>
          <p:nvPr>
            <p:ph type="body" sz="quarter" idx="17" hasCustomPrompt="1"/>
          </p:nvPr>
        </p:nvSpPr>
        <p:spPr>
          <a:xfrm>
            <a:off x="5717753"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07</a:t>
            </a:r>
          </a:p>
        </p:txBody>
      </p:sp>
      <p:sp>
        <p:nvSpPr>
          <p:cNvPr id="14" name="Text Placeholder 7">
            <a:extLst>
              <a:ext uri="{FF2B5EF4-FFF2-40B4-BE49-F238E27FC236}">
                <a16:creationId xmlns:a16="http://schemas.microsoft.com/office/drawing/2014/main" id="{832D8033-FE92-C044-AA8D-7C92B60BA393}"/>
              </a:ext>
            </a:extLst>
          </p:cNvPr>
          <p:cNvSpPr>
            <a:spLocks noGrp="1"/>
          </p:cNvSpPr>
          <p:nvPr>
            <p:ph type="body" sz="quarter" idx="18" hasCustomPrompt="1"/>
          </p:nvPr>
        </p:nvSpPr>
        <p:spPr>
          <a:xfrm>
            <a:off x="4271182" y="3950862"/>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7" name="Text Placeholder 7">
            <a:extLst>
              <a:ext uri="{FF2B5EF4-FFF2-40B4-BE49-F238E27FC236}">
                <a16:creationId xmlns:a16="http://schemas.microsoft.com/office/drawing/2014/main" id="{022593AB-861B-A842-BAC3-E1B344120E0C}"/>
              </a:ext>
            </a:extLst>
          </p:cNvPr>
          <p:cNvSpPr>
            <a:spLocks noGrp="1"/>
          </p:cNvSpPr>
          <p:nvPr>
            <p:ph type="body" sz="quarter" idx="19" hasCustomPrompt="1"/>
          </p:nvPr>
        </p:nvSpPr>
        <p:spPr>
          <a:xfrm>
            <a:off x="5717753"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08</a:t>
            </a:r>
          </a:p>
        </p:txBody>
      </p:sp>
      <p:sp>
        <p:nvSpPr>
          <p:cNvPr id="18" name="Text Placeholder 7">
            <a:extLst>
              <a:ext uri="{FF2B5EF4-FFF2-40B4-BE49-F238E27FC236}">
                <a16:creationId xmlns:a16="http://schemas.microsoft.com/office/drawing/2014/main" id="{9C81EC5F-F6EB-894D-B3E8-3700D49938CC}"/>
              </a:ext>
            </a:extLst>
          </p:cNvPr>
          <p:cNvSpPr>
            <a:spLocks noGrp="1"/>
          </p:cNvSpPr>
          <p:nvPr>
            <p:ph type="body" sz="quarter" idx="20" hasCustomPrompt="1"/>
          </p:nvPr>
        </p:nvSpPr>
        <p:spPr>
          <a:xfrm>
            <a:off x="4271182" y="4918884"/>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2" name="Text Placeholder 7">
            <a:extLst>
              <a:ext uri="{FF2B5EF4-FFF2-40B4-BE49-F238E27FC236}">
                <a16:creationId xmlns:a16="http://schemas.microsoft.com/office/drawing/2014/main" id="{7DE89564-3D86-6A4B-B1B4-1A34B216009C}"/>
              </a:ext>
            </a:extLst>
          </p:cNvPr>
          <p:cNvSpPr>
            <a:spLocks noGrp="1"/>
          </p:cNvSpPr>
          <p:nvPr>
            <p:ph type="body" sz="quarter" idx="21" hasCustomPrompt="1"/>
          </p:nvPr>
        </p:nvSpPr>
        <p:spPr>
          <a:xfrm>
            <a:off x="1822832"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376262" y="2014818"/>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4" name="Text Placeholder 7">
            <a:extLst>
              <a:ext uri="{FF2B5EF4-FFF2-40B4-BE49-F238E27FC236}">
                <a16:creationId xmlns:a16="http://schemas.microsoft.com/office/drawing/2014/main" id="{E629CDAD-BE53-794D-B16D-A31E8ABD0E75}"/>
              </a:ext>
            </a:extLst>
          </p:cNvPr>
          <p:cNvSpPr>
            <a:spLocks noGrp="1"/>
          </p:cNvSpPr>
          <p:nvPr>
            <p:ph type="body" sz="quarter" idx="23" hasCustomPrompt="1"/>
          </p:nvPr>
        </p:nvSpPr>
        <p:spPr>
          <a:xfrm>
            <a:off x="1822832"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25" name="Text Placeholder 7">
            <a:extLst>
              <a:ext uri="{FF2B5EF4-FFF2-40B4-BE49-F238E27FC236}">
                <a16:creationId xmlns:a16="http://schemas.microsoft.com/office/drawing/2014/main" id="{142C852B-EAF1-6D47-B065-5F1A70B5F721}"/>
              </a:ext>
            </a:extLst>
          </p:cNvPr>
          <p:cNvSpPr>
            <a:spLocks noGrp="1"/>
          </p:cNvSpPr>
          <p:nvPr>
            <p:ph type="body" sz="quarter" idx="24" hasCustomPrompt="1"/>
          </p:nvPr>
        </p:nvSpPr>
        <p:spPr>
          <a:xfrm>
            <a:off x="376262" y="2982840"/>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6" name="Text Placeholder 7">
            <a:extLst>
              <a:ext uri="{FF2B5EF4-FFF2-40B4-BE49-F238E27FC236}">
                <a16:creationId xmlns:a16="http://schemas.microsoft.com/office/drawing/2014/main" id="{A1E4F1F2-EDD6-F24A-BB64-0F0C6958EB2B}"/>
              </a:ext>
            </a:extLst>
          </p:cNvPr>
          <p:cNvSpPr>
            <a:spLocks noGrp="1"/>
          </p:cNvSpPr>
          <p:nvPr>
            <p:ph type="body" sz="quarter" idx="25" hasCustomPrompt="1"/>
          </p:nvPr>
        </p:nvSpPr>
        <p:spPr>
          <a:xfrm>
            <a:off x="1822832"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27" name="Text Placeholder 7">
            <a:extLst>
              <a:ext uri="{FF2B5EF4-FFF2-40B4-BE49-F238E27FC236}">
                <a16:creationId xmlns:a16="http://schemas.microsoft.com/office/drawing/2014/main" id="{EC01DE91-7802-D249-9166-84016C43FA8D}"/>
              </a:ext>
            </a:extLst>
          </p:cNvPr>
          <p:cNvSpPr>
            <a:spLocks noGrp="1"/>
          </p:cNvSpPr>
          <p:nvPr>
            <p:ph type="body" sz="quarter" idx="26" hasCustomPrompt="1"/>
          </p:nvPr>
        </p:nvSpPr>
        <p:spPr>
          <a:xfrm>
            <a:off x="376262" y="3950862"/>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8" name="Text Placeholder 7">
            <a:extLst>
              <a:ext uri="{FF2B5EF4-FFF2-40B4-BE49-F238E27FC236}">
                <a16:creationId xmlns:a16="http://schemas.microsoft.com/office/drawing/2014/main" id="{7905CC71-9C6A-6746-A544-306C02F37508}"/>
              </a:ext>
            </a:extLst>
          </p:cNvPr>
          <p:cNvSpPr>
            <a:spLocks noGrp="1"/>
          </p:cNvSpPr>
          <p:nvPr>
            <p:ph type="body" sz="quarter" idx="27" hasCustomPrompt="1"/>
          </p:nvPr>
        </p:nvSpPr>
        <p:spPr>
          <a:xfrm>
            <a:off x="1822832"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29" name="Text Placeholder 7">
            <a:extLst>
              <a:ext uri="{FF2B5EF4-FFF2-40B4-BE49-F238E27FC236}">
                <a16:creationId xmlns:a16="http://schemas.microsoft.com/office/drawing/2014/main" id="{2DB730D9-2B4A-DD4C-9132-A5E9CF86E103}"/>
              </a:ext>
            </a:extLst>
          </p:cNvPr>
          <p:cNvSpPr>
            <a:spLocks noGrp="1"/>
          </p:cNvSpPr>
          <p:nvPr>
            <p:ph type="body" sz="quarter" idx="28" hasCustomPrompt="1"/>
          </p:nvPr>
        </p:nvSpPr>
        <p:spPr>
          <a:xfrm>
            <a:off x="376262" y="4918884"/>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0" name="Text Placeholder 7">
            <a:extLst>
              <a:ext uri="{FF2B5EF4-FFF2-40B4-BE49-F238E27FC236}">
                <a16:creationId xmlns:a16="http://schemas.microsoft.com/office/drawing/2014/main" id="{4DBDD958-96F5-CA41-82B3-D04E99E2813D}"/>
              </a:ext>
            </a:extLst>
          </p:cNvPr>
          <p:cNvSpPr>
            <a:spLocks noGrp="1"/>
          </p:cNvSpPr>
          <p:nvPr>
            <p:ph type="body" sz="quarter" idx="29" hasCustomPrompt="1"/>
          </p:nvPr>
        </p:nvSpPr>
        <p:spPr>
          <a:xfrm>
            <a:off x="9587271"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09</a:t>
            </a:r>
          </a:p>
        </p:txBody>
      </p:sp>
      <p:sp>
        <p:nvSpPr>
          <p:cNvPr id="31" name="Text Placeholder 7">
            <a:extLst>
              <a:ext uri="{FF2B5EF4-FFF2-40B4-BE49-F238E27FC236}">
                <a16:creationId xmlns:a16="http://schemas.microsoft.com/office/drawing/2014/main" id="{25C35F83-7E1F-E744-84C3-6426C523D2F8}"/>
              </a:ext>
            </a:extLst>
          </p:cNvPr>
          <p:cNvSpPr>
            <a:spLocks noGrp="1"/>
          </p:cNvSpPr>
          <p:nvPr>
            <p:ph type="body" sz="quarter" idx="30" hasCustomPrompt="1"/>
          </p:nvPr>
        </p:nvSpPr>
        <p:spPr>
          <a:xfrm>
            <a:off x="8140701" y="2014818"/>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2" name="Text Placeholder 7">
            <a:extLst>
              <a:ext uri="{FF2B5EF4-FFF2-40B4-BE49-F238E27FC236}">
                <a16:creationId xmlns:a16="http://schemas.microsoft.com/office/drawing/2014/main" id="{7D422FB8-785A-D949-9552-786401E6B53F}"/>
              </a:ext>
            </a:extLst>
          </p:cNvPr>
          <p:cNvSpPr>
            <a:spLocks noGrp="1"/>
          </p:cNvSpPr>
          <p:nvPr>
            <p:ph type="body" sz="quarter" idx="31" hasCustomPrompt="1"/>
          </p:nvPr>
        </p:nvSpPr>
        <p:spPr>
          <a:xfrm>
            <a:off x="9587271"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10</a:t>
            </a:r>
          </a:p>
        </p:txBody>
      </p:sp>
      <p:sp>
        <p:nvSpPr>
          <p:cNvPr id="33" name="Text Placeholder 7">
            <a:extLst>
              <a:ext uri="{FF2B5EF4-FFF2-40B4-BE49-F238E27FC236}">
                <a16:creationId xmlns:a16="http://schemas.microsoft.com/office/drawing/2014/main" id="{9A6C5EF8-331B-184E-A8CA-1EA076380093}"/>
              </a:ext>
            </a:extLst>
          </p:cNvPr>
          <p:cNvSpPr>
            <a:spLocks noGrp="1"/>
          </p:cNvSpPr>
          <p:nvPr>
            <p:ph type="body" sz="quarter" idx="32" hasCustomPrompt="1"/>
          </p:nvPr>
        </p:nvSpPr>
        <p:spPr>
          <a:xfrm>
            <a:off x="8140701" y="2982840"/>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4" name="Text Placeholder 7">
            <a:extLst>
              <a:ext uri="{FF2B5EF4-FFF2-40B4-BE49-F238E27FC236}">
                <a16:creationId xmlns:a16="http://schemas.microsoft.com/office/drawing/2014/main" id="{F298F245-372D-664C-82AC-0EA99AA96DFB}"/>
              </a:ext>
            </a:extLst>
          </p:cNvPr>
          <p:cNvSpPr>
            <a:spLocks noGrp="1"/>
          </p:cNvSpPr>
          <p:nvPr>
            <p:ph type="body" sz="quarter" idx="33" hasCustomPrompt="1"/>
          </p:nvPr>
        </p:nvSpPr>
        <p:spPr>
          <a:xfrm>
            <a:off x="9587271"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11</a:t>
            </a:r>
          </a:p>
        </p:txBody>
      </p:sp>
      <p:sp>
        <p:nvSpPr>
          <p:cNvPr id="35" name="Text Placeholder 7">
            <a:extLst>
              <a:ext uri="{FF2B5EF4-FFF2-40B4-BE49-F238E27FC236}">
                <a16:creationId xmlns:a16="http://schemas.microsoft.com/office/drawing/2014/main" id="{6C25C4D9-4B4C-6A4E-8294-F0CB6D741B0C}"/>
              </a:ext>
            </a:extLst>
          </p:cNvPr>
          <p:cNvSpPr>
            <a:spLocks noGrp="1"/>
          </p:cNvSpPr>
          <p:nvPr>
            <p:ph type="body" sz="quarter" idx="34" hasCustomPrompt="1"/>
          </p:nvPr>
        </p:nvSpPr>
        <p:spPr>
          <a:xfrm>
            <a:off x="8140701" y="3950862"/>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6" name="Text Placeholder 7">
            <a:extLst>
              <a:ext uri="{FF2B5EF4-FFF2-40B4-BE49-F238E27FC236}">
                <a16:creationId xmlns:a16="http://schemas.microsoft.com/office/drawing/2014/main" id="{BCF49705-81E2-484F-885F-3CAFC2DBCFE8}"/>
              </a:ext>
            </a:extLst>
          </p:cNvPr>
          <p:cNvSpPr>
            <a:spLocks noGrp="1"/>
          </p:cNvSpPr>
          <p:nvPr>
            <p:ph type="body" sz="quarter" idx="35" hasCustomPrompt="1"/>
          </p:nvPr>
        </p:nvSpPr>
        <p:spPr>
          <a:xfrm>
            <a:off x="9587271"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12</a:t>
            </a:r>
          </a:p>
        </p:txBody>
      </p:sp>
      <p:sp>
        <p:nvSpPr>
          <p:cNvPr id="37" name="Text Placeholder 7">
            <a:extLst>
              <a:ext uri="{FF2B5EF4-FFF2-40B4-BE49-F238E27FC236}">
                <a16:creationId xmlns:a16="http://schemas.microsoft.com/office/drawing/2014/main" id="{40B4473D-6754-8342-9A07-86CC7A1B3420}"/>
              </a:ext>
            </a:extLst>
          </p:cNvPr>
          <p:cNvSpPr>
            <a:spLocks noGrp="1"/>
          </p:cNvSpPr>
          <p:nvPr>
            <p:ph type="body" sz="quarter" idx="36" hasCustomPrompt="1"/>
          </p:nvPr>
        </p:nvSpPr>
        <p:spPr>
          <a:xfrm>
            <a:off x="8140701" y="4918884"/>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0" name="Text Placeholder 5">
            <a:extLst>
              <a:ext uri="{FF2B5EF4-FFF2-40B4-BE49-F238E27FC236}">
                <a16:creationId xmlns:a16="http://schemas.microsoft.com/office/drawing/2014/main" id="{CEADB049-8DCC-7C49-ABD0-8275BFBF419D}"/>
              </a:ext>
            </a:extLst>
          </p:cNvPr>
          <p:cNvSpPr>
            <a:spLocks noGrp="1"/>
          </p:cNvSpPr>
          <p:nvPr>
            <p:ph type="body" sz="quarter" idx="37"/>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EE064EB3-029B-5B4D-80C2-832784DB86B4}"/>
              </a:ext>
            </a:extLst>
          </p:cNvPr>
          <p:cNvSpPr>
            <a:spLocks noGrp="1"/>
          </p:cNvSpPr>
          <p:nvPr>
            <p:ph type="sldNum" sz="quarter" idx="38"/>
          </p:nvPr>
        </p:nvSpPr>
        <p:spPr/>
        <p:txBody>
          <a:bodyPr/>
          <a:lstStyle/>
          <a:p>
            <a:fld id="{BF1B362E-304B-D74F-8E05-F581CCD55911}" type="slidenum">
              <a:rPr lang="en-US" smtClean="0"/>
              <a:pPr/>
              <a:t>‹#›</a:t>
            </a:fld>
            <a:endParaRPr lang="en-US"/>
          </a:p>
        </p:txBody>
      </p:sp>
      <p:sp>
        <p:nvSpPr>
          <p:cNvPr id="2" name="Footer Placeholder 1">
            <a:extLst>
              <a:ext uri="{FF2B5EF4-FFF2-40B4-BE49-F238E27FC236}">
                <a16:creationId xmlns:a16="http://schemas.microsoft.com/office/drawing/2014/main" id="{68177566-42A2-7F46-B679-1AD5C431B3A1}"/>
              </a:ext>
            </a:extLst>
          </p:cNvPr>
          <p:cNvSpPr>
            <a:spLocks noGrp="1"/>
          </p:cNvSpPr>
          <p:nvPr>
            <p:ph type="ftr" sz="quarter" idx="39"/>
          </p:nvPr>
        </p:nvSpPr>
        <p:spPr>
          <a:xfrm>
            <a:off x="1133608" y="6482159"/>
            <a:ext cx="4114800" cy="365125"/>
          </a:xfrm>
          <a:prstGeom prst="rect">
            <a:avLst/>
          </a:prstGeom>
        </p:spPr>
        <p:txBody>
          <a:bodyPr/>
          <a:lstStyle/>
          <a:p>
            <a:endParaRPr lang="en-US"/>
          </a:p>
        </p:txBody>
      </p:sp>
    </p:spTree>
    <p:extLst>
      <p:ext uri="{BB962C8B-B14F-4D97-AF65-F5344CB8AC3E}">
        <p14:creationId xmlns:p14="http://schemas.microsoft.com/office/powerpoint/2010/main" val="17257709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ontent – 6 Items">
    <p:bg>
      <p:bgPr>
        <a:solidFill>
          <a:schemeClr val="bg1"/>
        </a:solidFill>
        <a:effectLst/>
      </p:bgPr>
    </p:bg>
    <p:spTree>
      <p:nvGrpSpPr>
        <p:cNvPr id="1" name=""/>
        <p:cNvGrpSpPr/>
        <p:nvPr/>
      </p:nvGrpSpPr>
      <p:grpSpPr>
        <a:xfrm>
          <a:off x="0" y="0"/>
          <a:ext cx="0" cy="0"/>
          <a:chOff x="0" y="0"/>
          <a:chExt cx="0" cy="0"/>
        </a:xfrm>
      </p:grpSpPr>
      <p:sp>
        <p:nvSpPr>
          <p:cNvPr id="28" name="Text Placeholder 6">
            <a:extLst>
              <a:ext uri="{FF2B5EF4-FFF2-40B4-BE49-F238E27FC236}">
                <a16:creationId xmlns:a16="http://schemas.microsoft.com/office/drawing/2014/main" id="{C7CB6926-D637-424D-B815-5143BAF1025A}"/>
              </a:ext>
            </a:extLst>
          </p:cNvPr>
          <p:cNvSpPr>
            <a:spLocks noGrp="1"/>
          </p:cNvSpPr>
          <p:nvPr>
            <p:ph type="body" sz="quarter" idx="47" hasCustomPrompt="1"/>
          </p:nvPr>
        </p:nvSpPr>
        <p:spPr>
          <a:xfrm>
            <a:off x="874342" y="244632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22" name="Text Placeholder 7">
            <a:extLst>
              <a:ext uri="{FF2B5EF4-FFF2-40B4-BE49-F238E27FC236}">
                <a16:creationId xmlns:a16="http://schemas.microsoft.com/office/drawing/2014/main" id="{7DE89564-3D86-6A4B-B1B4-1A34B216009C}"/>
              </a:ext>
            </a:extLst>
          </p:cNvPr>
          <p:cNvSpPr>
            <a:spLocks noGrp="1"/>
          </p:cNvSpPr>
          <p:nvPr>
            <p:ph type="body" sz="quarter" idx="21" hasCustomPrompt="1"/>
          </p:nvPr>
        </p:nvSpPr>
        <p:spPr>
          <a:xfrm>
            <a:off x="874536"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874536"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8" name="Text Placeholder 7">
            <a:extLst>
              <a:ext uri="{FF2B5EF4-FFF2-40B4-BE49-F238E27FC236}">
                <a16:creationId xmlns:a16="http://schemas.microsoft.com/office/drawing/2014/main" id="{46033030-1FD8-9C46-9D0E-3A1C760719C6}"/>
              </a:ext>
            </a:extLst>
          </p:cNvPr>
          <p:cNvSpPr>
            <a:spLocks noGrp="1"/>
          </p:cNvSpPr>
          <p:nvPr>
            <p:ph type="body" sz="quarter" idx="26" hasCustomPrompt="1"/>
          </p:nvPr>
        </p:nvSpPr>
        <p:spPr>
          <a:xfrm>
            <a:off x="874536"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39" name="Text Placeholder 7">
            <a:extLst>
              <a:ext uri="{FF2B5EF4-FFF2-40B4-BE49-F238E27FC236}">
                <a16:creationId xmlns:a16="http://schemas.microsoft.com/office/drawing/2014/main" id="{07138A3A-6D3C-9E43-89C2-910FBC22DD9E}"/>
              </a:ext>
            </a:extLst>
          </p:cNvPr>
          <p:cNvSpPr>
            <a:spLocks noGrp="1"/>
          </p:cNvSpPr>
          <p:nvPr>
            <p:ph type="body" sz="quarter" idx="27" hasCustomPrompt="1"/>
          </p:nvPr>
        </p:nvSpPr>
        <p:spPr>
          <a:xfrm>
            <a:off x="874536"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1" name="Text Placeholder 7">
            <a:extLst>
              <a:ext uri="{FF2B5EF4-FFF2-40B4-BE49-F238E27FC236}">
                <a16:creationId xmlns:a16="http://schemas.microsoft.com/office/drawing/2014/main" id="{C7491F39-C5AE-5C46-8F35-731F4F57BFE5}"/>
              </a:ext>
            </a:extLst>
          </p:cNvPr>
          <p:cNvSpPr>
            <a:spLocks noGrp="1"/>
          </p:cNvSpPr>
          <p:nvPr>
            <p:ph type="body" sz="quarter" idx="29" hasCustomPrompt="1"/>
          </p:nvPr>
        </p:nvSpPr>
        <p:spPr>
          <a:xfrm>
            <a:off x="4752521"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42" name="Text Placeholder 7">
            <a:extLst>
              <a:ext uri="{FF2B5EF4-FFF2-40B4-BE49-F238E27FC236}">
                <a16:creationId xmlns:a16="http://schemas.microsoft.com/office/drawing/2014/main" id="{E026E508-BFE4-374B-A21D-7527F5B219E6}"/>
              </a:ext>
            </a:extLst>
          </p:cNvPr>
          <p:cNvSpPr>
            <a:spLocks noGrp="1"/>
          </p:cNvSpPr>
          <p:nvPr>
            <p:ph type="body" sz="quarter" idx="30" hasCustomPrompt="1"/>
          </p:nvPr>
        </p:nvSpPr>
        <p:spPr>
          <a:xfrm>
            <a:off x="4752521"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4" name="Text Placeholder 7">
            <a:extLst>
              <a:ext uri="{FF2B5EF4-FFF2-40B4-BE49-F238E27FC236}">
                <a16:creationId xmlns:a16="http://schemas.microsoft.com/office/drawing/2014/main" id="{5C04C770-EC63-5C41-8ADD-9C654FF5BB5A}"/>
              </a:ext>
            </a:extLst>
          </p:cNvPr>
          <p:cNvSpPr>
            <a:spLocks noGrp="1"/>
          </p:cNvSpPr>
          <p:nvPr>
            <p:ph type="body" sz="quarter" idx="32" hasCustomPrompt="1"/>
          </p:nvPr>
        </p:nvSpPr>
        <p:spPr>
          <a:xfrm>
            <a:off x="4752521"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05</a:t>
            </a:r>
          </a:p>
        </p:txBody>
      </p:sp>
      <p:sp>
        <p:nvSpPr>
          <p:cNvPr id="45" name="Text Placeholder 7">
            <a:extLst>
              <a:ext uri="{FF2B5EF4-FFF2-40B4-BE49-F238E27FC236}">
                <a16:creationId xmlns:a16="http://schemas.microsoft.com/office/drawing/2014/main" id="{CECA01C6-8ED7-6D49-A33A-0DBC92EAB4C0}"/>
              </a:ext>
            </a:extLst>
          </p:cNvPr>
          <p:cNvSpPr>
            <a:spLocks noGrp="1"/>
          </p:cNvSpPr>
          <p:nvPr>
            <p:ph type="body" sz="quarter" idx="33" hasCustomPrompt="1"/>
          </p:nvPr>
        </p:nvSpPr>
        <p:spPr>
          <a:xfrm>
            <a:off x="4752521"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7" name="Text Placeholder 7">
            <a:extLst>
              <a:ext uri="{FF2B5EF4-FFF2-40B4-BE49-F238E27FC236}">
                <a16:creationId xmlns:a16="http://schemas.microsoft.com/office/drawing/2014/main" id="{ED85B806-C7BE-9B48-8112-9647339EF3FF}"/>
              </a:ext>
            </a:extLst>
          </p:cNvPr>
          <p:cNvSpPr>
            <a:spLocks noGrp="1"/>
          </p:cNvSpPr>
          <p:nvPr>
            <p:ph type="body" sz="quarter" idx="35" hasCustomPrompt="1"/>
          </p:nvPr>
        </p:nvSpPr>
        <p:spPr>
          <a:xfrm>
            <a:off x="8630507"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48" name="Text Placeholder 7">
            <a:extLst>
              <a:ext uri="{FF2B5EF4-FFF2-40B4-BE49-F238E27FC236}">
                <a16:creationId xmlns:a16="http://schemas.microsoft.com/office/drawing/2014/main" id="{81AE5496-9C96-814D-B403-912DCD608CDC}"/>
              </a:ext>
            </a:extLst>
          </p:cNvPr>
          <p:cNvSpPr>
            <a:spLocks noGrp="1"/>
          </p:cNvSpPr>
          <p:nvPr>
            <p:ph type="body" sz="quarter" idx="36" hasCustomPrompt="1"/>
          </p:nvPr>
        </p:nvSpPr>
        <p:spPr>
          <a:xfrm>
            <a:off x="8630507"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50" name="Text Placeholder 7">
            <a:extLst>
              <a:ext uri="{FF2B5EF4-FFF2-40B4-BE49-F238E27FC236}">
                <a16:creationId xmlns:a16="http://schemas.microsoft.com/office/drawing/2014/main" id="{1C4B70E9-A3D8-8140-882A-57E352DEEC43}"/>
              </a:ext>
            </a:extLst>
          </p:cNvPr>
          <p:cNvSpPr>
            <a:spLocks noGrp="1"/>
          </p:cNvSpPr>
          <p:nvPr>
            <p:ph type="body" sz="quarter" idx="38" hasCustomPrompt="1"/>
          </p:nvPr>
        </p:nvSpPr>
        <p:spPr>
          <a:xfrm>
            <a:off x="8630507"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06</a:t>
            </a:r>
          </a:p>
        </p:txBody>
      </p:sp>
      <p:sp>
        <p:nvSpPr>
          <p:cNvPr id="51" name="Text Placeholder 7">
            <a:extLst>
              <a:ext uri="{FF2B5EF4-FFF2-40B4-BE49-F238E27FC236}">
                <a16:creationId xmlns:a16="http://schemas.microsoft.com/office/drawing/2014/main" id="{5A584C78-6A8C-D744-B84D-BFA2BE72A63E}"/>
              </a:ext>
            </a:extLst>
          </p:cNvPr>
          <p:cNvSpPr>
            <a:spLocks noGrp="1"/>
          </p:cNvSpPr>
          <p:nvPr>
            <p:ph type="body" sz="quarter" idx="39" hasCustomPrompt="1"/>
          </p:nvPr>
        </p:nvSpPr>
        <p:spPr>
          <a:xfrm>
            <a:off x="8630507"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54" name="Text Placeholder 6">
            <a:extLst>
              <a:ext uri="{FF2B5EF4-FFF2-40B4-BE49-F238E27FC236}">
                <a16:creationId xmlns:a16="http://schemas.microsoft.com/office/drawing/2014/main" id="{2AA72E63-4A39-D54E-9DAC-A17D37DEA9D3}"/>
              </a:ext>
            </a:extLst>
          </p:cNvPr>
          <p:cNvSpPr>
            <a:spLocks noGrp="1"/>
          </p:cNvSpPr>
          <p:nvPr>
            <p:ph type="body" sz="quarter" idx="41" hasCustomPrompt="1"/>
          </p:nvPr>
        </p:nvSpPr>
        <p:spPr>
          <a:xfrm>
            <a:off x="4752521" y="245033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5" name="Text Placeholder 6">
            <a:extLst>
              <a:ext uri="{FF2B5EF4-FFF2-40B4-BE49-F238E27FC236}">
                <a16:creationId xmlns:a16="http://schemas.microsoft.com/office/drawing/2014/main" id="{A7B05BD2-7343-8F44-AFDB-68A61C7D2A81}"/>
              </a:ext>
            </a:extLst>
          </p:cNvPr>
          <p:cNvSpPr>
            <a:spLocks noGrp="1"/>
          </p:cNvSpPr>
          <p:nvPr>
            <p:ph type="body" sz="quarter" idx="42" hasCustomPrompt="1"/>
          </p:nvPr>
        </p:nvSpPr>
        <p:spPr>
          <a:xfrm>
            <a:off x="8630507" y="245033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6" name="Text Placeholder 6">
            <a:extLst>
              <a:ext uri="{FF2B5EF4-FFF2-40B4-BE49-F238E27FC236}">
                <a16:creationId xmlns:a16="http://schemas.microsoft.com/office/drawing/2014/main" id="{E02EB98D-8001-C140-B797-4EAE8CEBD8B0}"/>
              </a:ext>
            </a:extLst>
          </p:cNvPr>
          <p:cNvSpPr>
            <a:spLocks noGrp="1"/>
          </p:cNvSpPr>
          <p:nvPr>
            <p:ph type="body" sz="quarter" idx="43" hasCustomPrompt="1"/>
          </p:nvPr>
        </p:nvSpPr>
        <p:spPr>
          <a:xfrm>
            <a:off x="874536"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7" name="Text Placeholder 6">
            <a:extLst>
              <a:ext uri="{FF2B5EF4-FFF2-40B4-BE49-F238E27FC236}">
                <a16:creationId xmlns:a16="http://schemas.microsoft.com/office/drawing/2014/main" id="{BEE77B86-2134-1941-9281-BD4A5B33BBBE}"/>
              </a:ext>
            </a:extLst>
          </p:cNvPr>
          <p:cNvSpPr>
            <a:spLocks noGrp="1"/>
          </p:cNvSpPr>
          <p:nvPr>
            <p:ph type="body" sz="quarter" idx="44" hasCustomPrompt="1"/>
          </p:nvPr>
        </p:nvSpPr>
        <p:spPr>
          <a:xfrm>
            <a:off x="4752521"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8" name="Text Placeholder 6">
            <a:extLst>
              <a:ext uri="{FF2B5EF4-FFF2-40B4-BE49-F238E27FC236}">
                <a16:creationId xmlns:a16="http://schemas.microsoft.com/office/drawing/2014/main" id="{8C0FFCF9-3ACE-C946-866A-46965381EF5C}"/>
              </a:ext>
            </a:extLst>
          </p:cNvPr>
          <p:cNvSpPr>
            <a:spLocks noGrp="1"/>
          </p:cNvSpPr>
          <p:nvPr>
            <p:ph type="body" sz="quarter" idx="45" hasCustomPrompt="1"/>
          </p:nvPr>
        </p:nvSpPr>
        <p:spPr>
          <a:xfrm>
            <a:off x="8630507"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27" name="Text Placeholder 5">
            <a:extLst>
              <a:ext uri="{FF2B5EF4-FFF2-40B4-BE49-F238E27FC236}">
                <a16:creationId xmlns:a16="http://schemas.microsoft.com/office/drawing/2014/main" id="{5B590D74-D674-1D4D-BAFD-A962E0930F44}"/>
              </a:ext>
            </a:extLst>
          </p:cNvPr>
          <p:cNvSpPr>
            <a:spLocks noGrp="1"/>
          </p:cNvSpPr>
          <p:nvPr>
            <p:ph type="body" sz="quarter" idx="48"/>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3ECAFD9B-17FF-814E-AA73-AAC4D9BA9DC9}"/>
              </a:ext>
            </a:extLst>
          </p:cNvPr>
          <p:cNvSpPr>
            <a:spLocks noGrp="1"/>
          </p:cNvSpPr>
          <p:nvPr>
            <p:ph type="sldNum" sz="quarter" idx="4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7956854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Large Statement on White">
    <p:bg>
      <p:bgPr>
        <a:solidFill>
          <a:schemeClr val="bg1"/>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 slide</a:t>
            </a:r>
          </a:p>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p>
          <a:p>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a:t>
            </a:r>
          </a:p>
        </p:txBody>
      </p:sp>
      <p:sp>
        <p:nvSpPr>
          <p:cNvPr id="8" name="Text Placeholder 5">
            <a:extLst>
              <a:ext uri="{FF2B5EF4-FFF2-40B4-BE49-F238E27FC236}">
                <a16:creationId xmlns:a16="http://schemas.microsoft.com/office/drawing/2014/main" id="{49FC7FBE-03F6-334E-A5A3-D09D05F1076D}"/>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9C9A8B2E-8739-9C47-B972-58CF98368312}"/>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6487854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Large Statement on Cool Gray">
    <p:bg>
      <p:bgPr>
        <a:solidFill>
          <a:srgbClr val="C2C7CA"/>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 slide</a:t>
            </a:r>
          </a:p>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p>
          <a:p>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a:t>
            </a:r>
          </a:p>
        </p:txBody>
      </p:sp>
      <p:pic>
        <p:nvPicPr>
          <p:cNvPr id="6" name="Picture 5" descr="Shape&#10;&#10;Description automatically generated with medium confidence">
            <a:extLst>
              <a:ext uri="{FF2B5EF4-FFF2-40B4-BE49-F238E27FC236}">
                <a16:creationId xmlns:a16="http://schemas.microsoft.com/office/drawing/2014/main" id="{B0E731FA-57E5-EA47-9E99-637C85B12EE9}"/>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C13338DB-9211-4F47-8732-A312AE9E381C}"/>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8" name="Text Placeholder 5">
            <a:extLst>
              <a:ext uri="{FF2B5EF4-FFF2-40B4-BE49-F238E27FC236}">
                <a16:creationId xmlns:a16="http://schemas.microsoft.com/office/drawing/2014/main" id="{D2758A77-F788-DA44-AD7B-3863A3684DEC}"/>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84DBD541-6283-E246-A2D6-1EA740B3B33A}"/>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6062346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Large Statement Deep Blue w/Image">
    <p:bg>
      <p:bgPr>
        <a:solidFill>
          <a:srgbClr val="1E4456"/>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96696E-2B00-A54E-B25A-316A4BA4A07C}"/>
              </a:ext>
            </a:extLst>
          </p:cNvPr>
          <p:cNvSpPr>
            <a:spLocks noGrp="1"/>
          </p:cNvSpPr>
          <p:nvPr>
            <p:ph type="pic" sz="quarter" idx="24" hasCustomPrompt="1"/>
          </p:nvPr>
        </p:nvSpPr>
        <p:spPr>
          <a:xfrm>
            <a:off x="6095603" y="0"/>
            <a:ext cx="6096397" cy="6858000"/>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7" name="Slide Number Placeholder 5">
            <a:extLst>
              <a:ext uri="{FF2B5EF4-FFF2-40B4-BE49-F238E27FC236}">
                <a16:creationId xmlns:a16="http://schemas.microsoft.com/office/drawing/2014/main" id="{E99E5B68-137F-C549-8350-7194A11AF3DF}"/>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10" name="Text Placeholder 3">
            <a:extLst>
              <a:ext uri="{FF2B5EF4-FFF2-40B4-BE49-F238E27FC236}">
                <a16:creationId xmlns:a16="http://schemas.microsoft.com/office/drawing/2014/main" id="{1BEDAD56-5332-A34C-AD2A-951B1F360771}"/>
              </a:ext>
            </a:extLst>
          </p:cNvPr>
          <p:cNvSpPr>
            <a:spLocks noGrp="1"/>
          </p:cNvSpPr>
          <p:nvPr>
            <p:ph type="body" sz="quarter" idx="23" hasCustomPrompt="1"/>
          </p:nvPr>
        </p:nvSpPr>
        <p:spPr>
          <a:xfrm>
            <a:off x="633058" y="1461010"/>
            <a:ext cx="4826049" cy="3935980"/>
          </a:xfrm>
          <a:prstGeom prst="rect">
            <a:avLst/>
          </a:prstGeom>
        </p:spPr>
        <p:txBody>
          <a:bodyPr anchor="ctr"/>
          <a:lstStyle>
            <a:lvl1pPr marL="0" indent="0" algn="ctr">
              <a:lnSpc>
                <a:spcPct val="100000"/>
              </a:lnSpc>
              <a:spcBef>
                <a:spcPts val="0"/>
              </a:spcBef>
              <a:buNone/>
              <a:defRPr sz="375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US"/>
              <a:t>Large statement </a:t>
            </a:r>
            <a:br>
              <a:rPr lang="en-US"/>
            </a:br>
            <a:r>
              <a:rPr lang="en-US"/>
              <a:t>half &amp; half split slide lorem ipsum dolor</a:t>
            </a:r>
          </a:p>
        </p:txBody>
      </p:sp>
      <p:sp>
        <p:nvSpPr>
          <p:cNvPr id="11" name="Text Placeholder 8">
            <a:extLst>
              <a:ext uri="{FF2B5EF4-FFF2-40B4-BE49-F238E27FC236}">
                <a16:creationId xmlns:a16="http://schemas.microsoft.com/office/drawing/2014/main" id="{E5493704-F781-C246-9417-1AEE86583174}"/>
              </a:ext>
            </a:extLst>
          </p:cNvPr>
          <p:cNvSpPr>
            <a:spLocks noGrp="1"/>
          </p:cNvSpPr>
          <p:nvPr>
            <p:ph type="body" sz="quarter" idx="15" hasCustomPrompt="1"/>
          </p:nvPr>
        </p:nvSpPr>
        <p:spPr>
          <a:xfrm>
            <a:off x="6202766" y="6651300"/>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8" name="Text Placeholder 5">
            <a:extLst>
              <a:ext uri="{FF2B5EF4-FFF2-40B4-BE49-F238E27FC236}">
                <a16:creationId xmlns:a16="http://schemas.microsoft.com/office/drawing/2014/main" id="{75594FCB-0CEA-F943-8FD9-A27B9DB2D15B}"/>
              </a:ext>
            </a:extLst>
          </p:cNvPr>
          <p:cNvSpPr>
            <a:spLocks noGrp="1"/>
          </p:cNvSpPr>
          <p:nvPr>
            <p:ph type="body" sz="quarter" idx="21"/>
          </p:nvPr>
        </p:nvSpPr>
        <p:spPr>
          <a:xfrm>
            <a:off x="390525" y="332105"/>
            <a:ext cx="1806575" cy="490538"/>
          </a:xfrm>
        </p:spPr>
        <p:txBody>
          <a:bodyPr lIns="0"/>
          <a:lstStyle>
            <a:lvl1pPr marL="0" indent="0" algn="l">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Tree>
    <p:extLst>
      <p:ext uri="{BB962C8B-B14F-4D97-AF65-F5344CB8AC3E}">
        <p14:creationId xmlns:p14="http://schemas.microsoft.com/office/powerpoint/2010/main" val="14473760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Large Statement White w/Image">
    <p:bg>
      <p:bgPr>
        <a:solidFill>
          <a:schemeClr val="bg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52B899B9-1B22-C049-87C1-73824541DDA8}"/>
              </a:ext>
            </a:extLst>
          </p:cNvPr>
          <p:cNvSpPr>
            <a:spLocks noGrp="1"/>
          </p:cNvSpPr>
          <p:nvPr>
            <p:ph type="pic" sz="quarter" idx="24" hasCustomPrompt="1"/>
          </p:nvPr>
        </p:nvSpPr>
        <p:spPr>
          <a:xfrm>
            <a:off x="0" y="0"/>
            <a:ext cx="6117790" cy="6858000"/>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6" name="Text Placeholder 7">
            <a:extLst>
              <a:ext uri="{FF2B5EF4-FFF2-40B4-BE49-F238E27FC236}">
                <a16:creationId xmlns:a16="http://schemas.microsoft.com/office/drawing/2014/main" id="{151BCC00-A03E-EE4B-8FAF-7FDF791EC96A}"/>
              </a:ext>
            </a:extLst>
          </p:cNvPr>
          <p:cNvSpPr>
            <a:spLocks noGrp="1"/>
          </p:cNvSpPr>
          <p:nvPr>
            <p:ph type="body" sz="quarter" idx="23" hasCustomPrompt="1"/>
          </p:nvPr>
        </p:nvSpPr>
        <p:spPr>
          <a:xfrm>
            <a:off x="6830465" y="1461010"/>
            <a:ext cx="4627070" cy="3935980"/>
          </a:xfrm>
          <a:prstGeom prst="rect">
            <a:avLst/>
          </a:prstGeom>
        </p:spPr>
        <p:txBody>
          <a:bodyPr anchor="ctr"/>
          <a:lstStyle>
            <a:lvl1pPr marL="0" indent="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a:t>
            </a:r>
            <a:br>
              <a:rPr lang="en-GB">
                <a:effectLst/>
                <a:latin typeface="Arial" panose="020B0604020202020204" pitchFamily="34" charset="0"/>
              </a:rPr>
            </a:br>
            <a:r>
              <a:rPr lang="en-GB">
                <a:effectLst/>
                <a:latin typeface="Arial" panose="020B0604020202020204" pitchFamily="34" charset="0"/>
              </a:rPr>
              <a:t>half &amp; half split slide lorem ipsum </a:t>
            </a:r>
            <a:r>
              <a:rPr lang="en-GB" err="1">
                <a:effectLst/>
                <a:latin typeface="Arial" panose="020B0604020202020204" pitchFamily="34" charset="0"/>
              </a:rPr>
              <a:t>dolor</a:t>
            </a:r>
            <a:endParaRPr lang="en-GB">
              <a:effectLst/>
              <a:latin typeface="Arial" panose="020B0604020202020204" pitchFamily="34" charset="0"/>
            </a:endParaRPr>
          </a:p>
          <a:p>
            <a:endParaRPr lang="en-GB">
              <a:effectLst/>
              <a:latin typeface="Arial" panose="020B0604020202020204" pitchFamily="34" charset="0"/>
            </a:endParaRPr>
          </a:p>
        </p:txBody>
      </p:sp>
      <p:sp>
        <p:nvSpPr>
          <p:cNvPr id="7" name="Slide Number Placeholder 5">
            <a:extLst>
              <a:ext uri="{FF2B5EF4-FFF2-40B4-BE49-F238E27FC236}">
                <a16:creationId xmlns:a16="http://schemas.microsoft.com/office/drawing/2014/main" id="{85A261EE-94E8-CA40-B47B-33D11618EE62}"/>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pic>
        <p:nvPicPr>
          <p:cNvPr id="9" name="Picture 8" descr="Shape&#10;&#10;Description automatically generated with medium confidence">
            <a:extLst>
              <a:ext uri="{FF2B5EF4-FFF2-40B4-BE49-F238E27FC236}">
                <a16:creationId xmlns:a16="http://schemas.microsoft.com/office/drawing/2014/main" id="{A16842B3-6BDD-8D48-AC87-DEC172FD7BD4}"/>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1" name="Text Placeholder 8">
            <a:extLst>
              <a:ext uri="{FF2B5EF4-FFF2-40B4-BE49-F238E27FC236}">
                <a16:creationId xmlns:a16="http://schemas.microsoft.com/office/drawing/2014/main" id="{BCC5396B-B91B-3D49-9916-52108D881B85}"/>
              </a:ext>
            </a:extLst>
          </p:cNvPr>
          <p:cNvSpPr>
            <a:spLocks noGrp="1"/>
          </p:cNvSpPr>
          <p:nvPr>
            <p:ph type="body" sz="quarter" idx="15" hasCustomPrompt="1"/>
          </p:nvPr>
        </p:nvSpPr>
        <p:spPr>
          <a:xfrm>
            <a:off x="4591516" y="6651300"/>
            <a:ext cx="1424080" cy="153889"/>
          </a:xfrm>
          <a:prstGeom prst="rect">
            <a:avLst/>
          </a:prstGeom>
        </p:spPr>
        <p:txBody>
          <a:bodyPr/>
          <a:lstStyle>
            <a:lvl1pPr algn="r">
              <a:lnSpc>
                <a:spcPct val="100000"/>
              </a:lnSpc>
              <a:buNone/>
              <a:defRPr sz="700">
                <a:solidFill>
                  <a:schemeClr val="bg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8" name="Text Placeholder 5">
            <a:extLst>
              <a:ext uri="{FF2B5EF4-FFF2-40B4-BE49-F238E27FC236}">
                <a16:creationId xmlns:a16="http://schemas.microsoft.com/office/drawing/2014/main" id="{00B23AD4-0733-FE4F-953F-9268D9B725AD}"/>
              </a:ext>
            </a:extLst>
          </p:cNvPr>
          <p:cNvSpPr>
            <a:spLocks noGrp="1"/>
          </p:cNvSpPr>
          <p:nvPr>
            <p:ph type="body" sz="quarter" idx="21"/>
          </p:nvPr>
        </p:nvSpPr>
        <p:spPr>
          <a:xfrm>
            <a:off x="390525" y="332105"/>
            <a:ext cx="1806575" cy="490538"/>
          </a:xfrm>
        </p:spPr>
        <p:txBody>
          <a:bodyPr lIns="0"/>
          <a:lstStyle>
            <a:lvl1pPr marL="0" indent="0" algn="l">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Tree>
    <p:extLst>
      <p:ext uri="{BB962C8B-B14F-4D97-AF65-F5344CB8AC3E}">
        <p14:creationId xmlns:p14="http://schemas.microsoft.com/office/powerpoint/2010/main" val="259078922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Section Divider White">
    <p:bg>
      <p:bgPr>
        <a:solidFill>
          <a:schemeClr val="bg1"/>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9" name="Text Placeholder 5">
            <a:extLst>
              <a:ext uri="{FF2B5EF4-FFF2-40B4-BE49-F238E27FC236}">
                <a16:creationId xmlns:a16="http://schemas.microsoft.com/office/drawing/2014/main" id="{D5AAF991-AC14-AD42-A380-59B9638A7DAE}"/>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0219824A-5618-4D4E-8857-5BDF374FC97F}"/>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7143294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Section Divider Warm White">
    <p:bg>
      <p:bgPr>
        <a:solidFill>
          <a:srgbClr val="F0EEED"/>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8" name="Text Placeholder 5">
            <a:extLst>
              <a:ext uri="{FF2B5EF4-FFF2-40B4-BE49-F238E27FC236}">
                <a16:creationId xmlns:a16="http://schemas.microsoft.com/office/drawing/2014/main" id="{97B7E5DC-1AD9-884A-A5D4-2B7A443659B3}"/>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7E255AF1-C1E3-E64D-BBA4-1FE6E1B252FF}"/>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1171949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Section Divider Cool Gray">
    <p:bg>
      <p:bgPr>
        <a:solidFill>
          <a:srgbClr val="C2C7CA"/>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pic>
        <p:nvPicPr>
          <p:cNvPr id="6" name="Picture 5" descr="Shape&#10;&#10;Description automatically generated with medium confidence">
            <a:extLst>
              <a:ext uri="{FF2B5EF4-FFF2-40B4-BE49-F238E27FC236}">
                <a16:creationId xmlns:a16="http://schemas.microsoft.com/office/drawing/2014/main" id="{EFCD742D-BCB5-F645-91FA-4F20736C2E61}"/>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5471DD50-A0B2-C94A-B42A-040831E7518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8" name="Text Placeholder 5">
            <a:extLst>
              <a:ext uri="{FF2B5EF4-FFF2-40B4-BE49-F238E27FC236}">
                <a16:creationId xmlns:a16="http://schemas.microsoft.com/office/drawing/2014/main" id="{280C8013-5EEE-6A46-B2F4-56D76C4D8EA5}"/>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8AFB20F7-B062-3447-AA99-22CCF6F6FF78}"/>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870337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Section Divider Window Image White">
    <p:bg>
      <p:bgPr>
        <a:solidFill>
          <a:schemeClr val="bg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471AC2EF-FED5-0043-8DCC-D2A4865B028D}"/>
              </a:ext>
            </a:extLst>
          </p:cNvPr>
          <p:cNvSpPr>
            <a:spLocks noGrp="1"/>
          </p:cNvSpPr>
          <p:nvPr>
            <p:ph type="pic" sz="quarter" idx="24" hasCustomPrompt="1"/>
          </p:nvPr>
        </p:nvSpPr>
        <p:spPr>
          <a:xfrm>
            <a:off x="1354225" y="1562099"/>
            <a:ext cx="9481166"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4" name="Text Placeholder 7">
            <a:extLst>
              <a:ext uri="{FF2B5EF4-FFF2-40B4-BE49-F238E27FC236}">
                <a16:creationId xmlns:a16="http://schemas.microsoft.com/office/drawing/2014/main" id="{C470CE37-4C56-0040-BDFF-0002E1619604}"/>
              </a:ext>
            </a:extLst>
          </p:cNvPr>
          <p:cNvSpPr>
            <a:spLocks noGrp="1"/>
          </p:cNvSpPr>
          <p:nvPr>
            <p:ph type="body" sz="quarter" idx="23" hasCustomPrompt="1"/>
          </p:nvPr>
        </p:nvSpPr>
        <p:spPr>
          <a:xfrm>
            <a:off x="1354226" y="4818044"/>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sp>
        <p:nvSpPr>
          <p:cNvPr id="17" name="Vertical Text Placeholder 2">
            <a:extLst>
              <a:ext uri="{FF2B5EF4-FFF2-40B4-BE49-F238E27FC236}">
                <a16:creationId xmlns:a16="http://schemas.microsoft.com/office/drawing/2014/main" id="{A52F7CB4-38B5-E34B-8F19-ACDA8E60395F}"/>
              </a:ext>
            </a:extLst>
          </p:cNvPr>
          <p:cNvSpPr>
            <a:spLocks noGrp="1"/>
          </p:cNvSpPr>
          <p:nvPr>
            <p:ph type="body" orient="vert" sz="quarter" idx="25" hasCustomPrompt="1"/>
          </p:nvPr>
        </p:nvSpPr>
        <p:spPr>
          <a:xfrm>
            <a:off x="1210149" y="2454148"/>
            <a:ext cx="288150" cy="1949450"/>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4" name="Text Placeholder 5">
            <a:extLst>
              <a:ext uri="{FF2B5EF4-FFF2-40B4-BE49-F238E27FC236}">
                <a16:creationId xmlns:a16="http://schemas.microsoft.com/office/drawing/2014/main" id="{5673FF86-614E-6549-82A2-4E4ABE4F13F0}"/>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AC17933A-8E67-E545-A744-9654A2C7DC39}"/>
              </a:ext>
            </a:extLst>
          </p:cNvPr>
          <p:cNvSpPr>
            <a:spLocks noGrp="1"/>
          </p:cNvSpPr>
          <p:nvPr>
            <p:ph type="sldNum" sz="quarter" idx="26"/>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2705433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Section Divider Window Image Cool Gray">
    <p:bg>
      <p:bgPr>
        <a:solidFill>
          <a:srgbClr val="C2C7CA"/>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3E912886-6A75-7A49-87FF-C24AE965BDC6}"/>
              </a:ext>
            </a:extLst>
          </p:cNvPr>
          <p:cNvSpPr>
            <a:spLocks noGrp="1"/>
          </p:cNvSpPr>
          <p:nvPr>
            <p:ph type="pic" sz="quarter" idx="24" hasCustomPrompt="1"/>
          </p:nvPr>
        </p:nvSpPr>
        <p:spPr>
          <a:xfrm>
            <a:off x="1354225" y="1562099"/>
            <a:ext cx="9481166" cy="3733801"/>
          </a:xfrm>
          <a:prstGeom prst="rect">
            <a:avLst/>
          </a:prstGeom>
          <a:solidFill>
            <a:schemeClr val="bg1"/>
          </a:solidFill>
        </p:spPr>
        <p:txBody>
          <a:bodyPr anchor="ctr" anchorCtr="0"/>
          <a:lstStyle>
            <a:lvl1pPr algn="ctr">
              <a:buFontTx/>
              <a:buNone/>
              <a:defRPr sz="1500">
                <a:solidFill>
                  <a:srgbClr val="262626"/>
                </a:solidFill>
              </a:defRPr>
            </a:lvl1pPr>
          </a:lstStyle>
          <a:p>
            <a:r>
              <a:rPr lang="en-US"/>
              <a:t>Insert image here</a:t>
            </a:r>
          </a:p>
        </p:txBody>
      </p:sp>
      <p:pic>
        <p:nvPicPr>
          <p:cNvPr id="10" name="Picture 9" descr="Shape&#10;&#10;Description automatically generated with medium confidence">
            <a:extLst>
              <a:ext uri="{FF2B5EF4-FFF2-40B4-BE49-F238E27FC236}">
                <a16:creationId xmlns:a16="http://schemas.microsoft.com/office/drawing/2014/main" id="{BF3B4964-809E-624C-A47C-6E99FB65F65A}"/>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3" name="Subtitle 2">
            <a:extLst>
              <a:ext uri="{FF2B5EF4-FFF2-40B4-BE49-F238E27FC236}">
                <a16:creationId xmlns:a16="http://schemas.microsoft.com/office/drawing/2014/main" id="{DFAAAF9A-9F8B-154C-8E7E-1EFAF70E1BF6}"/>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18" name="Text Placeholder 7">
            <a:extLst>
              <a:ext uri="{FF2B5EF4-FFF2-40B4-BE49-F238E27FC236}">
                <a16:creationId xmlns:a16="http://schemas.microsoft.com/office/drawing/2014/main" id="{00BC248E-CA2F-1E44-AD8E-F7731F5224FC}"/>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19" name="Text Placeholder 7">
            <a:extLst>
              <a:ext uri="{FF2B5EF4-FFF2-40B4-BE49-F238E27FC236}">
                <a16:creationId xmlns:a16="http://schemas.microsoft.com/office/drawing/2014/main" id="{AEE902A9-CDEC-194C-9673-0E5D13B8FB72}"/>
              </a:ext>
            </a:extLst>
          </p:cNvPr>
          <p:cNvSpPr>
            <a:spLocks noGrp="1"/>
          </p:cNvSpPr>
          <p:nvPr>
            <p:ph type="body" sz="quarter" idx="23" hasCustomPrompt="1"/>
          </p:nvPr>
        </p:nvSpPr>
        <p:spPr>
          <a:xfrm>
            <a:off x="1354226" y="4818044"/>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sp>
        <p:nvSpPr>
          <p:cNvPr id="11" name="Text Placeholder 5">
            <a:extLst>
              <a:ext uri="{FF2B5EF4-FFF2-40B4-BE49-F238E27FC236}">
                <a16:creationId xmlns:a16="http://schemas.microsoft.com/office/drawing/2014/main" id="{95A756F1-5E3A-0B4E-88FA-E07D907CEA93}"/>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Vertical Text Placeholder 2">
            <a:extLst>
              <a:ext uri="{FF2B5EF4-FFF2-40B4-BE49-F238E27FC236}">
                <a16:creationId xmlns:a16="http://schemas.microsoft.com/office/drawing/2014/main" id="{F6A28BC8-5CE3-6942-8851-DC15F34FC663}"/>
              </a:ext>
            </a:extLst>
          </p:cNvPr>
          <p:cNvSpPr>
            <a:spLocks noGrp="1"/>
          </p:cNvSpPr>
          <p:nvPr>
            <p:ph type="body" orient="vert" sz="quarter" idx="25" hasCustomPrompt="1"/>
          </p:nvPr>
        </p:nvSpPr>
        <p:spPr>
          <a:xfrm>
            <a:off x="1210149" y="2454148"/>
            <a:ext cx="288150" cy="1949450"/>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2" name="Slide Number Placeholder 1">
            <a:extLst>
              <a:ext uri="{FF2B5EF4-FFF2-40B4-BE49-F238E27FC236}">
                <a16:creationId xmlns:a16="http://schemas.microsoft.com/office/drawing/2014/main" id="{22905263-EDB0-9F46-9A13-EF415D1DFE97}"/>
              </a:ext>
            </a:extLst>
          </p:cNvPr>
          <p:cNvSpPr>
            <a:spLocks noGrp="1"/>
          </p:cNvSpPr>
          <p:nvPr>
            <p:ph type="sldNum" sz="quarter" idx="26"/>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9894399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Section Divider Window Image Deep Blue">
    <p:bg>
      <p:bgPr>
        <a:solidFill>
          <a:srgbClr val="1E4456"/>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4842A29D-CDCF-B447-AAFF-CA7B47CD58A5}"/>
              </a:ext>
            </a:extLst>
          </p:cNvPr>
          <p:cNvSpPr>
            <a:spLocks noGrp="1"/>
          </p:cNvSpPr>
          <p:nvPr>
            <p:ph type="pic" sz="quarter" idx="24" hasCustomPrompt="1"/>
          </p:nvPr>
        </p:nvSpPr>
        <p:spPr>
          <a:xfrm>
            <a:off x="1354225" y="1562099"/>
            <a:ext cx="9481166"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4" name="Text Placeholder 7">
            <a:extLst>
              <a:ext uri="{FF2B5EF4-FFF2-40B4-BE49-F238E27FC236}">
                <a16:creationId xmlns:a16="http://schemas.microsoft.com/office/drawing/2014/main" id="{C470CE37-4C56-0040-BDFF-0002E1619604}"/>
              </a:ext>
            </a:extLst>
          </p:cNvPr>
          <p:cNvSpPr>
            <a:spLocks noGrp="1"/>
          </p:cNvSpPr>
          <p:nvPr>
            <p:ph type="body" sz="quarter" idx="23" hasCustomPrompt="1"/>
          </p:nvPr>
        </p:nvSpPr>
        <p:spPr>
          <a:xfrm>
            <a:off x="1354226" y="4818043"/>
            <a:ext cx="9481167" cy="477857"/>
          </a:xfrm>
          <a:prstGeom prst="rect">
            <a:avLst/>
          </a:prstGeom>
        </p:spPr>
        <p:txBody>
          <a:bodyPr anchor="t"/>
          <a:lstStyle>
            <a:lvl1pPr marL="0" indent="0" algn="ctr">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pic>
        <p:nvPicPr>
          <p:cNvPr id="10" name="Picture 9">
            <a:extLst>
              <a:ext uri="{FF2B5EF4-FFF2-40B4-BE49-F238E27FC236}">
                <a16:creationId xmlns:a16="http://schemas.microsoft.com/office/drawing/2014/main" id="{181883DC-2517-064A-AE60-75833BEE3A2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12" name="Subtitle 2">
            <a:extLst>
              <a:ext uri="{FF2B5EF4-FFF2-40B4-BE49-F238E27FC236}">
                <a16:creationId xmlns:a16="http://schemas.microsoft.com/office/drawing/2014/main" id="{C815FE3F-28F7-1640-840A-FDD80B185E49}"/>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solidFill>
                <a:latin typeface="Arial" panose="020B0604020202020204" pitchFamily="34" charset="0"/>
                <a:cs typeface="Arial" panose="020B0604020202020204" pitchFamily="34" charset="0"/>
              </a:rPr>
              <a:t>©2021 IHG</a:t>
            </a:r>
            <a:endParaRPr lang="en-US" sz="701" kern="800" spc="0">
              <a:solidFill>
                <a:schemeClr val="bg1"/>
              </a:solidFill>
              <a:latin typeface="Arial" panose="020B0604020202020204" pitchFamily="34" charset="0"/>
              <a:cs typeface="Arial" panose="020B0604020202020204" pitchFamily="34" charset="0"/>
            </a:endParaRPr>
          </a:p>
        </p:txBody>
      </p:sp>
      <p:sp>
        <p:nvSpPr>
          <p:cNvPr id="3" name="Vertical Text Placeholder 2">
            <a:extLst>
              <a:ext uri="{FF2B5EF4-FFF2-40B4-BE49-F238E27FC236}">
                <a16:creationId xmlns:a16="http://schemas.microsoft.com/office/drawing/2014/main" id="{55C4B106-0F46-2B4D-9EBB-5AE8EB647462}"/>
              </a:ext>
            </a:extLst>
          </p:cNvPr>
          <p:cNvSpPr>
            <a:spLocks noGrp="1"/>
          </p:cNvSpPr>
          <p:nvPr>
            <p:ph type="body" orient="vert" sz="quarter" idx="25" hasCustomPrompt="1"/>
          </p:nvPr>
        </p:nvSpPr>
        <p:spPr>
          <a:xfrm>
            <a:off x="1210149" y="2454148"/>
            <a:ext cx="288150" cy="1949450"/>
          </a:xfrm>
          <a:prstGeom prst="rect">
            <a:avLst/>
          </a:prstGeom>
          <a:solidFill>
            <a:srgbClr val="E8542A"/>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3" name="Text Placeholder 5">
            <a:extLst>
              <a:ext uri="{FF2B5EF4-FFF2-40B4-BE49-F238E27FC236}">
                <a16:creationId xmlns:a16="http://schemas.microsoft.com/office/drawing/2014/main" id="{66B90CA6-546C-EA4E-BA5C-06A87AE41AF5}"/>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0E5EEAFB-AE60-E240-B04C-CD774088BCD7}"/>
              </a:ext>
            </a:extLst>
          </p:cNvPr>
          <p:cNvSpPr>
            <a:spLocks noGrp="1"/>
          </p:cNvSpPr>
          <p:nvPr>
            <p:ph type="sldNum" sz="quarter" idx="26"/>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339532059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ntent Slide – 1 Image">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21DD1ECD-5D1D-3D4D-A0E6-7E9952CA26F5}"/>
              </a:ext>
            </a:extLst>
          </p:cNvPr>
          <p:cNvSpPr>
            <a:spLocks noGrp="1"/>
          </p:cNvSpPr>
          <p:nvPr>
            <p:ph type="pic" sz="quarter" idx="24" hasCustomPrompt="1"/>
          </p:nvPr>
        </p:nvSpPr>
        <p:spPr>
          <a:xfrm>
            <a:off x="4718280" y="1562099"/>
            <a:ext cx="7473720"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7" name="Text Placeholder 6">
            <a:extLst>
              <a:ext uri="{FF2B5EF4-FFF2-40B4-BE49-F238E27FC236}">
                <a16:creationId xmlns:a16="http://schemas.microsoft.com/office/drawing/2014/main" id="{35DD635A-E185-3A47-B621-983D2FF2C15A}"/>
              </a:ext>
            </a:extLst>
          </p:cNvPr>
          <p:cNvSpPr>
            <a:spLocks noGrp="1"/>
          </p:cNvSpPr>
          <p:nvPr>
            <p:ph type="body" sz="quarter" idx="25" hasCustomPrompt="1"/>
          </p:nvPr>
        </p:nvSpPr>
        <p:spPr>
          <a:xfrm>
            <a:off x="411024" y="1553601"/>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18" name="Vertical Text Placeholder 2">
            <a:extLst>
              <a:ext uri="{FF2B5EF4-FFF2-40B4-BE49-F238E27FC236}">
                <a16:creationId xmlns:a16="http://schemas.microsoft.com/office/drawing/2014/main" id="{2DFB45B2-7483-D847-96A3-6AF946C4CCDF}"/>
              </a:ext>
            </a:extLst>
          </p:cNvPr>
          <p:cNvSpPr>
            <a:spLocks noGrp="1"/>
          </p:cNvSpPr>
          <p:nvPr>
            <p:ph type="body" orient="vert" sz="quarter" idx="26" hasCustomPrompt="1"/>
          </p:nvPr>
        </p:nvSpPr>
        <p:spPr>
          <a:xfrm>
            <a:off x="4574205" y="2454148"/>
            <a:ext cx="288150" cy="1949450"/>
          </a:xfrm>
          <a:prstGeom prst="rect">
            <a:avLst/>
          </a:prstGeom>
          <a:solidFill>
            <a:srgbClr val="E8542A"/>
          </a:solidFill>
        </p:spPr>
        <p:txBody>
          <a:bodyPr vert="eaVert" lIns="90000" tIns="0" bIns="0" anchor="ctr" anchorCtr="0"/>
          <a:lstStyle>
            <a:lvl1pPr algn="ctr">
              <a:buFontTx/>
              <a:buNone/>
              <a:defRPr sz="1100">
                <a:solidFill>
                  <a:srgbClr val="262626"/>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1" name="Text Placeholder 5">
            <a:extLst>
              <a:ext uri="{FF2B5EF4-FFF2-40B4-BE49-F238E27FC236}">
                <a16:creationId xmlns:a16="http://schemas.microsoft.com/office/drawing/2014/main" id="{CF187817-1AC7-5744-8A96-43CA271F91BE}"/>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A5062B26-C736-D74C-A621-82A4988E179D}"/>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8334774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1777343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10254331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Content Slide – Split Columns">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A7648A88-094A-014E-B9FA-E3944CAEFF39}"/>
              </a:ext>
            </a:extLst>
          </p:cNvPr>
          <p:cNvSpPr>
            <a:spLocks noGrp="1"/>
          </p:cNvSpPr>
          <p:nvPr>
            <p:ph type="pic" sz="quarter" idx="30" hasCustomPrompt="1"/>
          </p:nvPr>
        </p:nvSpPr>
        <p:spPr>
          <a:xfrm>
            <a:off x="400391" y="3840207"/>
            <a:ext cx="3555179" cy="1981200"/>
          </a:xfrm>
          <a:prstGeom prst="rect">
            <a:avLst/>
          </a:prstGeom>
          <a:solidFill>
            <a:srgbClr val="F0EEED"/>
          </a:solidFill>
        </p:spPr>
        <p:txBody>
          <a:bodyPr anchor="ctr" anchorCtr="0"/>
          <a:lstStyle>
            <a:lvl1pPr algn="ctr">
              <a:buFontTx/>
              <a:buNone/>
              <a:defRPr sz="1500">
                <a:solidFill>
                  <a:srgbClr val="262626"/>
                </a:solidFill>
              </a:defRPr>
            </a:lvl1pPr>
          </a:lstStyle>
          <a:p>
            <a:r>
              <a:rPr lang="en-US"/>
              <a:t>Insert image here</a:t>
            </a:r>
          </a:p>
        </p:txBody>
      </p:sp>
      <p:sp>
        <p:nvSpPr>
          <p:cNvPr id="12" name="Text Placeholder 6">
            <a:extLst>
              <a:ext uri="{FF2B5EF4-FFF2-40B4-BE49-F238E27FC236}">
                <a16:creationId xmlns:a16="http://schemas.microsoft.com/office/drawing/2014/main" id="{ECCDD53B-4B33-1F4A-9198-A9BF0D3C3C9C}"/>
              </a:ext>
            </a:extLst>
          </p:cNvPr>
          <p:cNvSpPr>
            <a:spLocks noGrp="1"/>
          </p:cNvSpPr>
          <p:nvPr>
            <p:ph type="body" sz="quarter" idx="25" hasCustomPrompt="1"/>
          </p:nvPr>
        </p:nvSpPr>
        <p:spPr>
          <a:xfrm>
            <a:off x="411024" y="1407141"/>
            <a:ext cx="3555178" cy="205622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15" name="Text Placeholder 6">
            <a:extLst>
              <a:ext uri="{FF2B5EF4-FFF2-40B4-BE49-F238E27FC236}">
                <a16:creationId xmlns:a16="http://schemas.microsoft.com/office/drawing/2014/main" id="{71FF3BF8-89ED-B145-9BB6-A75D22466DF0}"/>
              </a:ext>
            </a:extLst>
          </p:cNvPr>
          <p:cNvSpPr>
            <a:spLocks noGrp="1"/>
          </p:cNvSpPr>
          <p:nvPr>
            <p:ph type="body" sz="quarter" idx="26" hasCustomPrompt="1"/>
          </p:nvPr>
        </p:nvSpPr>
        <p:spPr>
          <a:xfrm>
            <a:off x="5245806" y="1407140"/>
            <a:ext cx="2680304" cy="4369077"/>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 pel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Em dent lam aliqui ut ipsum natemqui torum doluptatium faccusa aute vent, omnimusdae autem quam, sitate volesti umquam que pa nimint quodi dolut volupid.</a:t>
            </a:r>
          </a:p>
          <a:p>
            <a:r>
              <a:rPr lang="en-GB">
                <a:effectLst/>
                <a:latin typeface="Arial" panose="020B0604020202020204" pitchFamily="34" charset="0"/>
              </a:rPr>
              <a:t>Leicium soluptaspel ipsaepereped quibus eum verum eum apietur? Faccus placiis quam a volo tem idelis dolupienimo ommoluptas quid qui in nulpa dest, cus nos dignatium nectent oreped et utas rempori sequam dit, sum eosant plitatios destrum et vere consequat lam, apiet acero dolorro ipsam id</a:t>
            </a:r>
          </a:p>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 </a:t>
            </a:r>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p:txBody>
      </p:sp>
      <p:sp>
        <p:nvSpPr>
          <p:cNvPr id="7" name="Text Placeholder 6">
            <a:extLst>
              <a:ext uri="{FF2B5EF4-FFF2-40B4-BE49-F238E27FC236}">
                <a16:creationId xmlns:a16="http://schemas.microsoft.com/office/drawing/2014/main" id="{37812CCF-F651-4C42-AAC1-41C42F563385}"/>
              </a:ext>
            </a:extLst>
          </p:cNvPr>
          <p:cNvSpPr>
            <a:spLocks noGrp="1"/>
          </p:cNvSpPr>
          <p:nvPr>
            <p:ph type="body" sz="quarter" idx="27" hasCustomPrompt="1"/>
          </p:nvPr>
        </p:nvSpPr>
        <p:spPr>
          <a:xfrm>
            <a:off x="8139642" y="1407152"/>
            <a:ext cx="2695750" cy="4369065"/>
          </a:xfrm>
          <a:prstGeom prst="rect">
            <a:avLst/>
          </a:prstGeom>
        </p:spPr>
        <p:txBody>
          <a:bodyPr lIns="0" tIns="0" rIns="0" bIns="0"/>
          <a:lstStyle>
            <a:lvl1pPr marL="126000" indent="-126000">
              <a:lnSpc>
                <a:spcPct val="100000"/>
              </a:lnSpc>
              <a:spcBef>
                <a:spcPts val="0"/>
              </a:spcBef>
              <a:spcAft>
                <a:spcPts val="600"/>
              </a:spcAft>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a:t>
            </a:r>
            <a:r>
              <a:rPr lang="en-GB" err="1">
                <a:effectLst/>
                <a:latin typeface="Arial" panose="020B0604020202020204" pitchFamily="34" charset="0"/>
              </a:rPr>
              <a:t>eas</a:t>
            </a:r>
            <a:r>
              <a:rPr lang="en-GB">
                <a:effectLst/>
                <a:latin typeface="Arial" panose="020B0604020202020204" pitchFamily="34" charset="0"/>
              </a:rPr>
              <a:t>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p>
          <a:p>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a:t>
            </a:r>
          </a:p>
          <a:p>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a:p>
            <a:r>
              <a:rPr lang="en-GB" err="1">
                <a:effectLst/>
                <a:latin typeface="Arial" panose="020B0604020202020204" pitchFamily="34" charset="0"/>
              </a:rPr>
              <a:t>Leicium</a:t>
            </a:r>
            <a:r>
              <a:rPr lang="en-GB">
                <a:effectLst/>
                <a:latin typeface="Arial" panose="020B0604020202020204" pitchFamily="34" charset="0"/>
              </a:rPr>
              <a:t> </a:t>
            </a:r>
            <a:r>
              <a:rPr lang="en-GB" err="1">
                <a:effectLst/>
                <a:latin typeface="Arial" panose="020B0604020202020204" pitchFamily="34" charset="0"/>
              </a:rPr>
              <a:t>soluptaspel</a:t>
            </a:r>
            <a:r>
              <a:rPr lang="en-GB">
                <a:effectLst/>
                <a:latin typeface="Arial" panose="020B0604020202020204" pitchFamily="34" charset="0"/>
              </a:rPr>
              <a:t>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 </a:t>
            </a:r>
            <a:r>
              <a:rPr lang="en-GB" err="1">
                <a:effectLst/>
                <a:latin typeface="Arial" panose="020B0604020202020204" pitchFamily="34" charset="0"/>
              </a:rPr>
              <a:t>apietur</a:t>
            </a:r>
            <a:r>
              <a:rPr lang="en-GB">
                <a:effectLst/>
                <a:latin typeface="Arial" panose="020B0604020202020204" pitchFamily="34" charset="0"/>
              </a:rPr>
              <a:t>? </a:t>
            </a:r>
            <a:r>
              <a:rPr lang="en-GB" err="1">
                <a:effectLst/>
                <a:latin typeface="Arial" panose="020B0604020202020204" pitchFamily="34" charset="0"/>
              </a:rPr>
              <a:t>Facc</a:t>
            </a:r>
            <a:endParaRPr lang="en-GB">
              <a:effectLst/>
              <a:latin typeface="Arial" panose="020B0604020202020204" pitchFamily="34" charset="0"/>
            </a:endParaRPr>
          </a:p>
          <a:p>
            <a:r>
              <a:rPr lang="en-GB">
                <a:effectLst/>
                <a:latin typeface="Arial" panose="020B0604020202020204" pitchFamily="34" charset="0"/>
              </a:rPr>
              <a:t>us </a:t>
            </a:r>
            <a:r>
              <a:rPr lang="en-GB" err="1">
                <a:effectLst/>
                <a:latin typeface="Arial" panose="020B0604020202020204" pitchFamily="34" charset="0"/>
              </a:rPr>
              <a:t>placiis</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 </a:t>
            </a:r>
            <a:r>
              <a:rPr lang="en-GB" err="1">
                <a:effectLst/>
                <a:latin typeface="Arial" panose="020B0604020202020204" pitchFamily="34" charset="0"/>
              </a:rPr>
              <a:t>volo</a:t>
            </a:r>
            <a:r>
              <a:rPr lang="en-GB">
                <a:effectLst/>
                <a:latin typeface="Arial" panose="020B0604020202020204" pitchFamily="34" charset="0"/>
              </a:rPr>
              <a:t> </a:t>
            </a:r>
            <a:r>
              <a:rPr lang="en-GB" err="1">
                <a:effectLst/>
                <a:latin typeface="Arial" panose="020B0604020202020204" pitchFamily="34" charset="0"/>
              </a:rPr>
              <a:t>tem</a:t>
            </a:r>
            <a:r>
              <a:rPr lang="en-GB">
                <a:effectLst/>
                <a:latin typeface="Arial" panose="020B0604020202020204" pitchFamily="34" charset="0"/>
              </a:rPr>
              <a:t> </a:t>
            </a:r>
            <a:r>
              <a:rPr lang="en-GB" err="1">
                <a:effectLst/>
                <a:latin typeface="Arial" panose="020B0604020202020204" pitchFamily="34" charset="0"/>
              </a:rPr>
              <a:t>idelis</a:t>
            </a:r>
            <a:r>
              <a:rPr lang="en-GB">
                <a:effectLst/>
                <a:latin typeface="Arial" panose="020B0604020202020204" pitchFamily="34" charset="0"/>
              </a:rPr>
              <a:t> </a:t>
            </a:r>
            <a:r>
              <a:rPr lang="en-GB" err="1">
                <a:effectLst/>
                <a:latin typeface="Arial" panose="020B0604020202020204" pitchFamily="34" charset="0"/>
              </a:rPr>
              <a:t>dolupienimo</a:t>
            </a:r>
            <a:r>
              <a:rPr lang="en-GB">
                <a:effectLst/>
                <a:latin typeface="Arial" panose="020B0604020202020204" pitchFamily="34" charset="0"/>
              </a:rPr>
              <a:t> </a:t>
            </a:r>
            <a:r>
              <a:rPr lang="en-GB" err="1">
                <a:effectLst/>
                <a:latin typeface="Arial" panose="020B0604020202020204" pitchFamily="34" charset="0"/>
              </a:rPr>
              <a:t>ommoluptas</a:t>
            </a:r>
            <a:r>
              <a:rPr lang="en-GB">
                <a:effectLst/>
                <a:latin typeface="Arial" panose="020B0604020202020204" pitchFamily="34" charset="0"/>
              </a:rPr>
              <a:t> quid qui in </a:t>
            </a:r>
            <a:r>
              <a:rPr lang="en-GB" err="1">
                <a:effectLst/>
                <a:latin typeface="Arial" panose="020B0604020202020204" pitchFamily="34" charset="0"/>
              </a:rPr>
              <a:t>nulpa</a:t>
            </a:r>
            <a:r>
              <a:rPr lang="en-GB">
                <a:effectLst/>
                <a:latin typeface="Arial" panose="020B0604020202020204" pitchFamily="34" charset="0"/>
              </a:rPr>
              <a:t> </a:t>
            </a:r>
            <a:r>
              <a:rPr lang="en-GB" err="1">
                <a:effectLst/>
                <a:latin typeface="Arial" panose="020B0604020202020204" pitchFamily="34" charset="0"/>
              </a:rPr>
              <a:t>dest</a:t>
            </a:r>
            <a:r>
              <a:rPr lang="en-GB">
                <a:effectLst/>
                <a:latin typeface="Arial" panose="020B0604020202020204" pitchFamily="34" charset="0"/>
              </a:rPr>
              <a:t>, </a:t>
            </a:r>
            <a:r>
              <a:rPr lang="en-GB" err="1">
                <a:effectLst/>
                <a:latin typeface="Arial" panose="020B0604020202020204" pitchFamily="34" charset="0"/>
              </a:rPr>
              <a:t>cus</a:t>
            </a:r>
            <a:r>
              <a:rPr lang="en-GB">
                <a:effectLst/>
                <a:latin typeface="Arial" panose="020B0604020202020204" pitchFamily="34" charset="0"/>
              </a:rPr>
              <a:t> </a:t>
            </a:r>
            <a:r>
              <a:rPr lang="en-GB" err="1">
                <a:effectLst/>
                <a:latin typeface="Arial" panose="020B0604020202020204" pitchFamily="34" charset="0"/>
              </a:rPr>
              <a:t>nos</a:t>
            </a:r>
            <a:r>
              <a:rPr lang="en-GB">
                <a:effectLst/>
                <a:latin typeface="Arial" panose="020B0604020202020204" pitchFamily="34" charset="0"/>
              </a:rPr>
              <a:t> </a:t>
            </a:r>
            <a:r>
              <a:rPr lang="en-GB" err="1">
                <a:effectLst/>
                <a:latin typeface="Arial" panose="020B0604020202020204" pitchFamily="34" charset="0"/>
              </a:rPr>
              <a:t>dignatium</a:t>
            </a:r>
            <a:r>
              <a:rPr lang="en-GB">
                <a:effectLst/>
                <a:latin typeface="Arial" panose="020B0604020202020204" pitchFamily="34" charset="0"/>
              </a:rPr>
              <a:t> </a:t>
            </a:r>
            <a:r>
              <a:rPr lang="en-GB" err="1">
                <a:effectLst/>
                <a:latin typeface="Arial" panose="020B0604020202020204" pitchFamily="34" charset="0"/>
              </a:rPr>
              <a:t>nectent</a:t>
            </a:r>
            <a:r>
              <a:rPr lang="en-GB">
                <a:effectLst/>
                <a:latin typeface="Arial" panose="020B0604020202020204" pitchFamily="34" charset="0"/>
              </a:rPr>
              <a:t> </a:t>
            </a:r>
            <a:r>
              <a:rPr lang="en-GB" err="1">
                <a:effectLst/>
                <a:latin typeface="Arial" panose="020B0604020202020204" pitchFamily="34" charset="0"/>
              </a:rPr>
              <a:t>oreped</a:t>
            </a:r>
            <a:r>
              <a:rPr lang="en-GB">
                <a:effectLst/>
                <a:latin typeface="Arial" panose="020B0604020202020204" pitchFamily="34" charset="0"/>
              </a:rPr>
              <a:t> et utas </a:t>
            </a:r>
            <a:r>
              <a:rPr lang="en-GB" err="1">
                <a:effectLst/>
                <a:latin typeface="Arial" panose="020B0604020202020204" pitchFamily="34" charset="0"/>
              </a:rPr>
              <a:t>rempori</a:t>
            </a:r>
            <a:r>
              <a:rPr lang="en-GB">
                <a:effectLst/>
                <a:latin typeface="Arial" panose="020B0604020202020204" pitchFamily="34" charset="0"/>
              </a:rPr>
              <a:t> </a:t>
            </a:r>
            <a:r>
              <a:rPr lang="en-GB" err="1">
                <a:effectLst/>
                <a:latin typeface="Arial" panose="020B0604020202020204" pitchFamily="34" charset="0"/>
              </a:rPr>
              <a:t>sequ</a:t>
            </a:r>
            <a:r>
              <a:rPr lang="en-GB">
                <a:effectLst/>
                <a:latin typeface="Arial" panose="020B0604020202020204" pitchFamily="34" charset="0"/>
              </a:rPr>
              <a:t>.</a:t>
            </a:r>
          </a:p>
        </p:txBody>
      </p:sp>
      <p:sp>
        <p:nvSpPr>
          <p:cNvPr id="17" name="Text Placeholder 8">
            <a:extLst>
              <a:ext uri="{FF2B5EF4-FFF2-40B4-BE49-F238E27FC236}">
                <a16:creationId xmlns:a16="http://schemas.microsoft.com/office/drawing/2014/main" id="{BE305900-F553-4E4C-8CA0-C223907F1741}"/>
              </a:ext>
            </a:extLst>
          </p:cNvPr>
          <p:cNvSpPr>
            <a:spLocks noGrp="1"/>
          </p:cNvSpPr>
          <p:nvPr>
            <p:ph type="body" sz="quarter" idx="15" hasCustomPrompt="1"/>
          </p:nvPr>
        </p:nvSpPr>
        <p:spPr>
          <a:xfrm>
            <a:off x="347223" y="5872704"/>
            <a:ext cx="3618979" cy="223296"/>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18" name="Text Placeholder 5">
            <a:extLst>
              <a:ext uri="{FF2B5EF4-FFF2-40B4-BE49-F238E27FC236}">
                <a16:creationId xmlns:a16="http://schemas.microsoft.com/office/drawing/2014/main" id="{4F0A8D7B-10EF-1740-B3E8-9F102E1313EB}"/>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9" name="Text Placeholder 7">
            <a:extLst>
              <a:ext uri="{FF2B5EF4-FFF2-40B4-BE49-F238E27FC236}">
                <a16:creationId xmlns:a16="http://schemas.microsoft.com/office/drawing/2014/main" id="{DE26E370-8F4D-B34E-9981-B45A40A3EF82}"/>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DAFA5E69-A3C2-7547-A999-43FEC5951EB1}"/>
              </a:ext>
            </a:extLst>
          </p:cNvPr>
          <p:cNvSpPr>
            <a:spLocks noGrp="1"/>
          </p:cNvSpPr>
          <p:nvPr>
            <p:ph type="sldNum" sz="quarter" idx="3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5585598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Content Slide – Image + Content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1CFB91-C806-8D41-AEB8-66A5C159DA35}"/>
              </a:ext>
            </a:extLst>
          </p:cNvPr>
          <p:cNvSpPr/>
          <p:nvPr userDrawn="1"/>
        </p:nvSpPr>
        <p:spPr>
          <a:xfrm>
            <a:off x="0" y="0"/>
            <a:ext cx="60960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0" name="Picture Placeholder 3">
            <a:extLst>
              <a:ext uri="{FF2B5EF4-FFF2-40B4-BE49-F238E27FC236}">
                <a16:creationId xmlns:a16="http://schemas.microsoft.com/office/drawing/2014/main" id="{18057AE8-4D76-1A47-BD43-6B088AA398AD}"/>
              </a:ext>
            </a:extLst>
          </p:cNvPr>
          <p:cNvSpPr>
            <a:spLocks noGrp="1"/>
          </p:cNvSpPr>
          <p:nvPr>
            <p:ph type="pic" sz="quarter" idx="30" hasCustomPrompt="1"/>
          </p:nvPr>
        </p:nvSpPr>
        <p:spPr>
          <a:xfrm>
            <a:off x="998934" y="1448329"/>
            <a:ext cx="4098133" cy="3961342"/>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5" name="Text Placeholder 7">
            <a:extLst>
              <a:ext uri="{FF2B5EF4-FFF2-40B4-BE49-F238E27FC236}">
                <a16:creationId xmlns:a16="http://schemas.microsoft.com/office/drawing/2014/main" id="{FA755B49-F1BF-A842-A657-EF5A4EFCF900}"/>
              </a:ext>
            </a:extLst>
          </p:cNvPr>
          <p:cNvSpPr>
            <a:spLocks noGrp="1"/>
          </p:cNvSpPr>
          <p:nvPr>
            <p:ph type="body" sz="quarter" idx="22" hasCustomPrompt="1"/>
          </p:nvPr>
        </p:nvSpPr>
        <p:spPr>
          <a:xfrm>
            <a:off x="754707" y="1083733"/>
            <a:ext cx="4587910" cy="584730"/>
          </a:xfrm>
          <a:prstGeom prst="rect">
            <a:avLst/>
          </a:prstGeom>
        </p:spPr>
        <p:txBody>
          <a:bodyPr anchor="t"/>
          <a:lstStyle>
            <a:lvl1pPr marL="0" indent="0" algn="ctr">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pic>
        <p:nvPicPr>
          <p:cNvPr id="9" name="Picture 8" descr="Shape&#10;&#10;Description automatically generated with medium confidence">
            <a:extLst>
              <a:ext uri="{FF2B5EF4-FFF2-40B4-BE49-F238E27FC236}">
                <a16:creationId xmlns:a16="http://schemas.microsoft.com/office/drawing/2014/main" id="{BB59885E-792D-AC4B-AA80-1B2C4B42A7A1}"/>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0" name="Slide Number Placeholder 5">
            <a:extLst>
              <a:ext uri="{FF2B5EF4-FFF2-40B4-BE49-F238E27FC236}">
                <a16:creationId xmlns:a16="http://schemas.microsoft.com/office/drawing/2014/main" id="{30F41468-29F6-1A40-8B1C-A9CEDE77BB9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8" name="Text Placeholder 7">
            <a:extLst>
              <a:ext uri="{FF2B5EF4-FFF2-40B4-BE49-F238E27FC236}">
                <a16:creationId xmlns:a16="http://schemas.microsoft.com/office/drawing/2014/main" id="{18192EA2-72F6-CC46-BDC2-D45B9A2B58C4}"/>
              </a:ext>
            </a:extLst>
          </p:cNvPr>
          <p:cNvSpPr>
            <a:spLocks noGrp="1"/>
          </p:cNvSpPr>
          <p:nvPr>
            <p:ph type="body" sz="quarter" idx="23" hasCustomPrompt="1"/>
          </p:nvPr>
        </p:nvSpPr>
        <p:spPr>
          <a:xfrm>
            <a:off x="754707" y="5054600"/>
            <a:ext cx="4587910" cy="584730"/>
          </a:xfrm>
          <a:prstGeom prst="rect">
            <a:avLst/>
          </a:prstGeom>
        </p:spPr>
        <p:txBody>
          <a:bodyPr anchor="t"/>
          <a:lstStyle>
            <a:lvl1pPr marL="0" algn="ctr">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sp>
        <p:nvSpPr>
          <p:cNvPr id="12" name="Text Placeholder 7">
            <a:extLst>
              <a:ext uri="{FF2B5EF4-FFF2-40B4-BE49-F238E27FC236}">
                <a16:creationId xmlns:a16="http://schemas.microsoft.com/office/drawing/2014/main" id="{D9C2FC27-BE4F-A540-B533-6DD71004AA82}"/>
              </a:ext>
            </a:extLst>
          </p:cNvPr>
          <p:cNvSpPr>
            <a:spLocks noGrp="1"/>
          </p:cNvSpPr>
          <p:nvPr>
            <p:ph type="body" sz="quarter" idx="24" hasCustomPrompt="1"/>
          </p:nvPr>
        </p:nvSpPr>
        <p:spPr>
          <a:xfrm>
            <a:off x="7313890" y="948182"/>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15" name="Text Placeholder 14">
            <a:extLst>
              <a:ext uri="{FF2B5EF4-FFF2-40B4-BE49-F238E27FC236}">
                <a16:creationId xmlns:a16="http://schemas.microsoft.com/office/drawing/2014/main" id="{D85F9D05-767E-F449-B433-4C332FBC7DF2}"/>
              </a:ext>
            </a:extLst>
          </p:cNvPr>
          <p:cNvSpPr>
            <a:spLocks noGrp="1"/>
          </p:cNvSpPr>
          <p:nvPr>
            <p:ph type="body" sz="quarter" idx="25" hasCustomPrompt="1"/>
          </p:nvPr>
        </p:nvSpPr>
        <p:spPr>
          <a:xfrm>
            <a:off x="7313890" y="1323909"/>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6" name="Text Placeholder 7">
            <a:extLst>
              <a:ext uri="{FF2B5EF4-FFF2-40B4-BE49-F238E27FC236}">
                <a16:creationId xmlns:a16="http://schemas.microsoft.com/office/drawing/2014/main" id="{50DB282D-F010-5540-ADFA-A0D33A7DC6F7}"/>
              </a:ext>
            </a:extLst>
          </p:cNvPr>
          <p:cNvSpPr>
            <a:spLocks noGrp="1"/>
          </p:cNvSpPr>
          <p:nvPr>
            <p:ph type="body" sz="quarter" idx="26" hasCustomPrompt="1"/>
          </p:nvPr>
        </p:nvSpPr>
        <p:spPr>
          <a:xfrm>
            <a:off x="7313890" y="2750088"/>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17" name="Text Placeholder 14">
            <a:extLst>
              <a:ext uri="{FF2B5EF4-FFF2-40B4-BE49-F238E27FC236}">
                <a16:creationId xmlns:a16="http://schemas.microsoft.com/office/drawing/2014/main" id="{F6655E9E-2403-CB48-8E32-DBB497DDCEE9}"/>
              </a:ext>
            </a:extLst>
          </p:cNvPr>
          <p:cNvSpPr>
            <a:spLocks noGrp="1"/>
          </p:cNvSpPr>
          <p:nvPr>
            <p:ph type="body" sz="quarter" idx="27" hasCustomPrompt="1"/>
          </p:nvPr>
        </p:nvSpPr>
        <p:spPr>
          <a:xfrm>
            <a:off x="7313890" y="3125815"/>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7">
            <a:extLst>
              <a:ext uri="{FF2B5EF4-FFF2-40B4-BE49-F238E27FC236}">
                <a16:creationId xmlns:a16="http://schemas.microsoft.com/office/drawing/2014/main" id="{58A99B4A-9FB9-9047-A2DE-8C0C8AA0A84D}"/>
              </a:ext>
            </a:extLst>
          </p:cNvPr>
          <p:cNvSpPr>
            <a:spLocks noGrp="1"/>
          </p:cNvSpPr>
          <p:nvPr>
            <p:ph type="body" sz="quarter" idx="28" hasCustomPrompt="1"/>
          </p:nvPr>
        </p:nvSpPr>
        <p:spPr>
          <a:xfrm>
            <a:off x="7313890" y="4525100"/>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19" name="Text Placeholder 14">
            <a:extLst>
              <a:ext uri="{FF2B5EF4-FFF2-40B4-BE49-F238E27FC236}">
                <a16:creationId xmlns:a16="http://schemas.microsoft.com/office/drawing/2014/main" id="{9B589CC2-2E5C-084D-99BB-8F5939EBAA8D}"/>
              </a:ext>
            </a:extLst>
          </p:cNvPr>
          <p:cNvSpPr>
            <a:spLocks noGrp="1"/>
          </p:cNvSpPr>
          <p:nvPr>
            <p:ph type="body" sz="quarter" idx="29" hasCustomPrompt="1"/>
          </p:nvPr>
        </p:nvSpPr>
        <p:spPr>
          <a:xfrm>
            <a:off x="7313890" y="4900827"/>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1" name="Text Placeholder 8">
            <a:extLst>
              <a:ext uri="{FF2B5EF4-FFF2-40B4-BE49-F238E27FC236}">
                <a16:creationId xmlns:a16="http://schemas.microsoft.com/office/drawing/2014/main" id="{1DD73C96-1351-8C42-B6DC-14227921EB3A}"/>
              </a:ext>
            </a:extLst>
          </p:cNvPr>
          <p:cNvSpPr>
            <a:spLocks noGrp="1"/>
          </p:cNvSpPr>
          <p:nvPr>
            <p:ph type="body" sz="quarter" idx="15" hasCustomPrompt="1"/>
          </p:nvPr>
        </p:nvSpPr>
        <p:spPr>
          <a:xfrm rot="5400000">
            <a:off x="234700" y="4702100"/>
            <a:ext cx="1226255" cy="188889"/>
          </a:xfrm>
          <a:prstGeom prst="rect">
            <a:avLst/>
          </a:prstGeom>
        </p:spPr>
        <p:txBody>
          <a:bodyPr/>
          <a:lstStyle>
            <a:lvl1pPr algn="r">
              <a:lnSpc>
                <a:spcPct val="100000"/>
              </a:lnSpc>
              <a:buNone/>
              <a:defRPr sz="700">
                <a:solidFill>
                  <a:schemeClr val="bg1">
                    <a:alpha val="50000"/>
                  </a:schemeClr>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329075390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Content Slide – 3 Images">
    <p:bg>
      <p:bgPr>
        <a:solidFill>
          <a:schemeClr val="bg1"/>
        </a:solidFill>
        <a:effectLst/>
      </p:bgPr>
    </p:bg>
    <p:spTree>
      <p:nvGrpSpPr>
        <p:cNvPr id="1" name=""/>
        <p:cNvGrpSpPr/>
        <p:nvPr/>
      </p:nvGrpSpPr>
      <p:grpSpPr>
        <a:xfrm>
          <a:off x="0" y="0"/>
          <a:ext cx="0" cy="0"/>
          <a:chOff x="0" y="0"/>
          <a:chExt cx="0" cy="0"/>
        </a:xfrm>
      </p:grpSpPr>
      <p:sp>
        <p:nvSpPr>
          <p:cNvPr id="17" name="Text Placeholder 8">
            <a:extLst>
              <a:ext uri="{FF2B5EF4-FFF2-40B4-BE49-F238E27FC236}">
                <a16:creationId xmlns:a16="http://schemas.microsoft.com/office/drawing/2014/main" id="{6E1210B8-9E91-2741-AF83-A1FB1EBC1A39}"/>
              </a:ext>
            </a:extLst>
          </p:cNvPr>
          <p:cNvSpPr>
            <a:spLocks noGrp="1"/>
          </p:cNvSpPr>
          <p:nvPr>
            <p:ph type="body" sz="quarter" idx="33" hasCustomPrompt="1"/>
          </p:nvPr>
        </p:nvSpPr>
        <p:spPr>
          <a:xfrm>
            <a:off x="9347720" y="689027"/>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5" name="Picture Placeholder 3">
            <a:extLst>
              <a:ext uri="{FF2B5EF4-FFF2-40B4-BE49-F238E27FC236}">
                <a16:creationId xmlns:a16="http://schemas.microsoft.com/office/drawing/2014/main" id="{B30728B4-7682-1847-82CE-CE10B3FEA61C}"/>
              </a:ext>
            </a:extLst>
          </p:cNvPr>
          <p:cNvSpPr>
            <a:spLocks noGrp="1"/>
          </p:cNvSpPr>
          <p:nvPr>
            <p:ph type="pic" sz="quarter" idx="32" hasCustomPrompt="1"/>
          </p:nvPr>
        </p:nvSpPr>
        <p:spPr>
          <a:xfrm>
            <a:off x="9338546" y="3150601"/>
            <a:ext cx="2853454" cy="2692276"/>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34" name="Picture Placeholder 3">
            <a:extLst>
              <a:ext uri="{FF2B5EF4-FFF2-40B4-BE49-F238E27FC236}">
                <a16:creationId xmlns:a16="http://schemas.microsoft.com/office/drawing/2014/main" id="{E92C58AF-884A-8C46-8144-31B11F8E0B02}"/>
              </a:ext>
            </a:extLst>
          </p:cNvPr>
          <p:cNvSpPr>
            <a:spLocks noGrp="1"/>
          </p:cNvSpPr>
          <p:nvPr>
            <p:ph type="pic" sz="quarter" idx="31" hasCustomPrompt="1"/>
          </p:nvPr>
        </p:nvSpPr>
        <p:spPr>
          <a:xfrm>
            <a:off x="9338546" y="902542"/>
            <a:ext cx="2368999" cy="2160965"/>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33" name="Picture Placeholder 3">
            <a:extLst>
              <a:ext uri="{FF2B5EF4-FFF2-40B4-BE49-F238E27FC236}">
                <a16:creationId xmlns:a16="http://schemas.microsoft.com/office/drawing/2014/main" id="{65F2B39E-2D6B-D640-9E08-B8D4DF8DB226}"/>
              </a:ext>
            </a:extLst>
          </p:cNvPr>
          <p:cNvSpPr>
            <a:spLocks noGrp="1"/>
          </p:cNvSpPr>
          <p:nvPr>
            <p:ph type="pic" sz="quarter" idx="30" hasCustomPrompt="1"/>
          </p:nvPr>
        </p:nvSpPr>
        <p:spPr>
          <a:xfrm>
            <a:off x="6781447" y="1431423"/>
            <a:ext cx="2480963" cy="360632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15" name="Text Placeholder 6">
            <a:extLst>
              <a:ext uri="{FF2B5EF4-FFF2-40B4-BE49-F238E27FC236}">
                <a16:creationId xmlns:a16="http://schemas.microsoft.com/office/drawing/2014/main" id="{71FF3BF8-89ED-B145-9BB6-A75D22466DF0}"/>
              </a:ext>
            </a:extLst>
          </p:cNvPr>
          <p:cNvSpPr>
            <a:spLocks noGrp="1"/>
          </p:cNvSpPr>
          <p:nvPr>
            <p:ph type="body" sz="quarter" idx="26" hasCustomPrompt="1"/>
          </p:nvPr>
        </p:nvSpPr>
        <p:spPr>
          <a:xfrm>
            <a:off x="400391" y="1566061"/>
            <a:ext cx="2679560" cy="4276818"/>
          </a:xfrm>
          <a:prstGeom prst="rect">
            <a:avLst/>
          </a:prstGeom>
        </p:spPr>
        <p:txBody>
          <a:bodyPr lIns="0" tIns="0" rIns="0" bIns="0" numCol="1" spcCol="396000"/>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Em dent lam aliqui ut ipsum natemqui torum doluptatium faccusa aute vent, omnimusdae autem quam, sitate volesti umquam que pa nimint quodi dolut volupid.</a:t>
            </a:r>
          </a:p>
          <a:p>
            <a:r>
              <a:rPr lang="en-GB">
                <a:effectLst/>
                <a:latin typeface="Arial" panose="020B0604020202020204" pitchFamily="34" charset="0"/>
              </a:rPr>
              <a:t>Leicium soluptaspel ipsaepereped quibus eum verum eum apietur? Faccus placiis quam a volo tem idelis dolupienimo ommoluptas quid qui in nulpa dest, cus nos dignatium nectent oreped et utas rempori sequam dit, sum eosant plitatios destrum et vere consequat lam, apiet acero dolorro ipsam id</a:t>
            </a:r>
          </a:p>
          <a:p>
            <a:endParaRPr lang="en-GB">
              <a:effectLst/>
              <a:latin typeface="Arial" panose="020B0604020202020204" pitchFamily="34" charset="0"/>
            </a:endParaRPr>
          </a:p>
        </p:txBody>
      </p:sp>
      <p:sp>
        <p:nvSpPr>
          <p:cNvPr id="22" name="Text Placeholder 6">
            <a:extLst>
              <a:ext uri="{FF2B5EF4-FFF2-40B4-BE49-F238E27FC236}">
                <a16:creationId xmlns:a16="http://schemas.microsoft.com/office/drawing/2014/main" id="{559728F1-AEF4-1041-B619-11BDDD5AE0E4}"/>
              </a:ext>
            </a:extLst>
          </p:cNvPr>
          <p:cNvSpPr>
            <a:spLocks noGrp="1"/>
          </p:cNvSpPr>
          <p:nvPr>
            <p:ph type="body" sz="quarter" idx="27" hasCustomPrompt="1"/>
          </p:nvPr>
        </p:nvSpPr>
        <p:spPr>
          <a:xfrm>
            <a:off x="3304647" y="1566061"/>
            <a:ext cx="2679560" cy="4276818"/>
          </a:xfrm>
          <a:prstGeom prst="rect">
            <a:avLst/>
          </a:prstGeom>
        </p:spPr>
        <p:txBody>
          <a:bodyPr lIns="0" tIns="0" rIns="0" bIns="0" numCol="1" spcCol="396000"/>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 </a:t>
            </a:r>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p:txBody>
      </p:sp>
      <p:sp>
        <p:nvSpPr>
          <p:cNvPr id="28" name="Text Placeholder 8">
            <a:extLst>
              <a:ext uri="{FF2B5EF4-FFF2-40B4-BE49-F238E27FC236}">
                <a16:creationId xmlns:a16="http://schemas.microsoft.com/office/drawing/2014/main" id="{D76BAA15-ACE5-2A49-9216-8F34EDB35B73}"/>
              </a:ext>
            </a:extLst>
          </p:cNvPr>
          <p:cNvSpPr>
            <a:spLocks noGrp="1"/>
          </p:cNvSpPr>
          <p:nvPr>
            <p:ph type="body" sz="quarter" idx="15" hasCustomPrompt="1"/>
          </p:nvPr>
        </p:nvSpPr>
        <p:spPr>
          <a:xfrm>
            <a:off x="6737870" y="5097197"/>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0" name="Text Placeholder 8">
            <a:extLst>
              <a:ext uri="{FF2B5EF4-FFF2-40B4-BE49-F238E27FC236}">
                <a16:creationId xmlns:a16="http://schemas.microsoft.com/office/drawing/2014/main" id="{740DE8C0-DBE4-7743-B46D-20EE36FD6173}"/>
              </a:ext>
            </a:extLst>
          </p:cNvPr>
          <p:cNvSpPr>
            <a:spLocks noGrp="1"/>
          </p:cNvSpPr>
          <p:nvPr>
            <p:ph type="body" sz="quarter" idx="28" hasCustomPrompt="1"/>
          </p:nvPr>
        </p:nvSpPr>
        <p:spPr>
          <a:xfrm>
            <a:off x="9290533" y="5897001"/>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8" name="Vertical Text Placeholder 2">
            <a:extLst>
              <a:ext uri="{FF2B5EF4-FFF2-40B4-BE49-F238E27FC236}">
                <a16:creationId xmlns:a16="http://schemas.microsoft.com/office/drawing/2014/main" id="{EA723C30-10F6-2647-8CAD-8E0EDF5F2C73}"/>
              </a:ext>
            </a:extLst>
          </p:cNvPr>
          <p:cNvSpPr>
            <a:spLocks noGrp="1"/>
          </p:cNvSpPr>
          <p:nvPr>
            <p:ph type="body" orient="vert" sz="quarter" idx="25" hasCustomPrompt="1"/>
          </p:nvPr>
        </p:nvSpPr>
        <p:spPr>
          <a:xfrm>
            <a:off x="6637371" y="2387658"/>
            <a:ext cx="288150" cy="2082684"/>
          </a:xfrm>
          <a:prstGeom prst="rect">
            <a:avLst/>
          </a:prstGeom>
          <a:solidFill>
            <a:schemeClr val="accent1"/>
          </a:solidFill>
        </p:spPr>
        <p:txBody>
          <a:bodyPr vert="eaVert" lIns="90000" tIns="396000" anchor="ctr" anchorCtr="0"/>
          <a:lstStyle>
            <a:lvl1pP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Collection name goes here</a:t>
            </a:r>
          </a:p>
        </p:txBody>
      </p:sp>
      <p:sp>
        <p:nvSpPr>
          <p:cNvPr id="19" name="Text Placeholder 5">
            <a:extLst>
              <a:ext uri="{FF2B5EF4-FFF2-40B4-BE49-F238E27FC236}">
                <a16:creationId xmlns:a16="http://schemas.microsoft.com/office/drawing/2014/main" id="{6C7E3F69-7FDD-C342-9106-43BA87495652}"/>
              </a:ext>
            </a:extLst>
          </p:cNvPr>
          <p:cNvSpPr>
            <a:spLocks noGrp="1"/>
          </p:cNvSpPr>
          <p:nvPr>
            <p:ph type="body" sz="quarter" idx="34"/>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1" name="Text Placeholder 7">
            <a:extLst>
              <a:ext uri="{FF2B5EF4-FFF2-40B4-BE49-F238E27FC236}">
                <a16:creationId xmlns:a16="http://schemas.microsoft.com/office/drawing/2014/main" id="{C1833579-1CF2-B241-80C5-DE1D90089948}"/>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BAF59090-EE8A-514E-BFDF-3A839470746C}"/>
              </a:ext>
            </a:extLst>
          </p:cNvPr>
          <p:cNvSpPr>
            <a:spLocks noGrp="1"/>
          </p:cNvSpPr>
          <p:nvPr>
            <p:ph type="sldNum" sz="quarter" idx="35"/>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9129120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Content Slide – 4 Columns">
    <p:bg>
      <p:bgPr>
        <a:solidFill>
          <a:schemeClr val="bg1"/>
        </a:solidFill>
        <a:effectLst/>
      </p:bgPr>
    </p:bg>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F5483561-531F-814B-86FB-4B77BDD8291F}"/>
              </a:ext>
            </a:extLst>
          </p:cNvPr>
          <p:cNvSpPr>
            <a:spLocks noGrp="1"/>
          </p:cNvSpPr>
          <p:nvPr>
            <p:ph type="body" sz="quarter" idx="24" hasCustomPrompt="1"/>
          </p:nvPr>
        </p:nvSpPr>
        <p:spPr>
          <a:xfrm>
            <a:off x="400391"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21" name="Text Placeholder 14">
            <a:extLst>
              <a:ext uri="{FF2B5EF4-FFF2-40B4-BE49-F238E27FC236}">
                <a16:creationId xmlns:a16="http://schemas.microsoft.com/office/drawing/2014/main" id="{0E80F8EE-3961-7A4F-82F3-A6D239785526}"/>
              </a:ext>
            </a:extLst>
          </p:cNvPr>
          <p:cNvSpPr>
            <a:spLocks noGrp="1"/>
          </p:cNvSpPr>
          <p:nvPr>
            <p:ph type="body" sz="quarter" idx="25" hasCustomPrompt="1"/>
          </p:nvPr>
        </p:nvSpPr>
        <p:spPr>
          <a:xfrm>
            <a:off x="400391"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7" name="Text Placeholder 7">
            <a:extLst>
              <a:ext uri="{FF2B5EF4-FFF2-40B4-BE49-F238E27FC236}">
                <a16:creationId xmlns:a16="http://schemas.microsoft.com/office/drawing/2014/main" id="{3F91C31C-BF1E-924F-9AD3-1BC1472DEA59}"/>
              </a:ext>
            </a:extLst>
          </p:cNvPr>
          <p:cNvSpPr>
            <a:spLocks noGrp="1"/>
          </p:cNvSpPr>
          <p:nvPr>
            <p:ph type="body" sz="quarter" idx="26" hasCustomPrompt="1"/>
          </p:nvPr>
        </p:nvSpPr>
        <p:spPr>
          <a:xfrm>
            <a:off x="3296179"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28" name="Text Placeholder 14">
            <a:extLst>
              <a:ext uri="{FF2B5EF4-FFF2-40B4-BE49-F238E27FC236}">
                <a16:creationId xmlns:a16="http://schemas.microsoft.com/office/drawing/2014/main" id="{99C8DC48-EBCC-6C49-9C0D-25F6D554F1C5}"/>
              </a:ext>
            </a:extLst>
          </p:cNvPr>
          <p:cNvSpPr>
            <a:spLocks noGrp="1"/>
          </p:cNvSpPr>
          <p:nvPr>
            <p:ph type="body" sz="quarter" idx="27" hasCustomPrompt="1"/>
          </p:nvPr>
        </p:nvSpPr>
        <p:spPr>
          <a:xfrm>
            <a:off x="3296179"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9" name="Text Placeholder 7">
            <a:extLst>
              <a:ext uri="{FF2B5EF4-FFF2-40B4-BE49-F238E27FC236}">
                <a16:creationId xmlns:a16="http://schemas.microsoft.com/office/drawing/2014/main" id="{EE7EC4F1-58FC-9A40-875F-4D8E7D25F4E7}"/>
              </a:ext>
            </a:extLst>
          </p:cNvPr>
          <p:cNvSpPr>
            <a:spLocks noGrp="1"/>
          </p:cNvSpPr>
          <p:nvPr>
            <p:ph type="body" sz="quarter" idx="28" hasCustomPrompt="1"/>
          </p:nvPr>
        </p:nvSpPr>
        <p:spPr>
          <a:xfrm>
            <a:off x="6217370"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30" name="Text Placeholder 14">
            <a:extLst>
              <a:ext uri="{FF2B5EF4-FFF2-40B4-BE49-F238E27FC236}">
                <a16:creationId xmlns:a16="http://schemas.microsoft.com/office/drawing/2014/main" id="{53DBE602-5EAA-C343-9A65-56E33F8FC062}"/>
              </a:ext>
            </a:extLst>
          </p:cNvPr>
          <p:cNvSpPr>
            <a:spLocks noGrp="1"/>
          </p:cNvSpPr>
          <p:nvPr>
            <p:ph type="body" sz="quarter" idx="29" hasCustomPrompt="1"/>
          </p:nvPr>
        </p:nvSpPr>
        <p:spPr>
          <a:xfrm>
            <a:off x="6217370"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31" name="Text Placeholder 7">
            <a:extLst>
              <a:ext uri="{FF2B5EF4-FFF2-40B4-BE49-F238E27FC236}">
                <a16:creationId xmlns:a16="http://schemas.microsoft.com/office/drawing/2014/main" id="{B176112E-AE73-BC41-8760-274FD5BEF5A4}"/>
              </a:ext>
            </a:extLst>
          </p:cNvPr>
          <p:cNvSpPr>
            <a:spLocks noGrp="1"/>
          </p:cNvSpPr>
          <p:nvPr>
            <p:ph type="body" sz="quarter" idx="30" hasCustomPrompt="1"/>
          </p:nvPr>
        </p:nvSpPr>
        <p:spPr>
          <a:xfrm>
            <a:off x="9113158"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04</a:t>
            </a:r>
          </a:p>
        </p:txBody>
      </p:sp>
      <p:sp>
        <p:nvSpPr>
          <p:cNvPr id="32" name="Text Placeholder 14">
            <a:extLst>
              <a:ext uri="{FF2B5EF4-FFF2-40B4-BE49-F238E27FC236}">
                <a16:creationId xmlns:a16="http://schemas.microsoft.com/office/drawing/2014/main" id="{712B11A3-2C58-DB46-9820-15F3433AF2C5}"/>
              </a:ext>
            </a:extLst>
          </p:cNvPr>
          <p:cNvSpPr>
            <a:spLocks noGrp="1"/>
          </p:cNvSpPr>
          <p:nvPr>
            <p:ph type="body" sz="quarter" idx="31" hasCustomPrompt="1"/>
          </p:nvPr>
        </p:nvSpPr>
        <p:spPr>
          <a:xfrm>
            <a:off x="9113158"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5">
            <a:extLst>
              <a:ext uri="{FF2B5EF4-FFF2-40B4-BE49-F238E27FC236}">
                <a16:creationId xmlns:a16="http://schemas.microsoft.com/office/drawing/2014/main" id="{025BA66F-BA43-7942-A67E-7710EF40F843}"/>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9" name="Text Placeholder 7">
            <a:extLst>
              <a:ext uri="{FF2B5EF4-FFF2-40B4-BE49-F238E27FC236}">
                <a16:creationId xmlns:a16="http://schemas.microsoft.com/office/drawing/2014/main" id="{C9099677-D0F6-4845-86D7-DC6F66CD3B31}"/>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DBFC6FA5-9C6F-3340-8405-D8AE879F74C8}"/>
              </a:ext>
            </a:extLst>
          </p:cNvPr>
          <p:cNvSpPr>
            <a:spLocks noGrp="1"/>
          </p:cNvSpPr>
          <p:nvPr>
            <p:ph type="sldNum" sz="quarter" idx="32"/>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6068803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Content Slide – Image + Content Lef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E7FF274-83B6-014B-873C-A760E8563E3B}"/>
              </a:ext>
            </a:extLst>
          </p:cNvPr>
          <p:cNvSpPr/>
          <p:nvPr userDrawn="1"/>
        </p:nvSpPr>
        <p:spPr>
          <a:xfrm>
            <a:off x="8139642" y="0"/>
            <a:ext cx="40684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8" name="Picture Placeholder 3">
            <a:extLst>
              <a:ext uri="{FF2B5EF4-FFF2-40B4-BE49-F238E27FC236}">
                <a16:creationId xmlns:a16="http://schemas.microsoft.com/office/drawing/2014/main" id="{20C975F1-0055-5C49-BE2D-59305C3E1BEE}"/>
              </a:ext>
            </a:extLst>
          </p:cNvPr>
          <p:cNvSpPr>
            <a:spLocks noGrp="1"/>
          </p:cNvSpPr>
          <p:nvPr>
            <p:ph type="pic" sz="quarter" idx="38" hasCustomPrompt="1"/>
          </p:nvPr>
        </p:nvSpPr>
        <p:spPr>
          <a:xfrm>
            <a:off x="7192256" y="1160147"/>
            <a:ext cx="4588720" cy="4537706"/>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pic>
        <p:nvPicPr>
          <p:cNvPr id="17" name="Picture 16">
            <a:extLst>
              <a:ext uri="{FF2B5EF4-FFF2-40B4-BE49-F238E27FC236}">
                <a16:creationId xmlns:a16="http://schemas.microsoft.com/office/drawing/2014/main" id="{9A7810CA-6DC9-3E4E-9D53-712B4FB87C13}"/>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38" name="Text Placeholder 9">
            <a:extLst>
              <a:ext uri="{FF2B5EF4-FFF2-40B4-BE49-F238E27FC236}">
                <a16:creationId xmlns:a16="http://schemas.microsoft.com/office/drawing/2014/main" id="{40C50467-A17E-2349-82B4-9822435DB283}"/>
              </a:ext>
            </a:extLst>
          </p:cNvPr>
          <p:cNvSpPr>
            <a:spLocks noGrp="1"/>
          </p:cNvSpPr>
          <p:nvPr>
            <p:ph type="body" sz="quarter" idx="26" hasCustomPrompt="1"/>
          </p:nvPr>
        </p:nvSpPr>
        <p:spPr>
          <a:xfrm>
            <a:off x="411023" y="1773190"/>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2" name="Text Placeholder 9">
            <a:extLst>
              <a:ext uri="{FF2B5EF4-FFF2-40B4-BE49-F238E27FC236}">
                <a16:creationId xmlns:a16="http://schemas.microsoft.com/office/drawing/2014/main" id="{70AF0187-C55C-CA4C-8CE2-E7FE8F2C8887}"/>
              </a:ext>
            </a:extLst>
          </p:cNvPr>
          <p:cNvSpPr>
            <a:spLocks noGrp="1"/>
          </p:cNvSpPr>
          <p:nvPr>
            <p:ph type="body" sz="quarter" idx="28" hasCustomPrompt="1"/>
          </p:nvPr>
        </p:nvSpPr>
        <p:spPr>
          <a:xfrm>
            <a:off x="411023" y="3461883"/>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4" name="Text Placeholder 9">
            <a:extLst>
              <a:ext uri="{FF2B5EF4-FFF2-40B4-BE49-F238E27FC236}">
                <a16:creationId xmlns:a16="http://schemas.microsoft.com/office/drawing/2014/main" id="{1FE36405-5F1E-B54C-84E8-1F8B02B15CA9}"/>
              </a:ext>
            </a:extLst>
          </p:cNvPr>
          <p:cNvSpPr>
            <a:spLocks noGrp="1"/>
          </p:cNvSpPr>
          <p:nvPr>
            <p:ph type="body" sz="quarter" idx="30" hasCustomPrompt="1"/>
          </p:nvPr>
        </p:nvSpPr>
        <p:spPr>
          <a:xfrm>
            <a:off x="411023" y="5185258"/>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 name="Text Placeholder 3">
            <a:extLst>
              <a:ext uri="{FF2B5EF4-FFF2-40B4-BE49-F238E27FC236}">
                <a16:creationId xmlns:a16="http://schemas.microsoft.com/office/drawing/2014/main" id="{C7D7231D-E56C-E145-BCC0-83B9D735108E}"/>
              </a:ext>
            </a:extLst>
          </p:cNvPr>
          <p:cNvSpPr>
            <a:spLocks noGrp="1"/>
          </p:cNvSpPr>
          <p:nvPr>
            <p:ph type="body" sz="quarter" idx="35" hasCustomPrompt="1"/>
          </p:nvPr>
        </p:nvSpPr>
        <p:spPr>
          <a:xfrm>
            <a:off x="400390" y="1382603"/>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19" name="Text Placeholder 3">
            <a:extLst>
              <a:ext uri="{FF2B5EF4-FFF2-40B4-BE49-F238E27FC236}">
                <a16:creationId xmlns:a16="http://schemas.microsoft.com/office/drawing/2014/main" id="{7B47F7CD-38F7-F04B-BEF6-DF667B45C0AA}"/>
              </a:ext>
            </a:extLst>
          </p:cNvPr>
          <p:cNvSpPr>
            <a:spLocks noGrp="1"/>
          </p:cNvSpPr>
          <p:nvPr>
            <p:ph type="body" sz="quarter" idx="36" hasCustomPrompt="1"/>
          </p:nvPr>
        </p:nvSpPr>
        <p:spPr>
          <a:xfrm>
            <a:off x="389757" y="3067469"/>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20" name="Text Placeholder 3">
            <a:extLst>
              <a:ext uri="{FF2B5EF4-FFF2-40B4-BE49-F238E27FC236}">
                <a16:creationId xmlns:a16="http://schemas.microsoft.com/office/drawing/2014/main" id="{5A2B8320-5E92-B444-9854-DFA59EC9EAAA}"/>
              </a:ext>
            </a:extLst>
          </p:cNvPr>
          <p:cNvSpPr>
            <a:spLocks noGrp="1"/>
          </p:cNvSpPr>
          <p:nvPr>
            <p:ph type="body" sz="quarter" idx="37" hasCustomPrompt="1"/>
          </p:nvPr>
        </p:nvSpPr>
        <p:spPr>
          <a:xfrm>
            <a:off x="405706" y="4803138"/>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31" name="Vertical Text Placeholder 2">
            <a:extLst>
              <a:ext uri="{FF2B5EF4-FFF2-40B4-BE49-F238E27FC236}">
                <a16:creationId xmlns:a16="http://schemas.microsoft.com/office/drawing/2014/main" id="{2145BE5A-AE5A-CD42-9D74-0DE84F2A13B1}"/>
              </a:ext>
            </a:extLst>
          </p:cNvPr>
          <p:cNvSpPr>
            <a:spLocks noGrp="1"/>
          </p:cNvSpPr>
          <p:nvPr>
            <p:ph type="body" orient="vert" sz="quarter" idx="25" hasCustomPrompt="1"/>
          </p:nvPr>
        </p:nvSpPr>
        <p:spPr>
          <a:xfrm>
            <a:off x="7048181" y="2263270"/>
            <a:ext cx="288150" cy="2338958"/>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21" name="Text Placeholder 5">
            <a:extLst>
              <a:ext uri="{FF2B5EF4-FFF2-40B4-BE49-F238E27FC236}">
                <a16:creationId xmlns:a16="http://schemas.microsoft.com/office/drawing/2014/main" id="{A1813013-3F22-A049-9709-0039497CA901}"/>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2" name="Text Placeholder 7">
            <a:extLst>
              <a:ext uri="{FF2B5EF4-FFF2-40B4-BE49-F238E27FC236}">
                <a16:creationId xmlns:a16="http://schemas.microsoft.com/office/drawing/2014/main" id="{DE1095EB-DFC3-8C40-BEE3-9302D64658E3}"/>
              </a:ext>
            </a:extLst>
          </p:cNvPr>
          <p:cNvSpPr>
            <a:spLocks noGrp="1"/>
          </p:cNvSpPr>
          <p:nvPr>
            <p:ph type="body" sz="quarter" idx="22" hasCustomPrompt="1"/>
          </p:nvPr>
        </p:nvSpPr>
        <p:spPr>
          <a:xfrm>
            <a:off x="400391" y="320676"/>
            <a:ext cx="5588844"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2" name="Slide Number Placeholder 1">
            <a:extLst>
              <a:ext uri="{FF2B5EF4-FFF2-40B4-BE49-F238E27FC236}">
                <a16:creationId xmlns:a16="http://schemas.microsoft.com/office/drawing/2014/main" id="{2B2AB3FB-422A-2E41-B966-0B9A49834C10}"/>
              </a:ext>
            </a:extLst>
          </p:cNvPr>
          <p:cNvSpPr>
            <a:spLocks noGrp="1"/>
          </p:cNvSpPr>
          <p:nvPr>
            <p:ph type="sldNum" sz="quarter" idx="39"/>
          </p:nvPr>
        </p:nvSpPr>
        <p:spPr/>
        <p:txBody>
          <a:bodyPr/>
          <a:lstStyle/>
          <a:p>
            <a:fld id="{BF1B362E-304B-D74F-8E05-F581CCD55911}" type="slidenum">
              <a:rPr lang="en-US" smtClean="0"/>
              <a:pPr/>
              <a:t>‹#›</a:t>
            </a:fld>
            <a:endParaRPr lang="en-US"/>
          </a:p>
        </p:txBody>
      </p:sp>
      <p:sp>
        <p:nvSpPr>
          <p:cNvPr id="3" name="Subtitle 2">
            <a:extLst>
              <a:ext uri="{FF2B5EF4-FFF2-40B4-BE49-F238E27FC236}">
                <a16:creationId xmlns:a16="http://schemas.microsoft.com/office/drawing/2014/main" id="{842BB1CA-0D96-6105-072B-E410F6D91E55}"/>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288823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Icons Slide 1">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0A6E5CC-CE08-C446-9D55-68D93B2785EB}"/>
              </a:ext>
            </a:extLst>
          </p:cNvPr>
          <p:cNvSpPr>
            <a:spLocks noGrp="1"/>
          </p:cNvSpPr>
          <p:nvPr>
            <p:ph type="pic" sz="quarter" idx="31"/>
          </p:nvPr>
        </p:nvSpPr>
        <p:spPr>
          <a:xfrm>
            <a:off x="1424260" y="1597390"/>
            <a:ext cx="591867" cy="585722"/>
          </a:xfrm>
          <a:prstGeom prst="rect">
            <a:avLst/>
          </a:prstGeom>
          <a:noFill/>
        </p:spPr>
        <p:txBody>
          <a:bodyPr anchor="ctr" anchorCtr="0"/>
          <a:lstStyle>
            <a:lvl1pPr algn="ctr">
              <a:buNone/>
              <a:defRPr sz="400"/>
            </a:lvl1pPr>
          </a:lstStyle>
          <a:p>
            <a:endParaRPr lang="en-US"/>
          </a:p>
        </p:txBody>
      </p:sp>
      <p:sp>
        <p:nvSpPr>
          <p:cNvPr id="30" name="Picture Placeholder 10">
            <a:extLst>
              <a:ext uri="{FF2B5EF4-FFF2-40B4-BE49-F238E27FC236}">
                <a16:creationId xmlns:a16="http://schemas.microsoft.com/office/drawing/2014/main" id="{C16747DD-8F8E-5847-A4B1-60D4C719F102}"/>
              </a:ext>
            </a:extLst>
          </p:cNvPr>
          <p:cNvSpPr>
            <a:spLocks noGrp="1"/>
          </p:cNvSpPr>
          <p:nvPr>
            <p:ph type="pic" sz="quarter" idx="32"/>
          </p:nvPr>
        </p:nvSpPr>
        <p:spPr>
          <a:xfrm>
            <a:off x="4336091" y="1597390"/>
            <a:ext cx="591867" cy="585722"/>
          </a:xfrm>
          <a:prstGeom prst="rect">
            <a:avLst/>
          </a:prstGeom>
          <a:noFill/>
        </p:spPr>
        <p:txBody>
          <a:bodyPr anchor="ctr" anchorCtr="0"/>
          <a:lstStyle>
            <a:lvl1pPr algn="ctr">
              <a:buNone/>
              <a:defRPr sz="400"/>
            </a:lvl1pPr>
          </a:lstStyle>
          <a:p>
            <a:endParaRPr lang="en-US"/>
          </a:p>
        </p:txBody>
      </p:sp>
      <p:sp>
        <p:nvSpPr>
          <p:cNvPr id="31" name="Picture Placeholder 10">
            <a:extLst>
              <a:ext uri="{FF2B5EF4-FFF2-40B4-BE49-F238E27FC236}">
                <a16:creationId xmlns:a16="http://schemas.microsoft.com/office/drawing/2014/main" id="{03E3A139-47ED-AC42-857B-042A4A6A4993}"/>
              </a:ext>
            </a:extLst>
          </p:cNvPr>
          <p:cNvSpPr>
            <a:spLocks noGrp="1"/>
          </p:cNvSpPr>
          <p:nvPr>
            <p:ph type="pic" sz="quarter" idx="33"/>
          </p:nvPr>
        </p:nvSpPr>
        <p:spPr>
          <a:xfrm>
            <a:off x="7247923" y="1597390"/>
            <a:ext cx="591867" cy="585722"/>
          </a:xfrm>
          <a:prstGeom prst="rect">
            <a:avLst/>
          </a:prstGeom>
          <a:noFill/>
        </p:spPr>
        <p:txBody>
          <a:bodyPr anchor="ctr" anchorCtr="0"/>
          <a:lstStyle>
            <a:lvl1pPr algn="ctr">
              <a:buNone/>
              <a:defRPr sz="400"/>
            </a:lvl1pPr>
          </a:lstStyle>
          <a:p>
            <a:endParaRPr lang="en-US"/>
          </a:p>
        </p:txBody>
      </p:sp>
      <p:sp>
        <p:nvSpPr>
          <p:cNvPr id="32" name="Picture Placeholder 10">
            <a:extLst>
              <a:ext uri="{FF2B5EF4-FFF2-40B4-BE49-F238E27FC236}">
                <a16:creationId xmlns:a16="http://schemas.microsoft.com/office/drawing/2014/main" id="{73735120-4274-4245-A5E2-67F9686212D6}"/>
              </a:ext>
            </a:extLst>
          </p:cNvPr>
          <p:cNvSpPr>
            <a:spLocks noGrp="1"/>
          </p:cNvSpPr>
          <p:nvPr>
            <p:ph type="pic" sz="quarter" idx="34"/>
          </p:nvPr>
        </p:nvSpPr>
        <p:spPr>
          <a:xfrm>
            <a:off x="10159755" y="1597390"/>
            <a:ext cx="591867" cy="585722"/>
          </a:xfrm>
          <a:prstGeom prst="rect">
            <a:avLst/>
          </a:prstGeom>
          <a:noFill/>
        </p:spPr>
        <p:txBody>
          <a:bodyPr anchor="ctr" anchorCtr="0"/>
          <a:lstStyle>
            <a:lvl1pPr algn="ctr">
              <a:buNone/>
              <a:defRPr sz="400"/>
            </a:lvl1pPr>
          </a:lstStyle>
          <a:p>
            <a:endParaRPr lang="en-US"/>
          </a:p>
        </p:txBody>
      </p:sp>
      <p:sp>
        <p:nvSpPr>
          <p:cNvPr id="36" name="Picture Placeholder 10">
            <a:extLst>
              <a:ext uri="{FF2B5EF4-FFF2-40B4-BE49-F238E27FC236}">
                <a16:creationId xmlns:a16="http://schemas.microsoft.com/office/drawing/2014/main" id="{CAB4E13A-780D-FE48-8A7F-7D1548BE5C5C}"/>
              </a:ext>
            </a:extLst>
          </p:cNvPr>
          <p:cNvSpPr>
            <a:spLocks noGrp="1"/>
          </p:cNvSpPr>
          <p:nvPr>
            <p:ph type="pic" sz="quarter" idx="35"/>
          </p:nvPr>
        </p:nvSpPr>
        <p:spPr>
          <a:xfrm>
            <a:off x="1424260" y="3930360"/>
            <a:ext cx="591867" cy="585722"/>
          </a:xfrm>
          <a:prstGeom prst="rect">
            <a:avLst/>
          </a:prstGeom>
          <a:noFill/>
        </p:spPr>
        <p:txBody>
          <a:bodyPr anchor="ctr" anchorCtr="0"/>
          <a:lstStyle>
            <a:lvl1pPr algn="ctr">
              <a:buNone/>
              <a:defRPr sz="400"/>
            </a:lvl1pPr>
          </a:lstStyle>
          <a:p>
            <a:endParaRPr lang="en-US"/>
          </a:p>
        </p:txBody>
      </p:sp>
      <p:sp>
        <p:nvSpPr>
          <p:cNvPr id="38" name="Picture Placeholder 10">
            <a:extLst>
              <a:ext uri="{FF2B5EF4-FFF2-40B4-BE49-F238E27FC236}">
                <a16:creationId xmlns:a16="http://schemas.microsoft.com/office/drawing/2014/main" id="{8A80ECF0-A8E3-E14C-96E1-EA809EA58F0E}"/>
              </a:ext>
            </a:extLst>
          </p:cNvPr>
          <p:cNvSpPr>
            <a:spLocks noGrp="1"/>
          </p:cNvSpPr>
          <p:nvPr>
            <p:ph type="pic" sz="quarter" idx="36"/>
          </p:nvPr>
        </p:nvSpPr>
        <p:spPr>
          <a:xfrm>
            <a:off x="4336091" y="3930360"/>
            <a:ext cx="591867" cy="585722"/>
          </a:xfrm>
          <a:prstGeom prst="rect">
            <a:avLst/>
          </a:prstGeom>
          <a:noFill/>
        </p:spPr>
        <p:txBody>
          <a:bodyPr anchor="ctr" anchorCtr="0"/>
          <a:lstStyle>
            <a:lvl1pPr algn="ctr">
              <a:buNone/>
              <a:defRPr sz="400"/>
            </a:lvl1pPr>
          </a:lstStyle>
          <a:p>
            <a:endParaRPr lang="en-US"/>
          </a:p>
        </p:txBody>
      </p:sp>
      <p:sp>
        <p:nvSpPr>
          <p:cNvPr id="40" name="Picture Placeholder 10">
            <a:extLst>
              <a:ext uri="{FF2B5EF4-FFF2-40B4-BE49-F238E27FC236}">
                <a16:creationId xmlns:a16="http://schemas.microsoft.com/office/drawing/2014/main" id="{2A7E00A1-1882-444E-9153-E0EE1F701081}"/>
              </a:ext>
            </a:extLst>
          </p:cNvPr>
          <p:cNvSpPr>
            <a:spLocks noGrp="1"/>
          </p:cNvSpPr>
          <p:nvPr>
            <p:ph type="pic" sz="quarter" idx="37"/>
          </p:nvPr>
        </p:nvSpPr>
        <p:spPr>
          <a:xfrm>
            <a:off x="7247923" y="3930360"/>
            <a:ext cx="591867" cy="585722"/>
          </a:xfrm>
          <a:prstGeom prst="rect">
            <a:avLst/>
          </a:prstGeom>
          <a:noFill/>
        </p:spPr>
        <p:txBody>
          <a:bodyPr anchor="ctr" anchorCtr="0"/>
          <a:lstStyle>
            <a:lvl1pPr algn="ctr">
              <a:buNone/>
              <a:defRPr sz="400"/>
            </a:lvl1pPr>
          </a:lstStyle>
          <a:p>
            <a:endParaRPr lang="en-US"/>
          </a:p>
        </p:txBody>
      </p:sp>
      <p:sp>
        <p:nvSpPr>
          <p:cNvPr id="42" name="Picture Placeholder 10">
            <a:extLst>
              <a:ext uri="{FF2B5EF4-FFF2-40B4-BE49-F238E27FC236}">
                <a16:creationId xmlns:a16="http://schemas.microsoft.com/office/drawing/2014/main" id="{0DD1E180-83DC-574D-9C7F-5AA932F25E34}"/>
              </a:ext>
            </a:extLst>
          </p:cNvPr>
          <p:cNvSpPr>
            <a:spLocks noGrp="1"/>
          </p:cNvSpPr>
          <p:nvPr>
            <p:ph type="pic" sz="quarter" idx="38"/>
          </p:nvPr>
        </p:nvSpPr>
        <p:spPr>
          <a:xfrm>
            <a:off x="10159755" y="3930360"/>
            <a:ext cx="591867" cy="585722"/>
          </a:xfrm>
          <a:prstGeom prst="rect">
            <a:avLst/>
          </a:prstGeom>
          <a:noFill/>
        </p:spPr>
        <p:txBody>
          <a:bodyPr anchor="ctr" anchorCtr="0"/>
          <a:lstStyle>
            <a:lvl1pPr algn="ctr">
              <a:buNone/>
              <a:defRPr sz="400"/>
            </a:lvl1pPr>
          </a:lstStyle>
          <a:p>
            <a:endParaRPr lang="en-US"/>
          </a:p>
        </p:txBody>
      </p:sp>
      <p:sp>
        <p:nvSpPr>
          <p:cNvPr id="7" name="Text Placeholder 6">
            <a:extLst>
              <a:ext uri="{FF2B5EF4-FFF2-40B4-BE49-F238E27FC236}">
                <a16:creationId xmlns:a16="http://schemas.microsoft.com/office/drawing/2014/main" id="{9BA0CF93-EF49-DA4F-ACC4-3FEE73B55305}"/>
              </a:ext>
            </a:extLst>
          </p:cNvPr>
          <p:cNvSpPr>
            <a:spLocks noGrp="1"/>
          </p:cNvSpPr>
          <p:nvPr>
            <p:ph type="body" sz="quarter" idx="23" hasCustomPrompt="1"/>
          </p:nvPr>
        </p:nvSpPr>
        <p:spPr>
          <a:xfrm>
            <a:off x="389757"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18" name="Text Placeholder 6">
            <a:extLst>
              <a:ext uri="{FF2B5EF4-FFF2-40B4-BE49-F238E27FC236}">
                <a16:creationId xmlns:a16="http://schemas.microsoft.com/office/drawing/2014/main" id="{EBB2B40A-CB37-F34C-BEF1-D01DD7CE7ACD}"/>
              </a:ext>
            </a:extLst>
          </p:cNvPr>
          <p:cNvSpPr>
            <a:spLocks noGrp="1"/>
          </p:cNvSpPr>
          <p:nvPr>
            <p:ph type="body" sz="quarter" idx="24" hasCustomPrompt="1"/>
          </p:nvPr>
        </p:nvSpPr>
        <p:spPr>
          <a:xfrm>
            <a:off x="3294013"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19" name="Text Placeholder 6">
            <a:extLst>
              <a:ext uri="{FF2B5EF4-FFF2-40B4-BE49-F238E27FC236}">
                <a16:creationId xmlns:a16="http://schemas.microsoft.com/office/drawing/2014/main" id="{D01C377B-6E78-E040-8493-88A6BA5C7FD7}"/>
              </a:ext>
            </a:extLst>
          </p:cNvPr>
          <p:cNvSpPr>
            <a:spLocks noGrp="1"/>
          </p:cNvSpPr>
          <p:nvPr>
            <p:ph type="body" sz="quarter" idx="25" hasCustomPrompt="1"/>
          </p:nvPr>
        </p:nvSpPr>
        <p:spPr>
          <a:xfrm>
            <a:off x="6215203"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2" name="Text Placeholder 6">
            <a:extLst>
              <a:ext uri="{FF2B5EF4-FFF2-40B4-BE49-F238E27FC236}">
                <a16:creationId xmlns:a16="http://schemas.microsoft.com/office/drawing/2014/main" id="{FC287BB3-50C1-6846-A2DC-727F71C2D1F9}"/>
              </a:ext>
            </a:extLst>
          </p:cNvPr>
          <p:cNvSpPr>
            <a:spLocks noGrp="1"/>
          </p:cNvSpPr>
          <p:nvPr>
            <p:ph type="body" sz="quarter" idx="26" hasCustomPrompt="1"/>
          </p:nvPr>
        </p:nvSpPr>
        <p:spPr>
          <a:xfrm>
            <a:off x="9119459"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4" name="Text Placeholder 6">
            <a:extLst>
              <a:ext uri="{FF2B5EF4-FFF2-40B4-BE49-F238E27FC236}">
                <a16:creationId xmlns:a16="http://schemas.microsoft.com/office/drawing/2014/main" id="{3307BC18-FFA8-4042-853A-F9C56D06A1F8}"/>
              </a:ext>
            </a:extLst>
          </p:cNvPr>
          <p:cNvSpPr>
            <a:spLocks noGrp="1"/>
          </p:cNvSpPr>
          <p:nvPr>
            <p:ph type="body" sz="quarter" idx="27" hasCustomPrompt="1"/>
          </p:nvPr>
        </p:nvSpPr>
        <p:spPr>
          <a:xfrm>
            <a:off x="389757"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6" name="Text Placeholder 6">
            <a:extLst>
              <a:ext uri="{FF2B5EF4-FFF2-40B4-BE49-F238E27FC236}">
                <a16:creationId xmlns:a16="http://schemas.microsoft.com/office/drawing/2014/main" id="{7E526942-9B14-2340-9929-385CD95035A6}"/>
              </a:ext>
            </a:extLst>
          </p:cNvPr>
          <p:cNvSpPr>
            <a:spLocks noGrp="1"/>
          </p:cNvSpPr>
          <p:nvPr>
            <p:ph type="body" sz="quarter" idx="28" hasCustomPrompt="1"/>
          </p:nvPr>
        </p:nvSpPr>
        <p:spPr>
          <a:xfrm>
            <a:off x="3294013"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33" name="Text Placeholder 6">
            <a:extLst>
              <a:ext uri="{FF2B5EF4-FFF2-40B4-BE49-F238E27FC236}">
                <a16:creationId xmlns:a16="http://schemas.microsoft.com/office/drawing/2014/main" id="{90CE2C5F-30DC-054C-86D1-CF6FFF0D59CF}"/>
              </a:ext>
            </a:extLst>
          </p:cNvPr>
          <p:cNvSpPr>
            <a:spLocks noGrp="1"/>
          </p:cNvSpPr>
          <p:nvPr>
            <p:ph type="body" sz="quarter" idx="29" hasCustomPrompt="1"/>
          </p:nvPr>
        </p:nvSpPr>
        <p:spPr>
          <a:xfrm>
            <a:off x="6215203"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34" name="Text Placeholder 6">
            <a:extLst>
              <a:ext uri="{FF2B5EF4-FFF2-40B4-BE49-F238E27FC236}">
                <a16:creationId xmlns:a16="http://schemas.microsoft.com/office/drawing/2014/main" id="{08CD3C07-DCBB-D640-8E23-2E772D3B2030}"/>
              </a:ext>
            </a:extLst>
          </p:cNvPr>
          <p:cNvSpPr>
            <a:spLocks noGrp="1"/>
          </p:cNvSpPr>
          <p:nvPr>
            <p:ph type="body" sz="quarter" idx="30" hasCustomPrompt="1"/>
          </p:nvPr>
        </p:nvSpPr>
        <p:spPr>
          <a:xfrm>
            <a:off x="9119459"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5" name="Text Placeholder 5">
            <a:extLst>
              <a:ext uri="{FF2B5EF4-FFF2-40B4-BE49-F238E27FC236}">
                <a16:creationId xmlns:a16="http://schemas.microsoft.com/office/drawing/2014/main" id="{7FE73D7A-D581-4C47-BB6B-5CB7B4F24AE0}"/>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9" name="Text Placeholder 7">
            <a:extLst>
              <a:ext uri="{FF2B5EF4-FFF2-40B4-BE49-F238E27FC236}">
                <a16:creationId xmlns:a16="http://schemas.microsoft.com/office/drawing/2014/main" id="{92CC9DFE-1A9A-3640-BD83-067098B47D0B}"/>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AD82A55-F5E2-3346-B4B1-C925BA316041}"/>
              </a:ext>
            </a:extLst>
          </p:cNvPr>
          <p:cNvSpPr>
            <a:spLocks noGrp="1"/>
          </p:cNvSpPr>
          <p:nvPr>
            <p:ph type="sldNum" sz="quarter" idx="3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35685213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Icons Slide 2">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42096"/>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20" name="Text Placeholder 6">
            <a:extLst>
              <a:ext uri="{FF2B5EF4-FFF2-40B4-BE49-F238E27FC236}">
                <a16:creationId xmlns:a16="http://schemas.microsoft.com/office/drawing/2014/main" id="{5AAD1F7D-DF21-104E-8FDC-90B44565D9C2}"/>
              </a:ext>
            </a:extLst>
          </p:cNvPr>
          <p:cNvSpPr>
            <a:spLocks noGrp="1"/>
          </p:cNvSpPr>
          <p:nvPr>
            <p:ph type="body" sz="quarter" idx="26" hasCustomPrompt="1"/>
          </p:nvPr>
        </p:nvSpPr>
        <p:spPr>
          <a:xfrm>
            <a:off x="6202766" y="14420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1" name="Text Placeholder 6">
            <a:extLst>
              <a:ext uri="{FF2B5EF4-FFF2-40B4-BE49-F238E27FC236}">
                <a16:creationId xmlns:a16="http://schemas.microsoft.com/office/drawing/2014/main" id="{056E6D0B-7618-F248-A83C-F4F99AAEE8ED}"/>
              </a:ext>
            </a:extLst>
          </p:cNvPr>
          <p:cNvSpPr>
            <a:spLocks noGrp="1"/>
          </p:cNvSpPr>
          <p:nvPr>
            <p:ph type="body" sz="quarter" idx="27" hasCustomPrompt="1"/>
          </p:nvPr>
        </p:nvSpPr>
        <p:spPr>
          <a:xfrm>
            <a:off x="6202766" y="23818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7" name="Text Placeholder 6">
            <a:extLst>
              <a:ext uri="{FF2B5EF4-FFF2-40B4-BE49-F238E27FC236}">
                <a16:creationId xmlns:a16="http://schemas.microsoft.com/office/drawing/2014/main" id="{9718D58D-48E6-2940-89FE-3DB2136D2745}"/>
              </a:ext>
            </a:extLst>
          </p:cNvPr>
          <p:cNvSpPr>
            <a:spLocks noGrp="1"/>
          </p:cNvSpPr>
          <p:nvPr>
            <p:ph type="body" sz="quarter" idx="28" hasCustomPrompt="1"/>
          </p:nvPr>
        </p:nvSpPr>
        <p:spPr>
          <a:xfrm>
            <a:off x="6202766" y="33216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8" name="Text Placeholder 6">
            <a:extLst>
              <a:ext uri="{FF2B5EF4-FFF2-40B4-BE49-F238E27FC236}">
                <a16:creationId xmlns:a16="http://schemas.microsoft.com/office/drawing/2014/main" id="{F6DB841F-B36F-D54C-BEBC-0FFE85E72AF9}"/>
              </a:ext>
            </a:extLst>
          </p:cNvPr>
          <p:cNvSpPr>
            <a:spLocks noGrp="1"/>
          </p:cNvSpPr>
          <p:nvPr>
            <p:ph type="body" sz="quarter" idx="29" hasCustomPrompt="1"/>
          </p:nvPr>
        </p:nvSpPr>
        <p:spPr>
          <a:xfrm>
            <a:off x="6202766" y="42614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9" name="Text Placeholder 6">
            <a:extLst>
              <a:ext uri="{FF2B5EF4-FFF2-40B4-BE49-F238E27FC236}">
                <a16:creationId xmlns:a16="http://schemas.microsoft.com/office/drawing/2014/main" id="{18C42231-51B9-1C44-9706-E1144E8462CB}"/>
              </a:ext>
            </a:extLst>
          </p:cNvPr>
          <p:cNvSpPr>
            <a:spLocks noGrp="1"/>
          </p:cNvSpPr>
          <p:nvPr>
            <p:ph type="body" sz="quarter" idx="30" hasCustomPrompt="1"/>
          </p:nvPr>
        </p:nvSpPr>
        <p:spPr>
          <a:xfrm>
            <a:off x="6202766" y="52012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34" name="Picture Placeholder 10">
            <a:extLst>
              <a:ext uri="{FF2B5EF4-FFF2-40B4-BE49-F238E27FC236}">
                <a16:creationId xmlns:a16="http://schemas.microsoft.com/office/drawing/2014/main" id="{AC431404-5FB7-7C4A-8208-B4B2A6CF3862}"/>
              </a:ext>
            </a:extLst>
          </p:cNvPr>
          <p:cNvSpPr>
            <a:spLocks noGrp="1"/>
          </p:cNvSpPr>
          <p:nvPr>
            <p:ph type="pic" sz="quarter" idx="31"/>
          </p:nvPr>
        </p:nvSpPr>
        <p:spPr>
          <a:xfrm>
            <a:off x="5185004" y="1468868"/>
            <a:ext cx="591867" cy="585722"/>
          </a:xfrm>
          <a:prstGeom prst="rect">
            <a:avLst/>
          </a:prstGeom>
          <a:noFill/>
        </p:spPr>
        <p:txBody>
          <a:bodyPr anchor="ctr" anchorCtr="0"/>
          <a:lstStyle>
            <a:lvl1pPr algn="ctr">
              <a:buNone/>
              <a:defRPr sz="400"/>
            </a:lvl1pPr>
          </a:lstStyle>
          <a:p>
            <a:endParaRPr lang="en-US"/>
          </a:p>
        </p:txBody>
      </p:sp>
      <p:sp>
        <p:nvSpPr>
          <p:cNvPr id="38" name="Picture Placeholder 10">
            <a:extLst>
              <a:ext uri="{FF2B5EF4-FFF2-40B4-BE49-F238E27FC236}">
                <a16:creationId xmlns:a16="http://schemas.microsoft.com/office/drawing/2014/main" id="{9D7E9DD2-7A22-5742-9ABB-0554B67D76AA}"/>
              </a:ext>
            </a:extLst>
          </p:cNvPr>
          <p:cNvSpPr>
            <a:spLocks noGrp="1"/>
          </p:cNvSpPr>
          <p:nvPr>
            <p:ph type="pic" sz="quarter" idx="32"/>
          </p:nvPr>
        </p:nvSpPr>
        <p:spPr>
          <a:xfrm>
            <a:off x="5185004" y="2381896"/>
            <a:ext cx="591867" cy="585722"/>
          </a:xfrm>
          <a:prstGeom prst="rect">
            <a:avLst/>
          </a:prstGeom>
          <a:noFill/>
        </p:spPr>
        <p:txBody>
          <a:bodyPr anchor="ctr" anchorCtr="0"/>
          <a:lstStyle>
            <a:lvl1pPr algn="ctr">
              <a:buNone/>
              <a:defRPr sz="400"/>
            </a:lvl1pPr>
          </a:lstStyle>
          <a:p>
            <a:endParaRPr lang="en-US"/>
          </a:p>
        </p:txBody>
      </p:sp>
      <p:sp>
        <p:nvSpPr>
          <p:cNvPr id="39" name="Picture Placeholder 10">
            <a:extLst>
              <a:ext uri="{FF2B5EF4-FFF2-40B4-BE49-F238E27FC236}">
                <a16:creationId xmlns:a16="http://schemas.microsoft.com/office/drawing/2014/main" id="{58A9377F-A0AD-DE43-AA62-0927216FAA54}"/>
              </a:ext>
            </a:extLst>
          </p:cNvPr>
          <p:cNvSpPr>
            <a:spLocks noGrp="1"/>
          </p:cNvSpPr>
          <p:nvPr>
            <p:ph type="pic" sz="quarter" idx="33"/>
          </p:nvPr>
        </p:nvSpPr>
        <p:spPr>
          <a:xfrm>
            <a:off x="5185004" y="3321696"/>
            <a:ext cx="591867" cy="585722"/>
          </a:xfrm>
          <a:prstGeom prst="rect">
            <a:avLst/>
          </a:prstGeom>
          <a:noFill/>
        </p:spPr>
        <p:txBody>
          <a:bodyPr anchor="ctr" anchorCtr="0"/>
          <a:lstStyle>
            <a:lvl1pPr algn="ctr">
              <a:buNone/>
              <a:defRPr sz="400"/>
            </a:lvl1pPr>
          </a:lstStyle>
          <a:p>
            <a:endParaRPr lang="en-US"/>
          </a:p>
        </p:txBody>
      </p:sp>
      <p:sp>
        <p:nvSpPr>
          <p:cNvPr id="40" name="Picture Placeholder 10">
            <a:extLst>
              <a:ext uri="{FF2B5EF4-FFF2-40B4-BE49-F238E27FC236}">
                <a16:creationId xmlns:a16="http://schemas.microsoft.com/office/drawing/2014/main" id="{DF4D8124-32C3-C04B-AE5C-0BBC2DB0D91E}"/>
              </a:ext>
            </a:extLst>
          </p:cNvPr>
          <p:cNvSpPr>
            <a:spLocks noGrp="1"/>
          </p:cNvSpPr>
          <p:nvPr>
            <p:ph type="pic" sz="quarter" idx="34"/>
          </p:nvPr>
        </p:nvSpPr>
        <p:spPr>
          <a:xfrm>
            <a:off x="5185004" y="4260199"/>
            <a:ext cx="591867" cy="585722"/>
          </a:xfrm>
          <a:prstGeom prst="rect">
            <a:avLst/>
          </a:prstGeom>
          <a:noFill/>
        </p:spPr>
        <p:txBody>
          <a:bodyPr anchor="ctr" anchorCtr="0"/>
          <a:lstStyle>
            <a:lvl1pPr algn="ctr">
              <a:buNone/>
              <a:defRPr sz="400"/>
            </a:lvl1pPr>
          </a:lstStyle>
          <a:p>
            <a:endParaRPr lang="en-US"/>
          </a:p>
        </p:txBody>
      </p:sp>
      <p:sp>
        <p:nvSpPr>
          <p:cNvPr id="41" name="Picture Placeholder 10">
            <a:extLst>
              <a:ext uri="{FF2B5EF4-FFF2-40B4-BE49-F238E27FC236}">
                <a16:creationId xmlns:a16="http://schemas.microsoft.com/office/drawing/2014/main" id="{E43EDB62-91E5-7E47-B209-C5AD5042238C}"/>
              </a:ext>
            </a:extLst>
          </p:cNvPr>
          <p:cNvSpPr>
            <a:spLocks noGrp="1"/>
          </p:cNvSpPr>
          <p:nvPr>
            <p:ph type="pic" sz="quarter" idx="35"/>
          </p:nvPr>
        </p:nvSpPr>
        <p:spPr>
          <a:xfrm>
            <a:off x="5185004" y="5198702"/>
            <a:ext cx="591867" cy="585722"/>
          </a:xfrm>
          <a:prstGeom prst="rect">
            <a:avLst/>
          </a:prstGeom>
          <a:noFill/>
        </p:spPr>
        <p:txBody>
          <a:bodyPr anchor="ctr" anchorCtr="0"/>
          <a:lstStyle>
            <a:lvl1pPr algn="ctr">
              <a:buNone/>
              <a:defRPr sz="400"/>
            </a:lvl1pPr>
          </a:lstStyle>
          <a:p>
            <a:endParaRPr lang="en-US"/>
          </a:p>
        </p:txBody>
      </p:sp>
      <p:sp>
        <p:nvSpPr>
          <p:cNvPr id="24" name="Text Placeholder 5">
            <a:extLst>
              <a:ext uri="{FF2B5EF4-FFF2-40B4-BE49-F238E27FC236}">
                <a16:creationId xmlns:a16="http://schemas.microsoft.com/office/drawing/2014/main" id="{D159362B-3754-004E-88BB-49507600AE5E}"/>
              </a:ext>
            </a:extLst>
          </p:cNvPr>
          <p:cNvSpPr>
            <a:spLocks noGrp="1"/>
          </p:cNvSpPr>
          <p:nvPr>
            <p:ph type="body" sz="quarter" idx="36"/>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5" name="Text Placeholder 7">
            <a:extLst>
              <a:ext uri="{FF2B5EF4-FFF2-40B4-BE49-F238E27FC236}">
                <a16:creationId xmlns:a16="http://schemas.microsoft.com/office/drawing/2014/main" id="{474D08EF-3A4C-A643-95D8-17663C7795CD}"/>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B6534EF-A8C8-9F40-9518-FA1105F5668E}"/>
              </a:ext>
            </a:extLst>
          </p:cNvPr>
          <p:cNvSpPr>
            <a:spLocks noGrp="1"/>
          </p:cNvSpPr>
          <p:nvPr>
            <p:ph type="sldNum" sz="quarter" idx="3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06571492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able with Text">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38670"/>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7" name="Table Placeholder 6">
            <a:extLst>
              <a:ext uri="{FF2B5EF4-FFF2-40B4-BE49-F238E27FC236}">
                <a16:creationId xmlns:a16="http://schemas.microsoft.com/office/drawing/2014/main" id="{A42EE334-F60C-4A4C-81CC-6FC78CD603E3}"/>
              </a:ext>
            </a:extLst>
          </p:cNvPr>
          <p:cNvSpPr>
            <a:spLocks noGrp="1"/>
          </p:cNvSpPr>
          <p:nvPr>
            <p:ph type="tbl" sz="quarter" idx="26" hasCustomPrompt="1"/>
          </p:nvPr>
        </p:nvSpPr>
        <p:spPr>
          <a:xfrm>
            <a:off x="4263509" y="1267164"/>
            <a:ext cx="7538734" cy="4491831"/>
          </a:xfrm>
          <a:prstGeom prst="rect">
            <a:avLst/>
          </a:prstGeom>
        </p:spPr>
        <p:txBody>
          <a:bodyPr/>
          <a:lstStyle>
            <a:lvl1pPr>
              <a:buNone/>
              <a:defRPr sz="1400">
                <a:solidFill>
                  <a:srgbClr val="262626"/>
                </a:solidFill>
              </a:defRPr>
            </a:lvl1pPr>
          </a:lstStyle>
          <a:p>
            <a:r>
              <a:rPr lang="en-US"/>
              <a:t>Click icon to insert table</a:t>
            </a:r>
          </a:p>
        </p:txBody>
      </p:sp>
      <p:sp>
        <p:nvSpPr>
          <p:cNvPr id="12" name="Text Placeholder 5">
            <a:extLst>
              <a:ext uri="{FF2B5EF4-FFF2-40B4-BE49-F238E27FC236}">
                <a16:creationId xmlns:a16="http://schemas.microsoft.com/office/drawing/2014/main" id="{7B8C7036-5A46-BB49-9D38-66FE5A10FBDF}"/>
              </a:ext>
            </a:extLst>
          </p:cNvPr>
          <p:cNvSpPr>
            <a:spLocks noGrp="1"/>
          </p:cNvSpPr>
          <p:nvPr>
            <p:ph type="body" sz="quarter" idx="27"/>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3" name="Text Placeholder 7">
            <a:extLst>
              <a:ext uri="{FF2B5EF4-FFF2-40B4-BE49-F238E27FC236}">
                <a16:creationId xmlns:a16="http://schemas.microsoft.com/office/drawing/2014/main" id="{5B407EC1-53FA-694C-8A10-8B4FBC66081E}"/>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4ECCDA9C-23FA-414A-94D9-F2213B8AA12A}"/>
              </a:ext>
            </a:extLst>
          </p:cNvPr>
          <p:cNvSpPr>
            <a:spLocks noGrp="1"/>
          </p:cNvSpPr>
          <p:nvPr>
            <p:ph type="sldNum" sz="quarter" idx="28"/>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08197312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able">
    <p:bg>
      <p:bgPr>
        <a:solidFill>
          <a:schemeClr val="bg1"/>
        </a:solidFill>
        <a:effectLst/>
      </p:bgPr>
    </p:bg>
    <p:spTree>
      <p:nvGrpSpPr>
        <p:cNvPr id="1" name=""/>
        <p:cNvGrpSpPr/>
        <p:nvPr/>
      </p:nvGrpSpPr>
      <p:grpSpPr>
        <a:xfrm>
          <a:off x="0" y="0"/>
          <a:ext cx="0" cy="0"/>
          <a:chOff x="0" y="0"/>
          <a:chExt cx="0" cy="0"/>
        </a:xfrm>
      </p:grpSpPr>
      <p:sp>
        <p:nvSpPr>
          <p:cNvPr id="7" name="Table Placeholder 6">
            <a:extLst>
              <a:ext uri="{FF2B5EF4-FFF2-40B4-BE49-F238E27FC236}">
                <a16:creationId xmlns:a16="http://schemas.microsoft.com/office/drawing/2014/main" id="{A42EE334-F60C-4A4C-81CC-6FC78CD603E3}"/>
              </a:ext>
            </a:extLst>
          </p:cNvPr>
          <p:cNvSpPr>
            <a:spLocks noGrp="1"/>
          </p:cNvSpPr>
          <p:nvPr>
            <p:ph type="tbl" sz="quarter" idx="26" hasCustomPrompt="1"/>
          </p:nvPr>
        </p:nvSpPr>
        <p:spPr>
          <a:xfrm>
            <a:off x="389757" y="1407140"/>
            <a:ext cx="11412486" cy="4491831"/>
          </a:xfrm>
          <a:prstGeom prst="rect">
            <a:avLst/>
          </a:prstGeom>
        </p:spPr>
        <p:txBody>
          <a:bodyPr/>
          <a:lstStyle>
            <a:lvl1pPr>
              <a:buNone/>
              <a:defRPr sz="1400">
                <a:solidFill>
                  <a:schemeClr val="tx1"/>
                </a:solidFill>
              </a:defRPr>
            </a:lvl1pPr>
          </a:lstStyle>
          <a:p>
            <a:r>
              <a:rPr lang="en-US"/>
              <a:t>Click icon to insert table</a:t>
            </a:r>
          </a:p>
        </p:txBody>
      </p:sp>
      <p:sp>
        <p:nvSpPr>
          <p:cNvPr id="11" name="Text Placeholder 5">
            <a:extLst>
              <a:ext uri="{FF2B5EF4-FFF2-40B4-BE49-F238E27FC236}">
                <a16:creationId xmlns:a16="http://schemas.microsoft.com/office/drawing/2014/main" id="{4DBD01BF-D940-E249-AC92-380289D51C43}"/>
              </a:ext>
            </a:extLst>
          </p:cNvPr>
          <p:cNvSpPr>
            <a:spLocks noGrp="1"/>
          </p:cNvSpPr>
          <p:nvPr>
            <p:ph type="body" sz="quarter" idx="27"/>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30807FE8-36E1-D04C-A082-DF73B509DFAF}"/>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8C86DA03-5776-2248-BF98-94FD061B909B}"/>
              </a:ext>
            </a:extLst>
          </p:cNvPr>
          <p:cNvSpPr>
            <a:spLocks noGrp="1"/>
          </p:cNvSpPr>
          <p:nvPr>
            <p:ph type="sldNum" sz="quarter" idx="28"/>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91134493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Diagram/Chart with Text">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59009"/>
            <a:ext cx="3638952" cy="1087999"/>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68" name="Text Placeholder 14">
            <a:extLst>
              <a:ext uri="{FF2B5EF4-FFF2-40B4-BE49-F238E27FC236}">
                <a16:creationId xmlns:a16="http://schemas.microsoft.com/office/drawing/2014/main" id="{0087A111-243C-5347-A215-8B8121AD15DD}"/>
              </a:ext>
            </a:extLst>
          </p:cNvPr>
          <p:cNvSpPr>
            <a:spLocks noGrp="1"/>
          </p:cNvSpPr>
          <p:nvPr>
            <p:ph type="body" sz="quarter" idx="26" hasCustomPrompt="1"/>
          </p:nvPr>
        </p:nvSpPr>
        <p:spPr>
          <a:xfrm>
            <a:off x="400391" y="2961874"/>
            <a:ext cx="2679560" cy="2672547"/>
          </a:xfrm>
          <a:prstGeom prst="rect">
            <a:avLst/>
          </a:prstGeom>
        </p:spPr>
        <p:txBody>
          <a:bodyPr lIns="0" tIns="0" rIns="0" bIns="0"/>
          <a:lstStyle>
            <a:lvl1pPr marL="126000" indent="-126000">
              <a:lnSpc>
                <a:spcPct val="100000"/>
              </a:lnSpc>
              <a:spcAft>
                <a:spcPts val="600"/>
              </a:spcAft>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Geped</a:t>
            </a:r>
            <a:r>
              <a:rPr lang="en-GB">
                <a:effectLst/>
                <a:latin typeface="Arial" panose="020B0604020202020204" pitchFamily="34" charset="0"/>
              </a:rPr>
              <a:t> et utas </a:t>
            </a:r>
            <a:r>
              <a:rPr lang="en-GB" err="1">
                <a:effectLst/>
                <a:latin typeface="Arial" panose="020B0604020202020204" pitchFamily="34" charset="0"/>
              </a:rPr>
              <a:t>rempori</a:t>
            </a:r>
            <a:r>
              <a:rPr lang="en-GB">
                <a:effectLst/>
                <a:latin typeface="Arial" panose="020B0604020202020204" pitchFamily="34" charset="0"/>
              </a:rPr>
              <a:t> </a:t>
            </a:r>
            <a:r>
              <a:rPr lang="en-GB" err="1">
                <a:effectLst/>
                <a:latin typeface="Arial" panose="020B0604020202020204" pitchFamily="34" charset="0"/>
              </a:rPr>
              <a:t>sequam</a:t>
            </a:r>
            <a:r>
              <a:rPr lang="en-GB">
                <a:effectLst/>
                <a:latin typeface="Arial" panose="020B0604020202020204" pitchFamily="34" charset="0"/>
              </a:rPr>
              <a:t> </a:t>
            </a:r>
            <a:r>
              <a:rPr lang="en-GB" err="1">
                <a:effectLst/>
                <a:latin typeface="Arial" panose="020B0604020202020204" pitchFamily="34" charset="0"/>
              </a:rPr>
              <a:t>dit</a:t>
            </a:r>
            <a:r>
              <a:rPr lang="en-GB">
                <a:effectLst/>
                <a:latin typeface="Arial" panose="020B0604020202020204" pitchFamily="34" charset="0"/>
              </a:rPr>
              <a:t>, sum </a:t>
            </a:r>
            <a:r>
              <a:rPr lang="en-GB" err="1">
                <a:effectLst/>
                <a:latin typeface="Arial" panose="020B0604020202020204" pitchFamily="34" charset="0"/>
              </a:rPr>
              <a:t>eosant</a:t>
            </a:r>
            <a:r>
              <a:rPr lang="en-GB">
                <a:effectLst/>
                <a:latin typeface="Arial" panose="020B0604020202020204" pitchFamily="34" charset="0"/>
              </a:rPr>
              <a:t> </a:t>
            </a:r>
            <a:r>
              <a:rPr lang="en-GB" err="1">
                <a:effectLst/>
                <a:latin typeface="Arial" panose="020B0604020202020204" pitchFamily="34" charset="0"/>
              </a:rPr>
              <a:t>plitatios</a:t>
            </a:r>
            <a:r>
              <a:rPr lang="en-GB">
                <a:effectLst/>
                <a:latin typeface="Arial" panose="020B0604020202020204" pitchFamily="34" charset="0"/>
              </a:rPr>
              <a:t> </a:t>
            </a:r>
            <a:r>
              <a:rPr lang="en-GB" err="1">
                <a:effectLst/>
                <a:latin typeface="Arial" panose="020B0604020202020204" pitchFamily="34" charset="0"/>
              </a:rPr>
              <a:t>destrum</a:t>
            </a:r>
            <a:r>
              <a:rPr lang="en-GB">
                <a:effectLst/>
                <a:latin typeface="Arial" panose="020B0604020202020204" pitchFamily="34" charset="0"/>
              </a:rPr>
              <a:t> et </a:t>
            </a:r>
            <a:r>
              <a:rPr lang="en-GB" err="1">
                <a:effectLst/>
                <a:latin typeface="Arial" panose="020B0604020202020204" pitchFamily="34" charset="0"/>
              </a:rPr>
              <a:t>vere</a:t>
            </a:r>
            <a:r>
              <a:rPr lang="en-GB">
                <a:effectLst/>
                <a:latin typeface="Arial" panose="020B0604020202020204" pitchFamily="34" charset="0"/>
              </a:rPr>
              <a:t> </a:t>
            </a:r>
            <a:r>
              <a:rPr lang="en-GB" err="1">
                <a:effectLst/>
                <a:latin typeface="Arial" panose="020B0604020202020204" pitchFamily="34" charset="0"/>
              </a:rPr>
              <a:t>consequat</a:t>
            </a:r>
            <a:r>
              <a:rPr lang="en-GB">
                <a:effectLst/>
                <a:latin typeface="Arial" panose="020B0604020202020204" pitchFamily="34" charset="0"/>
              </a:rPr>
              <a:t> lam, </a:t>
            </a:r>
            <a:r>
              <a:rPr lang="en-GB" err="1">
                <a:effectLst/>
                <a:latin typeface="Arial" panose="020B0604020202020204" pitchFamily="34" charset="0"/>
              </a:rPr>
              <a:t>apiet</a:t>
            </a:r>
            <a:r>
              <a:rPr lang="en-GB">
                <a:effectLst/>
                <a:latin typeface="Arial" panose="020B0604020202020204" pitchFamily="34" charset="0"/>
              </a:rPr>
              <a:t> </a:t>
            </a:r>
            <a:r>
              <a:rPr lang="en-GB" err="1">
                <a:effectLst/>
                <a:latin typeface="Arial" panose="020B0604020202020204" pitchFamily="34" charset="0"/>
              </a:rPr>
              <a:t>acero</a:t>
            </a:r>
            <a:r>
              <a:rPr lang="en-GB">
                <a:effectLst/>
                <a:latin typeface="Arial" panose="020B0604020202020204" pitchFamily="34" charset="0"/>
              </a:rPr>
              <a:t> </a:t>
            </a:r>
            <a:r>
              <a:rPr lang="en-GB" err="1">
                <a:effectLst/>
                <a:latin typeface="Arial" panose="020B0604020202020204" pitchFamily="34" charset="0"/>
              </a:rPr>
              <a:t>dolorro</a:t>
            </a:r>
            <a:r>
              <a:rPr lang="en-GB">
                <a:effectLst/>
                <a:latin typeface="Arial" panose="020B0604020202020204" pitchFamily="34" charset="0"/>
              </a:rPr>
              <a:t> </a:t>
            </a:r>
            <a:r>
              <a:rPr lang="en-GB" err="1">
                <a:effectLst/>
                <a:latin typeface="Arial" panose="020B0604020202020204" pitchFamily="34" charset="0"/>
              </a:rPr>
              <a:t>ipsam</a:t>
            </a:r>
            <a:r>
              <a:rPr lang="en-GB">
                <a:effectLst/>
                <a:latin typeface="Arial" panose="020B0604020202020204" pitchFamily="34" charset="0"/>
              </a:rPr>
              <a:t> id.</a:t>
            </a:r>
          </a:p>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a:t>
            </a:r>
            <a:endParaRPr lang="en-GB">
              <a:effectLst/>
              <a:latin typeface="Arial" panose="020B0604020202020204" pitchFamily="34" charset="0"/>
            </a:endParaRPr>
          </a:p>
          <a:p>
            <a:r>
              <a:rPr lang="en-GB" err="1">
                <a:effectLst/>
                <a:latin typeface="Arial" panose="020B0604020202020204" pitchFamily="34" charset="0"/>
              </a:rPr>
              <a:t>Opsandus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 pel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a:t>
            </a:r>
          </a:p>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a:t>
            </a:r>
          </a:p>
          <a:p>
            <a:r>
              <a:rPr lang="en-GB">
                <a:effectLst/>
                <a:latin typeface="Arial" panose="020B0604020202020204" pitchFamily="34" charset="0"/>
              </a:rPr>
              <a:t>Dent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a:t>
            </a:r>
            <a:endParaRPr lang="en-GB">
              <a:effectLst/>
              <a:latin typeface="Arial" panose="020B0604020202020204" pitchFamily="34" charset="0"/>
            </a:endParaRPr>
          </a:p>
        </p:txBody>
      </p:sp>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4656970" y="1176679"/>
            <a:ext cx="7145273" cy="4929300"/>
          </a:xfrm>
          <a:prstGeom prst="rect">
            <a:avLst/>
          </a:prstGeom>
        </p:spPr>
        <p:txBody>
          <a:bodyPr/>
          <a:lstStyle>
            <a:lvl1pPr>
              <a:buNone/>
              <a:defRPr sz="1400">
                <a:solidFill>
                  <a:srgbClr val="262626"/>
                </a:solidFill>
              </a:defRPr>
            </a:lvl1pPr>
          </a:lstStyle>
          <a:p>
            <a:r>
              <a:rPr lang="en-US"/>
              <a:t>Click icon to insert diagram</a:t>
            </a:r>
          </a:p>
        </p:txBody>
      </p:sp>
      <p:sp>
        <p:nvSpPr>
          <p:cNvPr id="13" name="Text Placeholder 5">
            <a:extLst>
              <a:ext uri="{FF2B5EF4-FFF2-40B4-BE49-F238E27FC236}">
                <a16:creationId xmlns:a16="http://schemas.microsoft.com/office/drawing/2014/main" id="{2E3EE2EA-26B6-7745-87C2-EB4701B8CE01}"/>
              </a:ext>
            </a:extLst>
          </p:cNvPr>
          <p:cNvSpPr>
            <a:spLocks noGrp="1"/>
          </p:cNvSpPr>
          <p:nvPr>
            <p:ph type="body" sz="quarter" idx="28"/>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4" name="Text Placeholder 7">
            <a:extLst>
              <a:ext uri="{FF2B5EF4-FFF2-40B4-BE49-F238E27FC236}">
                <a16:creationId xmlns:a16="http://schemas.microsoft.com/office/drawing/2014/main" id="{3A46E5D1-C0CD-FE4F-B389-4F7EC466C198}"/>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1382AE6-04F5-D34C-81D1-46246385E6FA}"/>
              </a:ext>
            </a:extLst>
          </p:cNvPr>
          <p:cNvSpPr>
            <a:spLocks noGrp="1"/>
          </p:cNvSpPr>
          <p:nvPr>
            <p:ph type="sldNum" sz="quarter" idx="2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86854278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Diagram/Chart">
    <p:bg>
      <p:bgPr>
        <a:solidFill>
          <a:schemeClr val="bg1"/>
        </a:solidFill>
        <a:effectLst/>
      </p:bgPr>
    </p:bg>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389757" y="1407140"/>
            <a:ext cx="11412486" cy="4691856"/>
          </a:xfrm>
          <a:prstGeom prst="rect">
            <a:avLst/>
          </a:prstGeom>
        </p:spPr>
        <p:txBody>
          <a:bodyPr/>
          <a:lstStyle>
            <a:lvl1pPr>
              <a:buNone/>
              <a:defRPr sz="1400">
                <a:solidFill>
                  <a:schemeClr val="tx1"/>
                </a:solidFill>
              </a:defRPr>
            </a:lvl1pPr>
          </a:lstStyle>
          <a:p>
            <a:r>
              <a:rPr lang="en-US"/>
              <a:t>Click icon to insert diagram</a:t>
            </a:r>
          </a:p>
        </p:txBody>
      </p:sp>
      <p:sp>
        <p:nvSpPr>
          <p:cNvPr id="11" name="Text Placeholder 5">
            <a:extLst>
              <a:ext uri="{FF2B5EF4-FFF2-40B4-BE49-F238E27FC236}">
                <a16:creationId xmlns:a16="http://schemas.microsoft.com/office/drawing/2014/main" id="{1834DEDF-DE8F-8846-9562-47714BC8D267}"/>
              </a:ext>
            </a:extLst>
          </p:cNvPr>
          <p:cNvSpPr>
            <a:spLocks noGrp="1"/>
          </p:cNvSpPr>
          <p:nvPr>
            <p:ph type="body" sz="quarter" idx="28"/>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4C9DD707-BB3F-8249-8687-CD3C2DBEB1BE}"/>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0A54C33E-0923-8743-93D9-0EA1F0E7F138}"/>
              </a:ext>
            </a:extLst>
          </p:cNvPr>
          <p:cNvSpPr>
            <a:spLocks noGrp="1"/>
          </p:cNvSpPr>
          <p:nvPr>
            <p:ph type="sldNum" sz="quarter" idx="2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4345158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Diagram/Chart – 3 Column">
    <p:bg>
      <p:bgPr>
        <a:solidFill>
          <a:schemeClr val="bg1"/>
        </a:solidFill>
        <a:effectLst/>
      </p:bgPr>
    </p:bg>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389757"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14" name="Text Placeholder 14">
            <a:extLst>
              <a:ext uri="{FF2B5EF4-FFF2-40B4-BE49-F238E27FC236}">
                <a16:creationId xmlns:a16="http://schemas.microsoft.com/office/drawing/2014/main" id="{A6BB0A71-93FC-3540-A01F-623478FF40CE}"/>
              </a:ext>
            </a:extLst>
          </p:cNvPr>
          <p:cNvSpPr>
            <a:spLocks noGrp="1"/>
          </p:cNvSpPr>
          <p:nvPr>
            <p:ph type="body" sz="quarter" idx="26" hasCustomPrompt="1"/>
          </p:nvPr>
        </p:nvSpPr>
        <p:spPr>
          <a:xfrm>
            <a:off x="400390"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16" name="Text Placeholder 14">
            <a:extLst>
              <a:ext uri="{FF2B5EF4-FFF2-40B4-BE49-F238E27FC236}">
                <a16:creationId xmlns:a16="http://schemas.microsoft.com/office/drawing/2014/main" id="{9FB69341-9179-CB44-8104-0FFBCF32D9E5}"/>
              </a:ext>
            </a:extLst>
          </p:cNvPr>
          <p:cNvSpPr>
            <a:spLocks noGrp="1"/>
          </p:cNvSpPr>
          <p:nvPr>
            <p:ph type="body" sz="quarter" idx="32" hasCustomPrompt="1"/>
          </p:nvPr>
        </p:nvSpPr>
        <p:spPr>
          <a:xfrm>
            <a:off x="4277424"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19" name="Text Placeholder 14">
            <a:extLst>
              <a:ext uri="{FF2B5EF4-FFF2-40B4-BE49-F238E27FC236}">
                <a16:creationId xmlns:a16="http://schemas.microsoft.com/office/drawing/2014/main" id="{D8C6CB44-5BB7-784F-8EB4-D51319ACBED2}"/>
              </a:ext>
            </a:extLst>
          </p:cNvPr>
          <p:cNvSpPr>
            <a:spLocks noGrp="1"/>
          </p:cNvSpPr>
          <p:nvPr>
            <p:ph type="body" sz="quarter" idx="34" hasCustomPrompt="1"/>
          </p:nvPr>
        </p:nvSpPr>
        <p:spPr>
          <a:xfrm>
            <a:off x="8147366"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8" name="Text Placeholder 7">
            <a:extLst>
              <a:ext uri="{FF2B5EF4-FFF2-40B4-BE49-F238E27FC236}">
                <a16:creationId xmlns:a16="http://schemas.microsoft.com/office/drawing/2014/main" id="{DD51F305-F306-9E4F-A4A9-E07EF15A8319}"/>
              </a:ext>
            </a:extLst>
          </p:cNvPr>
          <p:cNvSpPr>
            <a:spLocks noGrp="1"/>
          </p:cNvSpPr>
          <p:nvPr>
            <p:ph type="body" sz="quarter" idx="35" hasCustomPrompt="1"/>
          </p:nvPr>
        </p:nvSpPr>
        <p:spPr>
          <a:xfrm>
            <a:off x="414629"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01</a:t>
            </a:r>
            <a:endParaRPr lang="en-US"/>
          </a:p>
        </p:txBody>
      </p:sp>
      <p:sp>
        <p:nvSpPr>
          <p:cNvPr id="21" name="Text Placeholder 7">
            <a:extLst>
              <a:ext uri="{FF2B5EF4-FFF2-40B4-BE49-F238E27FC236}">
                <a16:creationId xmlns:a16="http://schemas.microsoft.com/office/drawing/2014/main" id="{4D8ECA6E-BADD-764B-930B-EB6EFC3C67FA}"/>
              </a:ext>
            </a:extLst>
          </p:cNvPr>
          <p:cNvSpPr>
            <a:spLocks noGrp="1"/>
          </p:cNvSpPr>
          <p:nvPr>
            <p:ph type="body" sz="quarter" idx="36" hasCustomPrompt="1"/>
          </p:nvPr>
        </p:nvSpPr>
        <p:spPr>
          <a:xfrm>
            <a:off x="4291662"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02</a:t>
            </a:r>
            <a:endParaRPr lang="en-US"/>
          </a:p>
        </p:txBody>
      </p:sp>
      <p:sp>
        <p:nvSpPr>
          <p:cNvPr id="22" name="Text Placeholder 7">
            <a:extLst>
              <a:ext uri="{FF2B5EF4-FFF2-40B4-BE49-F238E27FC236}">
                <a16:creationId xmlns:a16="http://schemas.microsoft.com/office/drawing/2014/main" id="{8E24C6D5-0BED-AD42-9886-834217A149D2}"/>
              </a:ext>
            </a:extLst>
          </p:cNvPr>
          <p:cNvSpPr>
            <a:spLocks noGrp="1"/>
          </p:cNvSpPr>
          <p:nvPr>
            <p:ph type="body" sz="quarter" idx="37" hasCustomPrompt="1"/>
          </p:nvPr>
        </p:nvSpPr>
        <p:spPr>
          <a:xfrm>
            <a:off x="8161604"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03</a:t>
            </a:r>
            <a:endParaRPr lang="en-US"/>
          </a:p>
        </p:txBody>
      </p:sp>
      <p:sp>
        <p:nvSpPr>
          <p:cNvPr id="24" name="Chart Placeholder 6">
            <a:extLst>
              <a:ext uri="{FF2B5EF4-FFF2-40B4-BE49-F238E27FC236}">
                <a16:creationId xmlns:a16="http://schemas.microsoft.com/office/drawing/2014/main" id="{B4B986B7-BE0B-F141-A142-EF1826B5EABC}"/>
              </a:ext>
            </a:extLst>
          </p:cNvPr>
          <p:cNvSpPr>
            <a:spLocks noGrp="1"/>
          </p:cNvSpPr>
          <p:nvPr>
            <p:ph type="chart" sz="quarter" idx="38" hasCustomPrompt="1"/>
          </p:nvPr>
        </p:nvSpPr>
        <p:spPr>
          <a:xfrm>
            <a:off x="4271129"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26" name="Chart Placeholder 6">
            <a:extLst>
              <a:ext uri="{FF2B5EF4-FFF2-40B4-BE49-F238E27FC236}">
                <a16:creationId xmlns:a16="http://schemas.microsoft.com/office/drawing/2014/main" id="{C2000657-9BC0-0542-9C69-434F604D7E3F}"/>
              </a:ext>
            </a:extLst>
          </p:cNvPr>
          <p:cNvSpPr>
            <a:spLocks noGrp="1"/>
          </p:cNvSpPr>
          <p:nvPr>
            <p:ph type="chart" sz="quarter" idx="39" hasCustomPrompt="1"/>
          </p:nvPr>
        </p:nvSpPr>
        <p:spPr>
          <a:xfrm>
            <a:off x="8142341"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20" name="Text Placeholder 5">
            <a:extLst>
              <a:ext uri="{FF2B5EF4-FFF2-40B4-BE49-F238E27FC236}">
                <a16:creationId xmlns:a16="http://schemas.microsoft.com/office/drawing/2014/main" id="{FBDB99A9-ECA5-334E-8242-EECC7AA28E0B}"/>
              </a:ext>
            </a:extLst>
          </p:cNvPr>
          <p:cNvSpPr>
            <a:spLocks noGrp="1"/>
          </p:cNvSpPr>
          <p:nvPr>
            <p:ph type="body" sz="quarter" idx="40"/>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5" name="Text Placeholder 7">
            <a:extLst>
              <a:ext uri="{FF2B5EF4-FFF2-40B4-BE49-F238E27FC236}">
                <a16:creationId xmlns:a16="http://schemas.microsoft.com/office/drawing/2014/main" id="{81C3A5AA-7285-734B-B422-9D575235B5E7}"/>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F42E13ED-5B69-8A40-9435-51FDDBF51B5C}"/>
              </a:ext>
            </a:extLst>
          </p:cNvPr>
          <p:cNvSpPr>
            <a:spLocks noGrp="1"/>
          </p:cNvSpPr>
          <p:nvPr>
            <p:ph type="sldNum" sz="quarter" idx="4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11614562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Thank you">
    <p:bg>
      <p:bgPr>
        <a:solidFill>
          <a:srgbClr val="C2C7CA"/>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pic>
        <p:nvPicPr>
          <p:cNvPr id="6" name="Picture 5" descr="Shape&#10;&#10;Description automatically generated with medium confidence">
            <a:extLst>
              <a:ext uri="{FF2B5EF4-FFF2-40B4-BE49-F238E27FC236}">
                <a16:creationId xmlns:a16="http://schemas.microsoft.com/office/drawing/2014/main" id="{40EBC8E8-99B4-3147-A3E7-E956D1B4233F}"/>
              </a:ext>
            </a:extLst>
          </p:cNvPr>
          <p:cNvPicPr>
            <a:picLocks noChangeAspect="1"/>
          </p:cNvPicPr>
          <p:nvPr userDrawn="1"/>
        </p:nvPicPr>
        <p:blipFill>
          <a:blip r:embed="rId3"/>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768163C2-B0CB-CC4F-9435-F6D0C0DE2C09}"/>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10" name="Text Placeholder 8">
            <a:extLst>
              <a:ext uri="{FF2B5EF4-FFF2-40B4-BE49-F238E27FC236}">
                <a16:creationId xmlns:a16="http://schemas.microsoft.com/office/drawing/2014/main" id="{10FC32B1-9839-FC4C-AA2A-AB06436172E3}"/>
              </a:ext>
            </a:extLst>
          </p:cNvPr>
          <p:cNvSpPr>
            <a:spLocks noGrp="1"/>
          </p:cNvSpPr>
          <p:nvPr>
            <p:ph type="body" sz="quarter" idx="10" hasCustomPrompt="1"/>
          </p:nvPr>
        </p:nvSpPr>
        <p:spPr>
          <a:xfrm>
            <a:off x="1181499" y="3176357"/>
            <a:ext cx="9829002" cy="623248"/>
          </a:xfrm>
          <a:prstGeom prst="rect">
            <a:avLst/>
          </a:prstGeom>
        </p:spPr>
        <p:txBody>
          <a:bodyPr anchor="ctr"/>
          <a:lstStyle>
            <a:lvl1pPr algn="ctr">
              <a:lnSpc>
                <a:spcPct val="100000"/>
              </a:lnSpc>
              <a:buFontTx/>
              <a:buNone/>
              <a:defRPr sz="3750">
                <a:solidFill>
                  <a:schemeClr val="tx1"/>
                </a:solidFill>
              </a:defRPr>
            </a:lvl1pPr>
          </a:lstStyle>
          <a:p>
            <a:pPr lvl="0"/>
            <a:r>
              <a:rPr lang="en-US"/>
              <a:t>Thank you</a:t>
            </a:r>
          </a:p>
        </p:txBody>
      </p:sp>
      <p:sp>
        <p:nvSpPr>
          <p:cNvPr id="3" name="Slide Number Placeholder 2">
            <a:extLst>
              <a:ext uri="{FF2B5EF4-FFF2-40B4-BE49-F238E27FC236}">
                <a16:creationId xmlns:a16="http://schemas.microsoft.com/office/drawing/2014/main" id="{622F4BE3-1976-094D-A75A-9E808D9C583B}"/>
              </a:ext>
            </a:extLst>
          </p:cNvPr>
          <p:cNvSpPr>
            <a:spLocks noGrp="1"/>
          </p:cNvSpPr>
          <p:nvPr>
            <p:ph type="sldNum" sz="quarter" idx="1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61062859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Appendix">
    <p:bg>
      <p:bgPr>
        <a:solidFill>
          <a:schemeClr val="bg1"/>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3" name="TextBox 2">
            <a:extLst>
              <a:ext uri="{FF2B5EF4-FFF2-40B4-BE49-F238E27FC236}">
                <a16:creationId xmlns:a16="http://schemas.microsoft.com/office/drawing/2014/main" id="{38806C56-85FD-3C45-99D9-91618A1C14B0}"/>
              </a:ext>
            </a:extLst>
          </p:cNvPr>
          <p:cNvSpPr txBox="1"/>
          <p:nvPr userDrawn="1"/>
        </p:nvSpPr>
        <p:spPr>
          <a:xfrm>
            <a:off x="5000187" y="3117376"/>
            <a:ext cx="2191626" cy="669414"/>
          </a:xfrm>
          <a:prstGeom prst="rect">
            <a:avLst/>
          </a:prstGeom>
          <a:noFill/>
        </p:spPr>
        <p:txBody>
          <a:bodyPr wrap="none" rtlCol="0" anchor="ctr">
            <a:spAutoFit/>
          </a:bodyPr>
          <a:lstStyle/>
          <a:p>
            <a:pPr algn="ctr"/>
            <a:r>
              <a:rPr lang="en-US" sz="3750">
                <a:solidFill>
                  <a:schemeClr val="tx1"/>
                </a:solidFill>
              </a:rPr>
              <a:t>Appendix</a:t>
            </a:r>
          </a:p>
        </p:txBody>
      </p:sp>
      <p:sp>
        <p:nvSpPr>
          <p:cNvPr id="6" name="Slide Number Placeholder 5">
            <a:extLst>
              <a:ext uri="{FF2B5EF4-FFF2-40B4-BE49-F238E27FC236}">
                <a16:creationId xmlns:a16="http://schemas.microsoft.com/office/drawing/2014/main" id="{6A1F8792-CEDF-274F-BA3B-4D50A0CDB808}"/>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27072301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Color Selection">
    <p:bg>
      <p:bgPr>
        <a:solidFill>
          <a:schemeClr val="bg1"/>
        </a:solidFill>
        <a:effectLst/>
      </p:bgPr>
    </p:bg>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BC55FDA-208C-4A45-91BF-82E14C600C82}"/>
              </a:ext>
            </a:extLst>
          </p:cNvPr>
          <p:cNvSpPr txBox="1"/>
          <p:nvPr userDrawn="1"/>
        </p:nvSpPr>
        <p:spPr>
          <a:xfrm>
            <a:off x="389757" y="1553601"/>
            <a:ext cx="2690194" cy="1375137"/>
          </a:xfrm>
          <a:prstGeom prst="rect">
            <a:avLst/>
          </a:prstGeom>
          <a:noFill/>
        </p:spPr>
        <p:txBody>
          <a:bodyPr wrap="square" lIns="0" tIns="0" rIns="0" bIns="0" rtlCol="0">
            <a:noAutofit/>
          </a:bodyPr>
          <a:lstStyle/>
          <a:p>
            <a:pPr>
              <a:lnSpc>
                <a:spcPct val="100000"/>
              </a:lnSpc>
            </a:pPr>
            <a:r>
              <a:rPr lang="en-GB" sz="1400" kern="1200">
                <a:solidFill>
                  <a:schemeClr val="tx1"/>
                </a:solidFill>
                <a:effectLst/>
                <a:latin typeface="+mn-lt"/>
                <a:ea typeface="+mn-ea"/>
                <a:cs typeface="+mn-cs"/>
              </a:rPr>
              <a:t>A collection of our brand colors are built into the template’s colour theme; these appear on every colour pull-down menu.</a:t>
            </a:r>
          </a:p>
        </p:txBody>
      </p:sp>
      <p:sp>
        <p:nvSpPr>
          <p:cNvPr id="70" name="TextBox 69">
            <a:extLst>
              <a:ext uri="{FF2B5EF4-FFF2-40B4-BE49-F238E27FC236}">
                <a16:creationId xmlns:a16="http://schemas.microsoft.com/office/drawing/2014/main" id="{95A36D1E-2E2A-304E-AC92-34FA92202003}"/>
              </a:ext>
            </a:extLst>
          </p:cNvPr>
          <p:cNvSpPr txBox="1"/>
          <p:nvPr userDrawn="1"/>
        </p:nvSpPr>
        <p:spPr>
          <a:xfrm>
            <a:off x="4281290" y="1553602"/>
            <a:ext cx="2677969"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Primary palette</a:t>
            </a:r>
          </a:p>
        </p:txBody>
      </p:sp>
      <p:sp>
        <p:nvSpPr>
          <p:cNvPr id="71" name="TextBox 70">
            <a:extLst>
              <a:ext uri="{FF2B5EF4-FFF2-40B4-BE49-F238E27FC236}">
                <a16:creationId xmlns:a16="http://schemas.microsoft.com/office/drawing/2014/main" id="{AC6E514C-95A0-DA4A-B3B5-7601F5C60C36}"/>
              </a:ext>
            </a:extLst>
          </p:cNvPr>
          <p:cNvSpPr txBox="1"/>
          <p:nvPr userDrawn="1"/>
        </p:nvSpPr>
        <p:spPr>
          <a:xfrm>
            <a:off x="7177079" y="1553602"/>
            <a:ext cx="2677969"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Infographics palette</a:t>
            </a:r>
          </a:p>
        </p:txBody>
      </p:sp>
      <p:sp>
        <p:nvSpPr>
          <p:cNvPr id="72" name="TextBox 71">
            <a:extLst>
              <a:ext uri="{FF2B5EF4-FFF2-40B4-BE49-F238E27FC236}">
                <a16:creationId xmlns:a16="http://schemas.microsoft.com/office/drawing/2014/main" id="{4E4E9191-A77B-F34E-B87B-E3B12CC7D48A}"/>
              </a:ext>
            </a:extLst>
          </p:cNvPr>
          <p:cNvSpPr txBox="1"/>
          <p:nvPr userDrawn="1"/>
        </p:nvSpPr>
        <p:spPr>
          <a:xfrm>
            <a:off x="10072867" y="1553602"/>
            <a:ext cx="1729376"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Rewards Gray</a:t>
            </a:r>
          </a:p>
        </p:txBody>
      </p:sp>
      <p:cxnSp>
        <p:nvCxnSpPr>
          <p:cNvPr id="10" name="Straight Connector 9">
            <a:extLst>
              <a:ext uri="{FF2B5EF4-FFF2-40B4-BE49-F238E27FC236}">
                <a16:creationId xmlns:a16="http://schemas.microsoft.com/office/drawing/2014/main" id="{5C901BF5-5A12-7742-AA68-41367EB98522}"/>
              </a:ext>
            </a:extLst>
          </p:cNvPr>
          <p:cNvCxnSpPr>
            <a:cxnSpLocks/>
          </p:cNvCxnSpPr>
          <p:nvPr userDrawn="1"/>
        </p:nvCxnSpPr>
        <p:spPr>
          <a:xfrm>
            <a:off x="6959259" y="1553601"/>
            <a:ext cx="0" cy="4373066"/>
          </a:xfrm>
          <a:prstGeom prst="line">
            <a:avLst/>
          </a:prstGeom>
          <a:ln>
            <a:solidFill>
              <a:srgbClr val="262626"/>
            </a:solidFill>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F92C7AA9-80A6-BA46-8212-A6B19D656E21}"/>
              </a:ext>
            </a:extLst>
          </p:cNvPr>
          <p:cNvSpPr/>
          <p:nvPr userDrawn="1"/>
        </p:nvSpPr>
        <p:spPr>
          <a:xfrm>
            <a:off x="4272030" y="2302204"/>
            <a:ext cx="1126869" cy="1126796"/>
          </a:xfrm>
          <a:prstGeom prst="ellipse">
            <a:avLst/>
          </a:prstGeom>
          <a:solidFill>
            <a:srgbClr val="E85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Signature Orange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#E8542C</a:t>
            </a:r>
          </a:p>
        </p:txBody>
      </p:sp>
      <p:sp>
        <p:nvSpPr>
          <p:cNvPr id="74" name="Oval 73">
            <a:extLst>
              <a:ext uri="{FF2B5EF4-FFF2-40B4-BE49-F238E27FC236}">
                <a16:creationId xmlns:a16="http://schemas.microsoft.com/office/drawing/2014/main" id="{CFAB172A-1BAA-464D-BAE1-7E824E8A303E}"/>
              </a:ext>
            </a:extLst>
          </p:cNvPr>
          <p:cNvSpPr/>
          <p:nvPr userDrawn="1"/>
        </p:nvSpPr>
        <p:spPr>
          <a:xfrm>
            <a:off x="5491310" y="2302204"/>
            <a:ext cx="1126869" cy="11267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Deep</a:t>
            </a:r>
          </a:p>
          <a:p>
            <a:pPr algn="ctr">
              <a:lnSpc>
                <a:spcPct val="100000"/>
              </a:lnSpc>
            </a:pPr>
            <a:r>
              <a:rPr lang="en-US" sz="900">
                <a:solidFill>
                  <a:schemeClr val="bg1"/>
                </a:solidFill>
              </a:rPr>
              <a:t>Blue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algn="ctr">
              <a:lnSpc>
                <a:spcPct val="100000"/>
              </a:lnSpc>
            </a:pPr>
            <a:r>
              <a:rPr lang="en-GB" sz="900" kern="1200">
                <a:solidFill>
                  <a:schemeClr val="lt1"/>
                </a:solidFill>
                <a:effectLst/>
                <a:latin typeface="+mn-lt"/>
                <a:ea typeface="+mn-ea"/>
                <a:cs typeface="+mn-cs"/>
              </a:rPr>
              <a:t>#1F4456</a:t>
            </a:r>
          </a:p>
        </p:txBody>
      </p:sp>
      <p:sp>
        <p:nvSpPr>
          <p:cNvPr id="75" name="Oval 74">
            <a:extLst>
              <a:ext uri="{FF2B5EF4-FFF2-40B4-BE49-F238E27FC236}">
                <a16:creationId xmlns:a16="http://schemas.microsoft.com/office/drawing/2014/main" id="{F1D0E45F-98DC-B34A-AFA6-51BCD7513D79}"/>
              </a:ext>
            </a:extLst>
          </p:cNvPr>
          <p:cNvSpPr/>
          <p:nvPr userDrawn="1"/>
        </p:nvSpPr>
        <p:spPr>
          <a:xfrm>
            <a:off x="4272030" y="3563738"/>
            <a:ext cx="1126869" cy="112679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Warm</a:t>
            </a:r>
          </a:p>
          <a:p>
            <a:pPr algn="ctr">
              <a:lnSpc>
                <a:spcPct val="100000"/>
              </a:lnSpc>
            </a:pPr>
            <a:r>
              <a:rPr lang="en-US" sz="900">
                <a:solidFill>
                  <a:srgbClr val="262626"/>
                </a:solidFill>
              </a:rPr>
              <a:t>White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algn="ctr">
              <a:lnSpc>
                <a:spcPct val="100000"/>
              </a:lnSpc>
            </a:pPr>
            <a:r>
              <a:rPr lang="en-GB" sz="900" kern="1200">
                <a:solidFill>
                  <a:srgbClr val="262626"/>
                </a:solidFill>
                <a:effectLst/>
                <a:latin typeface="+mn-lt"/>
                <a:ea typeface="+mn-ea"/>
                <a:cs typeface="+mn-cs"/>
              </a:rPr>
              <a:t>#F0EEED</a:t>
            </a:r>
          </a:p>
        </p:txBody>
      </p:sp>
      <p:sp>
        <p:nvSpPr>
          <p:cNvPr id="76" name="Oval 75">
            <a:extLst>
              <a:ext uri="{FF2B5EF4-FFF2-40B4-BE49-F238E27FC236}">
                <a16:creationId xmlns:a16="http://schemas.microsoft.com/office/drawing/2014/main" id="{6CA938AB-D89F-9843-A2B5-02DBB3E158C6}"/>
              </a:ext>
            </a:extLst>
          </p:cNvPr>
          <p:cNvSpPr/>
          <p:nvPr userDrawn="1"/>
        </p:nvSpPr>
        <p:spPr>
          <a:xfrm>
            <a:off x="5491310" y="3563738"/>
            <a:ext cx="1126869" cy="11267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Cool </a:t>
            </a:r>
          </a:p>
          <a:p>
            <a:pPr algn="ctr">
              <a:lnSpc>
                <a:spcPct val="100000"/>
              </a:lnSpc>
            </a:pPr>
            <a:r>
              <a:rPr lang="en-US" sz="900">
                <a:solidFill>
                  <a:srgbClr val="262626"/>
                </a:solidFill>
              </a:rPr>
              <a:t>Gray</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algn="ctr">
              <a:lnSpc>
                <a:spcPct val="100000"/>
              </a:lnSpc>
            </a:pPr>
            <a:r>
              <a:rPr lang="en-GB" sz="900" kern="1200">
                <a:solidFill>
                  <a:srgbClr val="262626"/>
                </a:solidFill>
                <a:effectLst/>
                <a:latin typeface="+mn-lt"/>
                <a:ea typeface="+mn-ea"/>
                <a:cs typeface="+mn-cs"/>
              </a:rPr>
              <a:t>#C2C7CA</a:t>
            </a:r>
          </a:p>
        </p:txBody>
      </p:sp>
      <p:sp>
        <p:nvSpPr>
          <p:cNvPr id="77" name="Oval 76">
            <a:extLst>
              <a:ext uri="{FF2B5EF4-FFF2-40B4-BE49-F238E27FC236}">
                <a16:creationId xmlns:a16="http://schemas.microsoft.com/office/drawing/2014/main" id="{992D69B6-A098-0F45-A305-DCD533E46EBA}"/>
              </a:ext>
            </a:extLst>
          </p:cNvPr>
          <p:cNvSpPr/>
          <p:nvPr userDrawn="1"/>
        </p:nvSpPr>
        <p:spPr>
          <a:xfrm>
            <a:off x="4272030" y="4799871"/>
            <a:ext cx="1126869" cy="1126796"/>
          </a:xfrm>
          <a:prstGeom prst="ellipse">
            <a:avLst/>
          </a:prstGeom>
          <a:solidFill>
            <a:schemeClr val="bg1"/>
          </a:solidFill>
          <a:ln>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White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#FFFFFF</a:t>
            </a:r>
          </a:p>
        </p:txBody>
      </p:sp>
      <p:sp>
        <p:nvSpPr>
          <p:cNvPr id="78" name="Oval 77">
            <a:extLst>
              <a:ext uri="{FF2B5EF4-FFF2-40B4-BE49-F238E27FC236}">
                <a16:creationId xmlns:a16="http://schemas.microsoft.com/office/drawing/2014/main" id="{121A5729-6302-C34E-A58B-7481EB87E7D3}"/>
              </a:ext>
            </a:extLst>
          </p:cNvPr>
          <p:cNvSpPr/>
          <p:nvPr userDrawn="1"/>
        </p:nvSpPr>
        <p:spPr>
          <a:xfrm>
            <a:off x="5491310" y="4799871"/>
            <a:ext cx="1126869" cy="112679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Black</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algn="ctr">
              <a:lnSpc>
                <a:spcPct val="100000"/>
              </a:lnSpc>
            </a:pPr>
            <a:r>
              <a:rPr lang="en-GB" sz="900" kern="1200">
                <a:solidFill>
                  <a:schemeClr val="lt1"/>
                </a:solidFill>
                <a:effectLst/>
                <a:latin typeface="+mn-lt"/>
                <a:ea typeface="+mn-ea"/>
                <a:cs typeface="+mn-cs"/>
              </a:rPr>
              <a:t>#262626</a:t>
            </a:r>
          </a:p>
        </p:txBody>
      </p:sp>
      <p:sp>
        <p:nvSpPr>
          <p:cNvPr id="79" name="Oval 78">
            <a:extLst>
              <a:ext uri="{FF2B5EF4-FFF2-40B4-BE49-F238E27FC236}">
                <a16:creationId xmlns:a16="http://schemas.microsoft.com/office/drawing/2014/main" id="{89BC4978-69C3-5147-B2BD-8D6FF46C6A3E}"/>
              </a:ext>
            </a:extLst>
          </p:cNvPr>
          <p:cNvSpPr/>
          <p:nvPr userDrawn="1"/>
        </p:nvSpPr>
        <p:spPr>
          <a:xfrm>
            <a:off x="7286691" y="2414293"/>
            <a:ext cx="900956" cy="900897"/>
          </a:xfrm>
          <a:prstGeom prst="ellipse">
            <a:avLst/>
          </a:prstGeom>
          <a:noFill/>
          <a:ln w="2286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pPr>
            <a:r>
              <a:rPr lang="en-GB" sz="900" kern="1200">
                <a:solidFill>
                  <a:srgbClr val="262626"/>
                </a:solidFill>
                <a:effectLst/>
                <a:latin typeface="+mn-lt"/>
                <a:ea typeface="+mn-ea"/>
                <a:cs typeface="+mn-cs"/>
              </a:rPr>
              <a:t>#448790</a:t>
            </a:r>
          </a:p>
        </p:txBody>
      </p:sp>
      <p:sp>
        <p:nvSpPr>
          <p:cNvPr id="87" name="Oval 86">
            <a:extLst>
              <a:ext uri="{FF2B5EF4-FFF2-40B4-BE49-F238E27FC236}">
                <a16:creationId xmlns:a16="http://schemas.microsoft.com/office/drawing/2014/main" id="{DEF7AC98-7B0F-D945-A87D-41FC3997B90E}"/>
              </a:ext>
            </a:extLst>
          </p:cNvPr>
          <p:cNvSpPr/>
          <p:nvPr userDrawn="1"/>
        </p:nvSpPr>
        <p:spPr>
          <a:xfrm>
            <a:off x="8508522" y="2414293"/>
            <a:ext cx="900956" cy="900897"/>
          </a:xfrm>
          <a:prstGeom prst="ellipse">
            <a:avLst/>
          </a:prstGeom>
          <a:noFill/>
          <a:ln w="228600">
            <a:solidFill>
              <a:srgbClr val="A1C6C8"/>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#A1C6C8</a:t>
            </a:r>
          </a:p>
        </p:txBody>
      </p:sp>
      <p:sp>
        <p:nvSpPr>
          <p:cNvPr id="88" name="Oval 87">
            <a:extLst>
              <a:ext uri="{FF2B5EF4-FFF2-40B4-BE49-F238E27FC236}">
                <a16:creationId xmlns:a16="http://schemas.microsoft.com/office/drawing/2014/main" id="{49D13394-02F0-3449-A673-D7B35532FE88}"/>
              </a:ext>
            </a:extLst>
          </p:cNvPr>
          <p:cNvSpPr/>
          <p:nvPr userDrawn="1"/>
        </p:nvSpPr>
        <p:spPr>
          <a:xfrm>
            <a:off x="7286691" y="3676687"/>
            <a:ext cx="900956" cy="900897"/>
          </a:xfrm>
          <a:prstGeom prst="ellipse">
            <a:avLst/>
          </a:prstGeom>
          <a:noFill/>
          <a:ln w="2286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F4C064</a:t>
            </a:r>
          </a:p>
        </p:txBody>
      </p:sp>
      <p:sp>
        <p:nvSpPr>
          <p:cNvPr id="89" name="Oval 88">
            <a:extLst>
              <a:ext uri="{FF2B5EF4-FFF2-40B4-BE49-F238E27FC236}">
                <a16:creationId xmlns:a16="http://schemas.microsoft.com/office/drawing/2014/main" id="{E2A59286-4F60-7645-AB43-1EC4F2F9282C}"/>
              </a:ext>
            </a:extLst>
          </p:cNvPr>
          <p:cNvSpPr/>
          <p:nvPr userDrawn="1"/>
        </p:nvSpPr>
        <p:spPr>
          <a:xfrm>
            <a:off x="8508522" y="3676687"/>
            <a:ext cx="900956" cy="900897"/>
          </a:xfrm>
          <a:prstGeom prst="ellipse">
            <a:avLst/>
          </a:prstGeom>
          <a:noFill/>
          <a:ln w="228600">
            <a:solidFill>
              <a:srgbClr val="EDD8B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#EDD8BC</a:t>
            </a:r>
          </a:p>
        </p:txBody>
      </p:sp>
      <p:sp>
        <p:nvSpPr>
          <p:cNvPr id="90" name="Oval 89">
            <a:extLst>
              <a:ext uri="{FF2B5EF4-FFF2-40B4-BE49-F238E27FC236}">
                <a16:creationId xmlns:a16="http://schemas.microsoft.com/office/drawing/2014/main" id="{B0BC203A-CA68-0E4D-A11C-736FAA6510A3}"/>
              </a:ext>
            </a:extLst>
          </p:cNvPr>
          <p:cNvSpPr/>
          <p:nvPr userDrawn="1"/>
        </p:nvSpPr>
        <p:spPr>
          <a:xfrm>
            <a:off x="7286691" y="4912821"/>
            <a:ext cx="900956" cy="900897"/>
          </a:xfrm>
          <a:prstGeom prst="ellipse">
            <a:avLst/>
          </a:prstGeom>
          <a:noFill/>
          <a:ln w="2286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426399</a:t>
            </a:r>
          </a:p>
        </p:txBody>
      </p:sp>
      <p:sp>
        <p:nvSpPr>
          <p:cNvPr id="91" name="Oval 90">
            <a:extLst>
              <a:ext uri="{FF2B5EF4-FFF2-40B4-BE49-F238E27FC236}">
                <a16:creationId xmlns:a16="http://schemas.microsoft.com/office/drawing/2014/main" id="{47BDB668-EB28-5E47-807B-03076E1400C5}"/>
              </a:ext>
            </a:extLst>
          </p:cNvPr>
          <p:cNvSpPr/>
          <p:nvPr userDrawn="1"/>
        </p:nvSpPr>
        <p:spPr>
          <a:xfrm>
            <a:off x="8508522" y="4912821"/>
            <a:ext cx="900956" cy="900897"/>
          </a:xfrm>
          <a:prstGeom prst="ellipse">
            <a:avLst/>
          </a:prstGeom>
          <a:noFill/>
          <a:ln w="228600">
            <a:solidFill>
              <a:srgbClr val="D9E5E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D9E5EC</a:t>
            </a:r>
          </a:p>
        </p:txBody>
      </p:sp>
      <p:cxnSp>
        <p:nvCxnSpPr>
          <p:cNvPr id="92" name="Straight Connector 91">
            <a:extLst>
              <a:ext uri="{FF2B5EF4-FFF2-40B4-BE49-F238E27FC236}">
                <a16:creationId xmlns:a16="http://schemas.microsoft.com/office/drawing/2014/main" id="{0BA01B46-766C-094E-B931-88F4AD4DD650}"/>
              </a:ext>
            </a:extLst>
          </p:cNvPr>
          <p:cNvCxnSpPr>
            <a:cxnSpLocks/>
          </p:cNvCxnSpPr>
          <p:nvPr userDrawn="1"/>
        </p:nvCxnSpPr>
        <p:spPr>
          <a:xfrm>
            <a:off x="9865209" y="1553601"/>
            <a:ext cx="0" cy="4373066"/>
          </a:xfrm>
          <a:prstGeom prst="line">
            <a:avLst/>
          </a:prstGeom>
          <a:ln>
            <a:solidFill>
              <a:srgbClr val="262626"/>
            </a:solidFill>
          </a:ln>
        </p:spPr>
        <p:style>
          <a:lnRef idx="1">
            <a:schemeClr val="dk1"/>
          </a:lnRef>
          <a:fillRef idx="0">
            <a:schemeClr val="dk1"/>
          </a:fillRef>
          <a:effectRef idx="0">
            <a:schemeClr val="dk1"/>
          </a:effectRef>
          <a:fontRef idx="minor">
            <a:schemeClr val="tx1"/>
          </a:fontRef>
        </p:style>
      </p:cxnSp>
      <p:sp>
        <p:nvSpPr>
          <p:cNvPr id="93" name="Oval 92">
            <a:extLst>
              <a:ext uri="{FF2B5EF4-FFF2-40B4-BE49-F238E27FC236}">
                <a16:creationId xmlns:a16="http://schemas.microsoft.com/office/drawing/2014/main" id="{5AC601D9-DAE9-E14C-832E-551832B2D766}"/>
              </a:ext>
            </a:extLst>
          </p:cNvPr>
          <p:cNvSpPr/>
          <p:nvPr userDrawn="1"/>
        </p:nvSpPr>
        <p:spPr>
          <a:xfrm>
            <a:off x="10083928" y="2302204"/>
            <a:ext cx="1126869" cy="1126796"/>
          </a:xfrm>
          <a:prstGeom prst="ellipse">
            <a:avLst/>
          </a:prstGeom>
          <a:solidFill>
            <a:srgbClr val="6F89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Rewards</a:t>
            </a:r>
          </a:p>
          <a:p>
            <a:pPr algn="ctr">
              <a:lnSpc>
                <a:spcPct val="100000"/>
              </a:lnSpc>
            </a:pPr>
            <a:r>
              <a:rPr lang="en-US" sz="900">
                <a:solidFill>
                  <a:schemeClr val="bg1"/>
                </a:solidFill>
              </a:rPr>
              <a:t>Gray</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chemeClr val="lt1"/>
                </a:solidFill>
                <a:effectLst/>
                <a:latin typeface="+mn-lt"/>
                <a:ea typeface="+mn-ea"/>
                <a:cs typeface="+mn-cs"/>
              </a:rPr>
              <a:t>#6F8996</a:t>
            </a:r>
          </a:p>
        </p:txBody>
      </p:sp>
      <p:sp>
        <p:nvSpPr>
          <p:cNvPr id="94" name="TextBox 93">
            <a:extLst>
              <a:ext uri="{FF2B5EF4-FFF2-40B4-BE49-F238E27FC236}">
                <a16:creationId xmlns:a16="http://schemas.microsoft.com/office/drawing/2014/main" id="{D664392E-81FE-364D-926B-02EA69857AC3}"/>
              </a:ext>
            </a:extLst>
          </p:cNvPr>
          <p:cNvSpPr txBox="1"/>
          <p:nvPr userDrawn="1"/>
        </p:nvSpPr>
        <p:spPr>
          <a:xfrm>
            <a:off x="10089802" y="3656721"/>
            <a:ext cx="1469904" cy="1375137"/>
          </a:xfrm>
          <a:prstGeom prst="rect">
            <a:avLst/>
          </a:prstGeom>
          <a:noFill/>
        </p:spPr>
        <p:txBody>
          <a:bodyPr wrap="square" lIns="0" tIns="0" rIns="0" bIns="0" rtlCol="0">
            <a:noAutofit/>
          </a:bodyPr>
          <a:lstStyle/>
          <a:p>
            <a:pPr>
              <a:lnSpc>
                <a:spcPct val="100000"/>
              </a:lnSpc>
            </a:pPr>
            <a:r>
              <a:rPr lang="en-GB" sz="900" kern="1200">
                <a:solidFill>
                  <a:srgbClr val="262626"/>
                </a:solidFill>
                <a:effectLst/>
                <a:latin typeface="+mn-lt"/>
                <a:ea typeface="+mn-ea"/>
                <a:cs typeface="+mn-cs"/>
              </a:rPr>
              <a:t>Rewards Gray should only be used on PowerPoint presentations that feature IHG</a:t>
            </a:r>
            <a:r>
              <a:rPr lang="en-GB" sz="900" kern="1200" baseline="30000">
                <a:solidFill>
                  <a:srgbClr val="262626"/>
                </a:solidFill>
                <a:effectLst/>
                <a:latin typeface="+mn-lt"/>
                <a:ea typeface="+mn-ea"/>
                <a:cs typeface="+mn-cs"/>
              </a:rPr>
              <a:t>®</a:t>
            </a:r>
            <a:r>
              <a:rPr lang="en-GB" sz="900" kern="1200">
                <a:solidFill>
                  <a:srgbClr val="262626"/>
                </a:solidFill>
                <a:effectLst/>
                <a:latin typeface="+mn-lt"/>
                <a:ea typeface="+mn-ea"/>
                <a:cs typeface="+mn-cs"/>
              </a:rPr>
              <a:t> Rewards.</a:t>
            </a:r>
          </a:p>
        </p:txBody>
      </p:sp>
      <p:sp>
        <p:nvSpPr>
          <p:cNvPr id="30" name="Text Placeholder 5">
            <a:extLst>
              <a:ext uri="{FF2B5EF4-FFF2-40B4-BE49-F238E27FC236}">
                <a16:creationId xmlns:a16="http://schemas.microsoft.com/office/drawing/2014/main" id="{C4F49C69-DDFE-F544-A24E-974B9FA94354}"/>
              </a:ext>
            </a:extLst>
          </p:cNvPr>
          <p:cNvSpPr>
            <a:spLocks noGrp="1"/>
          </p:cNvSpPr>
          <p:nvPr>
            <p:ph type="body" sz="quarter" idx="22"/>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31" name="Text Placeholder 7">
            <a:extLst>
              <a:ext uri="{FF2B5EF4-FFF2-40B4-BE49-F238E27FC236}">
                <a16:creationId xmlns:a16="http://schemas.microsoft.com/office/drawing/2014/main" id="{EF3FB2AE-B6EC-8B40-B6AF-B0AD2630D3A2}"/>
              </a:ext>
            </a:extLst>
          </p:cNvPr>
          <p:cNvSpPr>
            <a:spLocks noGrp="1"/>
          </p:cNvSpPr>
          <p:nvPr>
            <p:ph type="body" sz="quarter" idx="23"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FB331025-DAFD-814C-A4D9-9FF86DCD2FA3}"/>
              </a:ext>
            </a:extLst>
          </p:cNvPr>
          <p:cNvSpPr>
            <a:spLocks noGrp="1"/>
          </p:cNvSpPr>
          <p:nvPr>
            <p:ph type="sldNum" sz="quarter" idx="24"/>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07971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4738026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59832671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68961822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55818040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117396734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7990878"/>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5537110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19905050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1F445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82047991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41765009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400550929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4159374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12121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_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9" y="320675"/>
            <a:ext cx="1806574" cy="490538"/>
          </a:xfrm>
        </p:spPr>
        <p:txBody>
          <a:bodyPr lIns="0"/>
          <a:lstStyle>
            <a:lvl1pPr marL="0" indent="0" algn="r">
              <a:lnSpc>
                <a:spcPct val="100000"/>
              </a:lnSpc>
              <a:spcAft>
                <a:spcPts val="0"/>
              </a:spcAft>
              <a:buNone/>
              <a:defRPr sz="800" cap="all" spc="150" baseline="0">
                <a:solidFill>
                  <a:schemeClr val="accent1"/>
                </a:solidFill>
              </a:defRPr>
            </a:lvl1pPr>
            <a:lvl2pPr marL="457206" indent="0">
              <a:buNone/>
              <a:defRPr/>
            </a:lvl2pPr>
            <a:lvl3pPr marL="914411" indent="0">
              <a:buNone/>
              <a:defRPr/>
            </a:lvl3pPr>
            <a:lvl4pPr marL="1371617" indent="0">
              <a:buNone/>
              <a:defRPr/>
            </a:lvl4pPr>
            <a:lvl5pPr marL="1828823"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96275419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29755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45874169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6_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112494936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0765F987-6611-5826-05EC-B9A37AE389BC}"/>
              </a:ext>
            </a:extLst>
          </p:cNvPr>
          <p:cNvSpPr>
            <a:spLocks noGrp="1"/>
          </p:cNvSpPr>
          <p:nvPr>
            <p:ph type="body" sz="quarter" idx="14" hasCustomPrompt="1"/>
          </p:nvPr>
        </p:nvSpPr>
        <p:spPr>
          <a:xfrm>
            <a:off x="4441751" y="1247730"/>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01</a:t>
            </a:r>
            <a:endParaRPr lang="en-US"/>
          </a:p>
        </p:txBody>
      </p:sp>
      <p:sp>
        <p:nvSpPr>
          <p:cNvPr id="39" name="Text Placeholder 37">
            <a:extLst>
              <a:ext uri="{FF2B5EF4-FFF2-40B4-BE49-F238E27FC236}">
                <a16:creationId xmlns:a16="http://schemas.microsoft.com/office/drawing/2014/main" id="{F0D027BF-1B85-18F5-4135-81DDF44A9311}"/>
              </a:ext>
            </a:extLst>
          </p:cNvPr>
          <p:cNvSpPr>
            <a:spLocks noGrp="1"/>
          </p:cNvSpPr>
          <p:nvPr>
            <p:ph type="body" sz="quarter" idx="15" hasCustomPrompt="1"/>
          </p:nvPr>
        </p:nvSpPr>
        <p:spPr>
          <a:xfrm>
            <a:off x="4441751" y="2103604"/>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02</a:t>
            </a:r>
            <a:endParaRPr lang="en-US"/>
          </a:p>
        </p:txBody>
      </p:sp>
      <p:sp>
        <p:nvSpPr>
          <p:cNvPr id="40" name="Text Placeholder 37">
            <a:extLst>
              <a:ext uri="{FF2B5EF4-FFF2-40B4-BE49-F238E27FC236}">
                <a16:creationId xmlns:a16="http://schemas.microsoft.com/office/drawing/2014/main" id="{6EF20232-C0CB-6031-2BA3-649EAF84AC6A}"/>
              </a:ext>
            </a:extLst>
          </p:cNvPr>
          <p:cNvSpPr>
            <a:spLocks noGrp="1"/>
          </p:cNvSpPr>
          <p:nvPr>
            <p:ph type="body" sz="quarter" idx="16" hasCustomPrompt="1"/>
          </p:nvPr>
        </p:nvSpPr>
        <p:spPr>
          <a:xfrm>
            <a:off x="4441751" y="295947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03</a:t>
            </a:r>
            <a:endParaRPr lang="en-US"/>
          </a:p>
        </p:txBody>
      </p:sp>
      <p:sp>
        <p:nvSpPr>
          <p:cNvPr id="42" name="Text Placeholder 37">
            <a:extLst>
              <a:ext uri="{FF2B5EF4-FFF2-40B4-BE49-F238E27FC236}">
                <a16:creationId xmlns:a16="http://schemas.microsoft.com/office/drawing/2014/main" id="{4B71EB16-FDCD-4CA7-D34B-1232842DC200}"/>
              </a:ext>
            </a:extLst>
          </p:cNvPr>
          <p:cNvSpPr>
            <a:spLocks noGrp="1"/>
          </p:cNvSpPr>
          <p:nvPr>
            <p:ph type="body" sz="quarter" idx="17" hasCustomPrompt="1"/>
          </p:nvPr>
        </p:nvSpPr>
        <p:spPr>
          <a:xfrm>
            <a:off x="4441751" y="3815352"/>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04</a:t>
            </a:r>
            <a:endParaRPr lang="en-US"/>
          </a:p>
        </p:txBody>
      </p:sp>
      <p:sp>
        <p:nvSpPr>
          <p:cNvPr id="43" name="Text Placeholder 37">
            <a:extLst>
              <a:ext uri="{FF2B5EF4-FFF2-40B4-BE49-F238E27FC236}">
                <a16:creationId xmlns:a16="http://schemas.microsoft.com/office/drawing/2014/main" id="{D73C0D85-FED3-963B-1993-3DBA738DC59A}"/>
              </a:ext>
            </a:extLst>
          </p:cNvPr>
          <p:cNvSpPr>
            <a:spLocks noGrp="1"/>
          </p:cNvSpPr>
          <p:nvPr>
            <p:ph type="body" sz="quarter" idx="18" hasCustomPrompt="1"/>
          </p:nvPr>
        </p:nvSpPr>
        <p:spPr>
          <a:xfrm>
            <a:off x="5776839" y="1247730"/>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4" name="Text Placeholder 37">
            <a:extLst>
              <a:ext uri="{FF2B5EF4-FFF2-40B4-BE49-F238E27FC236}">
                <a16:creationId xmlns:a16="http://schemas.microsoft.com/office/drawing/2014/main" id="{EA0DF1CF-C6DE-6D92-A17B-A56B11B9B543}"/>
              </a:ext>
            </a:extLst>
          </p:cNvPr>
          <p:cNvSpPr>
            <a:spLocks noGrp="1"/>
          </p:cNvSpPr>
          <p:nvPr>
            <p:ph type="body" sz="quarter" idx="19" hasCustomPrompt="1"/>
          </p:nvPr>
        </p:nvSpPr>
        <p:spPr>
          <a:xfrm>
            <a:off x="5776839" y="2103604"/>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5" name="Text Placeholder 37">
            <a:extLst>
              <a:ext uri="{FF2B5EF4-FFF2-40B4-BE49-F238E27FC236}">
                <a16:creationId xmlns:a16="http://schemas.microsoft.com/office/drawing/2014/main" id="{A0332E3A-5D5F-D7B2-5A9B-D19016D5B93A}"/>
              </a:ext>
            </a:extLst>
          </p:cNvPr>
          <p:cNvSpPr>
            <a:spLocks noGrp="1"/>
          </p:cNvSpPr>
          <p:nvPr>
            <p:ph type="body" sz="quarter" idx="20" hasCustomPrompt="1"/>
          </p:nvPr>
        </p:nvSpPr>
        <p:spPr>
          <a:xfrm>
            <a:off x="5776839" y="295947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6" name="Text Placeholder 37">
            <a:extLst>
              <a:ext uri="{FF2B5EF4-FFF2-40B4-BE49-F238E27FC236}">
                <a16:creationId xmlns:a16="http://schemas.microsoft.com/office/drawing/2014/main" id="{7E0FA794-6E70-3C3D-2431-AC01C1E312F1}"/>
              </a:ext>
            </a:extLst>
          </p:cNvPr>
          <p:cNvSpPr>
            <a:spLocks noGrp="1"/>
          </p:cNvSpPr>
          <p:nvPr>
            <p:ph type="body" sz="quarter" idx="21" hasCustomPrompt="1"/>
          </p:nvPr>
        </p:nvSpPr>
        <p:spPr>
          <a:xfrm>
            <a:off x="5776839" y="3815352"/>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15936" y="1268413"/>
            <a:ext cx="3600000" cy="1440000"/>
          </a:xfrm>
        </p:spPr>
        <p:txBody>
          <a:bodyPr/>
          <a:lstStyle/>
          <a:p>
            <a:r>
              <a:rPr lang="en-GB"/>
              <a:t>Contents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grpSp>
        <p:nvGrpSpPr>
          <p:cNvPr id="36" name="Group 35">
            <a:extLst>
              <a:ext uri="{FF2B5EF4-FFF2-40B4-BE49-F238E27FC236}">
                <a16:creationId xmlns:a16="http://schemas.microsoft.com/office/drawing/2014/main" id="{6F7F0560-66ED-39BF-1B48-2296B67771A8}"/>
              </a:ext>
            </a:extLst>
          </p:cNvPr>
          <p:cNvGrpSpPr/>
          <p:nvPr userDrawn="1"/>
        </p:nvGrpSpPr>
        <p:grpSpPr>
          <a:xfrm>
            <a:off x="4441751" y="1247864"/>
            <a:ext cx="7056000" cy="3425018"/>
            <a:chOff x="4441751" y="1247864"/>
            <a:chExt cx="7056000" cy="3425018"/>
          </a:xfrm>
        </p:grpSpPr>
        <p:cxnSp>
          <p:nvCxnSpPr>
            <p:cNvPr id="31" name="Straight Connector 30">
              <a:extLst>
                <a:ext uri="{FF2B5EF4-FFF2-40B4-BE49-F238E27FC236}">
                  <a16:creationId xmlns:a16="http://schemas.microsoft.com/office/drawing/2014/main" id="{424C8716-64CB-B222-E494-41205496D202}"/>
                </a:ext>
              </a:extLst>
            </p:cNvPr>
            <p:cNvCxnSpPr>
              <a:cxnSpLocks/>
            </p:cNvCxnSpPr>
            <p:nvPr userDrawn="1"/>
          </p:nvCxnSpPr>
          <p:spPr>
            <a:xfrm>
              <a:off x="4441751" y="124786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1DC8087-D3FA-8C7D-1732-D42D5855654F}"/>
                </a:ext>
              </a:extLst>
            </p:cNvPr>
            <p:cNvCxnSpPr>
              <a:cxnSpLocks/>
            </p:cNvCxnSpPr>
            <p:nvPr userDrawn="1"/>
          </p:nvCxnSpPr>
          <p:spPr>
            <a:xfrm>
              <a:off x="4441751" y="210411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921AA0B-322D-A6D2-1AC2-E67159B8A7EF}"/>
                </a:ext>
              </a:extLst>
            </p:cNvPr>
            <p:cNvCxnSpPr>
              <a:cxnSpLocks/>
            </p:cNvCxnSpPr>
            <p:nvPr userDrawn="1"/>
          </p:nvCxnSpPr>
          <p:spPr>
            <a:xfrm>
              <a:off x="4441751" y="296037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C830663-9213-4F74-EADD-8C97ACD75A78}"/>
                </a:ext>
              </a:extLst>
            </p:cNvPr>
            <p:cNvCxnSpPr>
              <a:cxnSpLocks/>
            </p:cNvCxnSpPr>
            <p:nvPr userDrawn="1"/>
          </p:nvCxnSpPr>
          <p:spPr>
            <a:xfrm>
              <a:off x="4441751" y="381662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B93942F-1BAA-D291-6DFE-5D5396CCAF31}"/>
                </a:ext>
              </a:extLst>
            </p:cNvPr>
            <p:cNvCxnSpPr>
              <a:cxnSpLocks/>
            </p:cNvCxnSpPr>
            <p:nvPr userDrawn="1"/>
          </p:nvCxnSpPr>
          <p:spPr>
            <a:xfrm>
              <a:off x="4441751" y="4672882"/>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7" name="Text Placeholder 37">
            <a:extLst>
              <a:ext uri="{FF2B5EF4-FFF2-40B4-BE49-F238E27FC236}">
                <a16:creationId xmlns:a16="http://schemas.microsoft.com/office/drawing/2014/main" id="{071B429B-A813-2228-8D88-D0FA31728AD0}"/>
              </a:ext>
            </a:extLst>
          </p:cNvPr>
          <p:cNvSpPr>
            <a:spLocks noGrp="1"/>
          </p:cNvSpPr>
          <p:nvPr>
            <p:ph type="body" sz="quarter" idx="22" hasCustomPrompt="1"/>
          </p:nvPr>
        </p:nvSpPr>
        <p:spPr>
          <a:xfrm>
            <a:off x="4441751" y="467122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05</a:t>
            </a:r>
            <a:endParaRPr lang="en-US"/>
          </a:p>
        </p:txBody>
      </p:sp>
      <p:sp>
        <p:nvSpPr>
          <p:cNvPr id="48" name="Text Placeholder 37">
            <a:extLst>
              <a:ext uri="{FF2B5EF4-FFF2-40B4-BE49-F238E27FC236}">
                <a16:creationId xmlns:a16="http://schemas.microsoft.com/office/drawing/2014/main" id="{9A57FEBE-54BA-1BEA-53B0-B6937E62C91E}"/>
              </a:ext>
            </a:extLst>
          </p:cNvPr>
          <p:cNvSpPr>
            <a:spLocks noGrp="1"/>
          </p:cNvSpPr>
          <p:nvPr>
            <p:ph type="body" sz="quarter" idx="23" hasCustomPrompt="1"/>
          </p:nvPr>
        </p:nvSpPr>
        <p:spPr>
          <a:xfrm>
            <a:off x="5776839" y="467122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Tree>
    <p:extLst>
      <p:ext uri="{BB962C8B-B14F-4D97-AF65-F5344CB8AC3E}">
        <p14:creationId xmlns:p14="http://schemas.microsoft.com/office/powerpoint/2010/main" val="19291912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Statment - Split Image">
    <p:bg>
      <p:bgPr>
        <a:solidFill>
          <a:schemeClr val="tx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49510" y="5058"/>
            <a:ext cx="6142490" cy="6876000"/>
          </a:xfrm>
          <a:solidFill>
            <a:schemeClr val="bg1">
              <a:lumMod val="85000"/>
            </a:schemeClr>
          </a:solidFill>
        </p:spPr>
        <p:txBody>
          <a:bodyPr/>
          <a:lstStyle/>
          <a:p>
            <a:r>
              <a:rPr lang="en-US"/>
              <a:t>Click icon to add picture</a:t>
            </a:r>
          </a:p>
        </p:txBody>
      </p:sp>
      <p:pic>
        <p:nvPicPr>
          <p:cNvPr id="6" name="Graphic 5">
            <a:extLst>
              <a:ext uri="{FF2B5EF4-FFF2-40B4-BE49-F238E27FC236}">
                <a16:creationId xmlns:a16="http://schemas.microsoft.com/office/drawing/2014/main" id="{02F718EE-F749-6245-360C-62743886D2EA}"/>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8" name="Slide Number Placeholder 5">
            <a:extLst>
              <a:ext uri="{FF2B5EF4-FFF2-40B4-BE49-F238E27FC236}">
                <a16:creationId xmlns:a16="http://schemas.microsoft.com/office/drawing/2014/main" id="{55227DA8-49BF-BC91-6F9E-8D36260C6086}"/>
              </a:ext>
            </a:extLst>
          </p:cNvPr>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sp>
        <p:nvSpPr>
          <p:cNvPr id="11" name="Text Placeholder 10">
            <a:extLst>
              <a:ext uri="{FF2B5EF4-FFF2-40B4-BE49-F238E27FC236}">
                <a16:creationId xmlns:a16="http://schemas.microsoft.com/office/drawing/2014/main" id="{C3CD4768-C978-97ED-767A-3070AEC53FE7}"/>
              </a:ext>
            </a:extLst>
          </p:cNvPr>
          <p:cNvSpPr>
            <a:spLocks noGrp="1"/>
          </p:cNvSpPr>
          <p:nvPr>
            <p:ph type="body" sz="quarter" idx="14" hasCustomPrompt="1"/>
          </p:nvPr>
        </p:nvSpPr>
        <p:spPr>
          <a:xfrm>
            <a:off x="515938" y="1933575"/>
            <a:ext cx="5156200" cy="2522538"/>
          </a:xfrm>
        </p:spPr>
        <p:txBody>
          <a:bodyPr anchor="b"/>
          <a:lstStyle>
            <a:lvl1pPr marL="0" indent="0" algn="ctr">
              <a:lnSpc>
                <a:spcPct val="90000"/>
              </a:lnSpc>
              <a:spcAft>
                <a:spcPts val="0"/>
              </a:spcAft>
              <a:buNone/>
              <a:defRPr lang="en-GB" sz="5000" b="0" i="0" smtClean="0">
                <a:solidFill>
                  <a:schemeClr val="bg1"/>
                </a:solidFill>
                <a:effectLst/>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GB"/>
              <a:t>Large statement</a:t>
            </a:r>
            <a:br>
              <a:rPr lang="en-GB"/>
            </a:br>
            <a:r>
              <a:rPr lang="en-GB"/>
              <a:t>half &amp; half</a:t>
            </a:r>
            <a:br>
              <a:rPr lang="en-GB"/>
            </a:br>
            <a:r>
              <a:rPr lang="en-GB"/>
              <a:t>split image</a:t>
            </a:r>
            <a:endParaRPr lang="en-US"/>
          </a:p>
        </p:txBody>
      </p:sp>
    </p:spTree>
    <p:extLst>
      <p:ext uri="{BB962C8B-B14F-4D97-AF65-F5344CB8AC3E}">
        <p14:creationId xmlns:p14="http://schemas.microsoft.com/office/powerpoint/2010/main" val="7449753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7787551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4361262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7_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06703521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6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358495402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5_Section Divider">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219847345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4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236598592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4_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56864471"/>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2260008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0_Title Only">
    <p:bg>
      <p:bgPr>
        <a:solidFill>
          <a:srgbClr val="1F445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41715040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386480778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6_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90009756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341384183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Content Slide 1 Text Bloc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5A4C779-8AD3-426D-A981-180B52AA342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think-cell data - do not delete" hidden="1">
                        <a:extLst>
                          <a:ext uri="{FF2B5EF4-FFF2-40B4-BE49-F238E27FC236}">
                            <a16:creationId xmlns:a16="http://schemas.microsoft.com/office/drawing/2014/main" id="{15A4C779-8AD3-426D-A981-180B52AA34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2CE804C-5BFE-49EA-BEF9-E14BC1591394}"/>
              </a:ext>
            </a:extLst>
          </p:cNvPr>
          <p:cNvSpPr>
            <a:spLocks noGrp="1"/>
          </p:cNvSpPr>
          <p:nvPr>
            <p:ph type="title" hasCustomPrompt="1"/>
          </p:nvPr>
        </p:nvSpPr>
        <p:spPr>
          <a:xfrm>
            <a:off x="400391" y="320676"/>
            <a:ext cx="9592056" cy="991282"/>
          </a:xfrm>
        </p:spPr>
        <p:txBody>
          <a:bodyPr vert="horz" lIns="0" tIns="0" rIns="0" bIns="0" anchor="t"/>
          <a:lstStyle>
            <a:lvl1pPr>
              <a:spcAft>
                <a:spcPts val="600"/>
              </a:spcAft>
              <a:defRPr sz="3000"/>
            </a:lvl1pPr>
          </a:lstStyle>
          <a:p>
            <a:pPr lvl="0"/>
            <a:r>
              <a:rPr lang="en-GB"/>
              <a:t>Content section title</a:t>
            </a:r>
          </a:p>
        </p:txBody>
      </p:sp>
      <p:sp>
        <p:nvSpPr>
          <p:cNvPr id="3" name="Text Placeholder 5">
            <a:extLst>
              <a:ext uri="{FF2B5EF4-FFF2-40B4-BE49-F238E27FC236}">
                <a16:creationId xmlns:a16="http://schemas.microsoft.com/office/drawing/2014/main" id="{16132827-075A-4B54-9F90-03FC47D52710}"/>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tx2"/>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9" name="Text Placeholder 9">
            <a:extLst>
              <a:ext uri="{FF2B5EF4-FFF2-40B4-BE49-F238E27FC236}">
                <a16:creationId xmlns:a16="http://schemas.microsoft.com/office/drawing/2014/main" id="{3E4DB92E-FCCA-4806-8F2E-DEB3A5FAEC72}"/>
              </a:ext>
            </a:extLst>
          </p:cNvPr>
          <p:cNvSpPr>
            <a:spLocks noGrp="1"/>
          </p:cNvSpPr>
          <p:nvPr>
            <p:ph type="body" sz="quarter" idx="26"/>
          </p:nvPr>
        </p:nvSpPr>
        <p:spPr>
          <a:xfrm>
            <a:off x="400391" y="2082800"/>
            <a:ext cx="11391217" cy="3934642"/>
          </a:xfrm>
          <a:prstGeom prst="rect">
            <a:avLst/>
          </a:prstGeom>
        </p:spPr>
        <p:txBody>
          <a:bodyPr lIns="0" tIns="0" rIns="0" bIns="0"/>
          <a:lstStyle>
            <a:lvl1pPr>
              <a:lnSpc>
                <a:spcPct val="100000"/>
              </a:lnSpc>
              <a:spcBef>
                <a:spcPts val="600"/>
              </a:spcBef>
              <a:buNone/>
              <a:defRPr sz="2400">
                <a:solidFill>
                  <a:schemeClr val="tx1"/>
                </a:solidFill>
                <a:latin typeface="+mn-lt"/>
                <a:ea typeface="+mn-ea"/>
                <a:cs typeface="+mn-cs"/>
              </a:defRPr>
            </a:lvl1pPr>
            <a:lvl2pPr>
              <a:lnSpc>
                <a:spcPct val="100000"/>
              </a:lnSpc>
              <a:spcBef>
                <a:spcPts val="600"/>
              </a:spcBef>
              <a:defRPr sz="2400">
                <a:solidFill>
                  <a:schemeClr val="tx1"/>
                </a:solidFill>
                <a:latin typeface="+mn-lt"/>
                <a:ea typeface="+mn-ea"/>
                <a:cs typeface="+mn-cs"/>
              </a:defRPr>
            </a:lvl2pPr>
            <a:lvl3pPr>
              <a:lnSpc>
                <a:spcPct val="100000"/>
              </a:lnSpc>
              <a:spcBef>
                <a:spcPts val="600"/>
              </a:spcBef>
              <a:defRPr sz="2400">
                <a:solidFill>
                  <a:schemeClr val="tx1"/>
                </a:solidFill>
                <a:latin typeface="+mn-lt"/>
                <a:ea typeface="+mn-ea"/>
                <a:cs typeface="+mn-cs"/>
              </a:defRPr>
            </a:lvl3pPr>
            <a:lvl4pPr>
              <a:lnSpc>
                <a:spcPct val="100000"/>
              </a:lnSpc>
              <a:spcBef>
                <a:spcPts val="600"/>
              </a:spcBef>
              <a:defRPr sz="2400">
                <a:solidFill>
                  <a:schemeClr val="tx1"/>
                </a:solidFill>
                <a:latin typeface="+mn-lt"/>
                <a:ea typeface="+mn-ea"/>
                <a:cs typeface="+mn-cs"/>
              </a:defRPr>
            </a:lvl4pPr>
            <a:lvl5pPr>
              <a:lnSpc>
                <a:spcPts val="1750"/>
              </a:lnSpc>
              <a:defRPr sz="1400"/>
            </a:lvl5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8972347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4_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DDE965-4941-7132-45E7-50830D784BEF}"/>
              </a:ext>
            </a:extLst>
          </p:cNvPr>
          <p:cNvGraphicFramePr>
            <a:graphicFrameLocks noChangeAspect="1"/>
          </p:cNvGraphicFramePr>
          <p:nvPr userDrawn="1">
            <p:custDataLst>
              <p:tags r:id="rId1"/>
            </p:custDataLst>
            <p:extLst>
              <p:ext uri="{D42A27DB-BD31-4B8C-83A1-F6EECF244321}">
                <p14:modId xmlns:p14="http://schemas.microsoft.com/office/powerpoint/2010/main" val="939341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C1DDE965-4941-7132-45E7-50830D784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168485565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1_Cool Gray Blank">
    <p:bg>
      <p:bgPr>
        <a:solidFill>
          <a:srgbClr val="C2C7CA"/>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0D01C7-7BD5-A01A-5C6F-F986D8B51C6D}"/>
              </a:ext>
            </a:extLst>
          </p:cNvPr>
          <p:cNvGraphicFramePr>
            <a:graphicFrameLocks noChangeAspect="1"/>
          </p:cNvGraphicFramePr>
          <p:nvPr userDrawn="1">
            <p:custDataLst>
              <p:tags r:id="rId1"/>
            </p:custDataLst>
            <p:extLst>
              <p:ext uri="{D42A27DB-BD31-4B8C-83A1-F6EECF244321}">
                <p14:modId xmlns:p14="http://schemas.microsoft.com/office/powerpoint/2010/main" val="4122222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10D01C7-7BD5-A01A-5C6F-F986D8B51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59373255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7482667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F0B1F0-1477-8D21-AC20-6899CA257399}"/>
              </a:ext>
            </a:extLst>
          </p:cNvPr>
          <p:cNvGraphicFramePr>
            <a:graphicFrameLocks noChangeAspect="1"/>
          </p:cNvGraphicFramePr>
          <p:nvPr userDrawn="1">
            <p:custDataLst>
              <p:tags r:id="rId1"/>
            </p:custDataLst>
            <p:extLst>
              <p:ext uri="{D42A27DB-BD31-4B8C-83A1-F6EECF244321}">
                <p14:modId xmlns:p14="http://schemas.microsoft.com/office/powerpoint/2010/main" val="1651319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15F0B1F0-1477-8D21-AC20-6899CA257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28986924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86C98B7-DE10-82B5-99D4-C529F7A0038D}"/>
              </a:ext>
            </a:extLst>
          </p:cNvPr>
          <p:cNvGraphicFramePr>
            <a:graphicFrameLocks noChangeAspect="1"/>
          </p:cNvGraphicFramePr>
          <p:nvPr userDrawn="1">
            <p:custDataLst>
              <p:tags r:id="rId1"/>
            </p:custDataLst>
            <p:extLst>
              <p:ext uri="{D42A27DB-BD31-4B8C-83A1-F6EECF244321}">
                <p14:modId xmlns:p14="http://schemas.microsoft.com/office/powerpoint/2010/main" val="30324870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86C98B7-DE10-82B5-99D4-C529F7A003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17702250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EB5C00-E3D3-76F4-31C0-12D985953BD7}"/>
              </a:ext>
            </a:extLst>
          </p:cNvPr>
          <p:cNvGraphicFramePr>
            <a:graphicFrameLocks noChangeAspect="1"/>
          </p:cNvGraphicFramePr>
          <p:nvPr userDrawn="1">
            <p:custDataLst>
              <p:tags r:id="rId1"/>
            </p:custDataLst>
            <p:extLst>
              <p:ext uri="{D42A27DB-BD31-4B8C-83A1-F6EECF244321}">
                <p14:modId xmlns:p14="http://schemas.microsoft.com/office/powerpoint/2010/main" val="761161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39EB5C00-E3D3-76F4-31C0-12D985953B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1186249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99970C-B254-230C-FEDC-94BFF1194A6A}"/>
              </a:ext>
            </a:extLst>
          </p:cNvPr>
          <p:cNvGraphicFramePr>
            <a:graphicFrameLocks noChangeAspect="1"/>
          </p:cNvGraphicFramePr>
          <p:nvPr userDrawn="1">
            <p:custDataLst>
              <p:tags r:id="rId1"/>
            </p:custDataLst>
            <p:extLst>
              <p:ext uri="{D42A27DB-BD31-4B8C-83A1-F6EECF244321}">
                <p14:modId xmlns:p14="http://schemas.microsoft.com/office/powerpoint/2010/main" val="655918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1599970C-B254-230C-FEDC-94BFF1194A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5"/>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600" kern="800" spc="0">
              <a:solidFill>
                <a:schemeClr val="tx1"/>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55784893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859B6D-D802-9937-F4E6-73E1C96EC98C}"/>
              </a:ext>
            </a:extLst>
          </p:cNvPr>
          <p:cNvGraphicFramePr>
            <a:graphicFrameLocks noChangeAspect="1"/>
          </p:cNvGraphicFramePr>
          <p:nvPr userDrawn="1">
            <p:custDataLst>
              <p:tags r:id="rId1"/>
            </p:custDataLst>
            <p:extLst>
              <p:ext uri="{D42A27DB-BD31-4B8C-83A1-F6EECF244321}">
                <p14:modId xmlns:p14="http://schemas.microsoft.com/office/powerpoint/2010/main" val="30961265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8B859B6D-D802-9937-F4E6-73E1C96EC9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accent2"/>
                </a:solidFill>
                <a:effectLst/>
                <a:latin typeface="+mn-lt"/>
              </a:rPr>
              <a:t>®IHG | Confidential &amp; Proprietary</a:t>
            </a:r>
            <a:endParaRPr lang="en-GB" sz="600" kern="800" spc="0">
              <a:solidFill>
                <a:schemeClr val="accent2"/>
              </a:solidFill>
              <a:latin typeface="+mn-lt"/>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5"/>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rtl="0">
              <a:defRPr>
                <a:solidFill>
                  <a:schemeClr val="bg1"/>
                </a:solidFill>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09366544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1EDB389-5F78-A70A-18FD-102A95934547}"/>
              </a:ext>
            </a:extLst>
          </p:cNvPr>
          <p:cNvGraphicFramePr>
            <a:graphicFrameLocks noChangeAspect="1"/>
          </p:cNvGraphicFramePr>
          <p:nvPr userDrawn="1">
            <p:custDataLst>
              <p:tags r:id="rId1"/>
            </p:custDataLst>
            <p:extLst>
              <p:ext uri="{D42A27DB-BD31-4B8C-83A1-F6EECF244321}">
                <p14:modId xmlns:p14="http://schemas.microsoft.com/office/powerpoint/2010/main" val="1672738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41EDB389-5F78-A70A-18FD-102A959345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90740457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4F92D57-CD68-CA19-A5E3-83E0C7A7D36A}"/>
              </a:ext>
            </a:extLst>
          </p:cNvPr>
          <p:cNvGraphicFramePr>
            <a:graphicFrameLocks noChangeAspect="1"/>
          </p:cNvGraphicFramePr>
          <p:nvPr userDrawn="1">
            <p:custDataLst>
              <p:tags r:id="rId1"/>
            </p:custDataLst>
            <p:extLst>
              <p:ext uri="{D42A27DB-BD31-4B8C-83A1-F6EECF244321}">
                <p14:modId xmlns:p14="http://schemas.microsoft.com/office/powerpoint/2010/main" val="2910544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4F92D57-CD68-CA19-A5E3-83E0C7A7D3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rtl="0">
              <a:defRPr>
                <a:solidFill>
                  <a:schemeClr val="bg1"/>
                </a:solidFill>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27158128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0D01C7-7BD5-A01A-5C6F-F986D8B51C6D}"/>
              </a:ext>
            </a:extLst>
          </p:cNvPr>
          <p:cNvGraphicFramePr>
            <a:graphicFrameLocks noChangeAspect="1"/>
          </p:cNvGraphicFramePr>
          <p:nvPr userDrawn="1">
            <p:custDataLst>
              <p:tags r:id="rId1"/>
            </p:custDataLst>
            <p:extLst>
              <p:ext uri="{D42A27DB-BD31-4B8C-83A1-F6EECF244321}">
                <p14:modId xmlns:p14="http://schemas.microsoft.com/office/powerpoint/2010/main" val="4122222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10D01C7-7BD5-A01A-5C6F-F986D8B51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124190551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Presentation Title Image Galler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FC497D2-91ED-662A-D962-216849C53D75}"/>
              </a:ext>
            </a:extLst>
          </p:cNvPr>
          <p:cNvGraphicFramePr>
            <a:graphicFrameLocks noChangeAspect="1"/>
          </p:cNvGraphicFramePr>
          <p:nvPr userDrawn="1">
            <p:custDataLst>
              <p:tags r:id="rId1"/>
            </p:custDataLst>
            <p:extLst>
              <p:ext uri="{D42A27DB-BD31-4B8C-83A1-F6EECF244321}">
                <p14:modId xmlns:p14="http://schemas.microsoft.com/office/powerpoint/2010/main" val="1476739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5FC497D2-91ED-662A-D962-216849C53D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Picture Placeholder 3">
            <a:extLst>
              <a:ext uri="{FF2B5EF4-FFF2-40B4-BE49-F238E27FC236}">
                <a16:creationId xmlns:a16="http://schemas.microsoft.com/office/drawing/2014/main" id="{D8585B6A-9C3E-BF4A-A865-E0C828397480}"/>
              </a:ext>
            </a:extLst>
          </p:cNvPr>
          <p:cNvSpPr>
            <a:spLocks noGrp="1"/>
          </p:cNvSpPr>
          <p:nvPr>
            <p:ph type="pic" sz="quarter" idx="14" hasCustomPrompt="1"/>
          </p:nvPr>
        </p:nvSpPr>
        <p:spPr>
          <a:xfrm>
            <a:off x="-1" y="1403748"/>
            <a:ext cx="3010502" cy="29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2" name="Picture Placeholder 3">
            <a:extLst>
              <a:ext uri="{FF2B5EF4-FFF2-40B4-BE49-F238E27FC236}">
                <a16:creationId xmlns:a16="http://schemas.microsoft.com/office/drawing/2014/main" id="{DEBF2340-24F5-7449-A747-E6C8095E6A54}"/>
              </a:ext>
            </a:extLst>
          </p:cNvPr>
          <p:cNvSpPr>
            <a:spLocks noGrp="1"/>
          </p:cNvSpPr>
          <p:nvPr>
            <p:ph type="pic" sz="quarter" idx="15" hasCustomPrompt="1"/>
          </p:nvPr>
        </p:nvSpPr>
        <p:spPr>
          <a:xfrm>
            <a:off x="3095093" y="1403748"/>
            <a:ext cx="1849682" cy="20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5" name="Picture Placeholder 3">
            <a:extLst>
              <a:ext uri="{FF2B5EF4-FFF2-40B4-BE49-F238E27FC236}">
                <a16:creationId xmlns:a16="http://schemas.microsoft.com/office/drawing/2014/main" id="{D43A5DDA-E27A-CD48-98DD-4F2254AD49AD}"/>
              </a:ext>
            </a:extLst>
          </p:cNvPr>
          <p:cNvSpPr>
            <a:spLocks noGrp="1"/>
          </p:cNvSpPr>
          <p:nvPr>
            <p:ph type="pic" sz="quarter" idx="16" hasCustomPrompt="1"/>
          </p:nvPr>
        </p:nvSpPr>
        <p:spPr>
          <a:xfrm>
            <a:off x="5029527" y="1403748"/>
            <a:ext cx="2813494" cy="2448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6" name="Picture Placeholder 3">
            <a:extLst>
              <a:ext uri="{FF2B5EF4-FFF2-40B4-BE49-F238E27FC236}">
                <a16:creationId xmlns:a16="http://schemas.microsoft.com/office/drawing/2014/main" id="{4424DC3B-BD2A-ED4E-BB51-AFC701DA0B84}"/>
              </a:ext>
            </a:extLst>
          </p:cNvPr>
          <p:cNvSpPr>
            <a:spLocks noGrp="1"/>
          </p:cNvSpPr>
          <p:nvPr>
            <p:ph type="pic" sz="quarter" idx="17" hasCustomPrompt="1"/>
          </p:nvPr>
        </p:nvSpPr>
        <p:spPr>
          <a:xfrm>
            <a:off x="7925316" y="1403748"/>
            <a:ext cx="2189033" cy="20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7" name="Picture Placeholder 3">
            <a:extLst>
              <a:ext uri="{FF2B5EF4-FFF2-40B4-BE49-F238E27FC236}">
                <a16:creationId xmlns:a16="http://schemas.microsoft.com/office/drawing/2014/main" id="{5622D332-7D21-DE49-BB27-39E5CD04E3C8}"/>
              </a:ext>
            </a:extLst>
          </p:cNvPr>
          <p:cNvSpPr>
            <a:spLocks noGrp="1"/>
          </p:cNvSpPr>
          <p:nvPr>
            <p:ph type="pic" sz="quarter" idx="18" hasCustomPrompt="1"/>
          </p:nvPr>
        </p:nvSpPr>
        <p:spPr>
          <a:xfrm>
            <a:off x="10199740" y="1403748"/>
            <a:ext cx="1992260" cy="29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5"/>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4892826"/>
            <a:ext cx="7539528" cy="465827"/>
          </a:xfrm>
          <a:prstGeom prst="rect">
            <a:avLst/>
          </a:prstGeom>
        </p:spPr>
        <p:txBody>
          <a:bodyPr lIns="0" tIns="0" rIns="0" bIns="0" anchor="b"/>
          <a:lstStyle>
            <a:lvl1pPr marL="0" indent="0" algn="ctr" rtl="0">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rtl="0">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rtl="0">
              <a:lnSpc>
                <a:spcPct val="90000"/>
              </a:lnSpc>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p>
        </p:txBody>
      </p:sp>
    </p:spTree>
    <p:extLst>
      <p:ext uri="{BB962C8B-B14F-4D97-AF65-F5344CB8AC3E}">
        <p14:creationId xmlns:p14="http://schemas.microsoft.com/office/powerpoint/2010/main" val="82645197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DDE965-4941-7132-45E7-50830D784BEF}"/>
              </a:ext>
            </a:extLst>
          </p:cNvPr>
          <p:cNvGraphicFramePr>
            <a:graphicFrameLocks noChangeAspect="1"/>
          </p:cNvGraphicFramePr>
          <p:nvPr userDrawn="1">
            <p:custDataLst>
              <p:tags r:id="rId1"/>
            </p:custDataLst>
            <p:extLst>
              <p:ext uri="{D42A27DB-BD31-4B8C-83A1-F6EECF244321}">
                <p14:modId xmlns:p14="http://schemas.microsoft.com/office/powerpoint/2010/main" val="939341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C1DDE965-4941-7132-45E7-50830D784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22480635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2_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4C950EF-B06A-43B9-A9B6-7DD642BADC29}"/>
              </a:ext>
            </a:extLst>
          </p:cNvPr>
          <p:cNvGraphicFramePr>
            <a:graphicFrameLocks noChangeAspect="1"/>
          </p:cNvGraphicFramePr>
          <p:nvPr userDrawn="1">
            <p:custDataLst>
              <p:tags r:id="rId1"/>
            </p:custDataLst>
            <p:extLst>
              <p:ext uri="{D42A27DB-BD31-4B8C-83A1-F6EECF244321}">
                <p14:modId xmlns:p14="http://schemas.microsoft.com/office/powerpoint/2010/main" val="1116706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64C950EF-B06A-43B9-A9B6-7DD642BADC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4">
            <a:extLst>
              <a:ext uri="{FF2B5EF4-FFF2-40B4-BE49-F238E27FC236}">
                <a16:creationId xmlns:a16="http://schemas.microsoft.com/office/drawing/2014/main" id="{8CF15469-9000-459E-8703-E7EA9A50C0FA}"/>
              </a:ext>
            </a:extLst>
          </p:cNvPr>
          <p:cNvSpPr>
            <a:spLocks noGrp="1"/>
          </p:cNvSpPr>
          <p:nvPr>
            <p:ph type="body" sz="quarter" idx="26" hasCustomPrompt="1"/>
          </p:nvPr>
        </p:nvSpPr>
        <p:spPr>
          <a:xfrm>
            <a:off x="400391" y="1205835"/>
            <a:ext cx="8715375" cy="306388"/>
          </a:xfrm>
        </p:spPr>
        <p:txBody>
          <a:bodyPr lIns="0" anchor="ctr"/>
          <a:lstStyle>
            <a:lvl1pPr marL="0" indent="0" rtl="0">
              <a:buClrTx/>
              <a:buFont typeface="+mj-lt"/>
              <a:buNone/>
              <a:defRPr sz="1400">
                <a:solidFill>
                  <a:schemeClr val="tx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Subtitle</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7"/>
            <a:ext cx="9595278" cy="800980"/>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a:xfrm>
            <a:off x="191337" y="6555623"/>
            <a:ext cx="326122" cy="218200"/>
          </a:xfrm>
        </p:spPr>
        <p:txBody>
          <a:bodyPr/>
          <a:lstStyle>
            <a:lvl1pPr rtl="0">
              <a:defRPr/>
            </a:lvl1pPr>
          </a:lstStyle>
          <a:p>
            <a:fld id="{BF1B362E-304B-D74F-8E05-F581CCD55911}" type="slidenum">
              <a:rPr lang="en-GB" smtClean="0"/>
              <a:pPr/>
              <a:t>‹#›</a:t>
            </a:fld>
            <a:endParaRPr lang="en-GB"/>
          </a:p>
        </p:txBody>
      </p:sp>
      <p:sp>
        <p:nvSpPr>
          <p:cNvPr id="5" name="Text Placeholder 4">
            <a:extLst>
              <a:ext uri="{FF2B5EF4-FFF2-40B4-BE49-F238E27FC236}">
                <a16:creationId xmlns:a16="http://schemas.microsoft.com/office/drawing/2014/main" id="{0957155C-28F2-476A-B483-4198FC1F5076}"/>
              </a:ext>
            </a:extLst>
          </p:cNvPr>
          <p:cNvSpPr>
            <a:spLocks noGrp="1"/>
          </p:cNvSpPr>
          <p:nvPr>
            <p:ph type="body" sz="quarter" idx="24" hasCustomPrompt="1"/>
          </p:nvPr>
        </p:nvSpPr>
        <p:spPr>
          <a:xfrm>
            <a:off x="191337" y="6084887"/>
            <a:ext cx="11610906" cy="386557"/>
          </a:xfrm>
        </p:spPr>
        <p:txBody>
          <a:bodyPr lIns="0" anchor="b"/>
          <a:lstStyle>
            <a:lvl1pPr marL="0" indent="0" rtl="0">
              <a:spcAft>
                <a:spcPts val="0"/>
              </a:spcAft>
              <a:buClrTx/>
              <a:buFont typeface="+mj-lt"/>
              <a:buNone/>
              <a:defRPr sz="800">
                <a:solidFill>
                  <a:schemeClr val="tx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Notes:</a:t>
            </a:r>
          </a:p>
        </p:txBody>
      </p:sp>
      <p:sp>
        <p:nvSpPr>
          <p:cNvPr id="7" name="Text Placeholder 4">
            <a:extLst>
              <a:ext uri="{FF2B5EF4-FFF2-40B4-BE49-F238E27FC236}">
                <a16:creationId xmlns:a16="http://schemas.microsoft.com/office/drawing/2014/main" id="{1BBB70CC-4324-4655-9119-09D10ADFC579}"/>
              </a:ext>
            </a:extLst>
          </p:cNvPr>
          <p:cNvSpPr>
            <a:spLocks noGrp="1"/>
          </p:cNvSpPr>
          <p:nvPr>
            <p:ph type="body" sz="quarter" idx="25" hasCustomPrompt="1"/>
          </p:nvPr>
        </p:nvSpPr>
        <p:spPr>
          <a:xfrm>
            <a:off x="704193" y="6555622"/>
            <a:ext cx="4990487" cy="218201"/>
          </a:xfrm>
        </p:spPr>
        <p:txBody>
          <a:bodyPr lIns="0" anchor="ctr"/>
          <a:lstStyle>
            <a:lvl1pPr marL="0" indent="0" rtl="0">
              <a:buClrTx/>
              <a:buFont typeface="+mj-lt"/>
              <a:buNone/>
              <a:defRPr sz="800">
                <a:solidFill>
                  <a:schemeClr val="accent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Source:</a:t>
            </a:r>
          </a:p>
        </p:txBody>
      </p:sp>
    </p:spTree>
    <p:extLst>
      <p:ext uri="{BB962C8B-B14F-4D97-AF65-F5344CB8AC3E}">
        <p14:creationId xmlns:p14="http://schemas.microsoft.com/office/powerpoint/2010/main" val="348422079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userDrawn="1">
  <p:cSld name="Section Divider Full Screen Image">
    <p:bg>
      <p:bgPr>
        <a:solidFill>
          <a:srgbClr val="F0EEED"/>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A9DDFF3-F19E-B22F-A23C-1F24ACB6206A}"/>
              </a:ext>
            </a:extLst>
          </p:cNvPr>
          <p:cNvGraphicFramePr>
            <a:graphicFrameLocks noChangeAspect="1"/>
          </p:cNvGraphicFramePr>
          <p:nvPr userDrawn="1">
            <p:custDataLst>
              <p:tags r:id="rId1"/>
            </p:custDataLst>
            <p:extLst>
              <p:ext uri="{D42A27DB-BD31-4B8C-83A1-F6EECF244321}">
                <p14:modId xmlns:p14="http://schemas.microsoft.com/office/powerpoint/2010/main" val="3202166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8A9DDFF3-F19E-B22F-A23C-1F24ACB620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6">
            <a:extLst>
              <a:ext uri="{FF2B5EF4-FFF2-40B4-BE49-F238E27FC236}">
                <a16:creationId xmlns:a16="http://schemas.microsoft.com/office/drawing/2014/main" id="{6F875240-D617-D248-9A2C-21A0950C0ECC}"/>
              </a:ext>
            </a:extLst>
          </p:cNvPr>
          <p:cNvSpPr>
            <a:spLocks noGrp="1"/>
          </p:cNvSpPr>
          <p:nvPr>
            <p:ph type="pic" sz="quarter" idx="23" hasCustomPrompt="1"/>
          </p:nvPr>
        </p:nvSpPr>
        <p:spPr>
          <a:xfrm>
            <a:off x="3" y="0"/>
            <a:ext cx="12191999" cy="6858000"/>
          </a:xfrm>
          <a:prstGeom prst="rect">
            <a:avLst/>
          </a:prstGeom>
          <a:solidFill>
            <a:srgbClr val="C2C7CA"/>
          </a:solidFill>
        </p:spPr>
        <p:txBody>
          <a:bodyPr anchor="ctr" anchorCtr="0"/>
          <a:lstStyle>
            <a:lvl1pPr algn="ctr" rtl="0">
              <a:buNone/>
              <a:defRPr sz="1500">
                <a:solidFill>
                  <a:srgbClr val="262626"/>
                </a:solidFill>
              </a:defRPr>
            </a:lvl1pPr>
          </a:lstStyle>
          <a:p>
            <a:r>
              <a:rPr lang="en-GB"/>
              <a:t>Insert image here</a:t>
            </a:r>
          </a:p>
        </p:txBody>
      </p:sp>
      <p:sp>
        <p:nvSpPr>
          <p:cNvPr id="9" name="Text Placeholder 7">
            <a:extLst>
              <a:ext uri="{FF2B5EF4-FFF2-40B4-BE49-F238E27FC236}">
                <a16:creationId xmlns:a16="http://schemas.microsoft.com/office/drawing/2014/main" id="{A3CADE0B-1C6B-234A-AE35-08272364E468}"/>
              </a:ext>
            </a:extLst>
          </p:cNvPr>
          <p:cNvSpPr>
            <a:spLocks noGrp="1"/>
          </p:cNvSpPr>
          <p:nvPr>
            <p:ph type="body" sz="quarter" idx="22" hasCustomPrompt="1"/>
          </p:nvPr>
        </p:nvSpPr>
        <p:spPr>
          <a:xfrm>
            <a:off x="1354227" y="1461010"/>
            <a:ext cx="9481167" cy="3935980"/>
          </a:xfrm>
          <a:prstGeom prst="rect">
            <a:avLst/>
          </a:prstGeom>
        </p:spPr>
        <p:txBody>
          <a:bodyPr anchor="ctr"/>
          <a:lstStyle>
            <a:lvl1pPr marL="0" indent="0" algn="ctr" rtl="0">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a:p>
            <a:r>
              <a:rPr lang="en-GB">
                <a:effectLst/>
                <a:latin typeface="Arial" panose="020B0604020202020204" pitchFamily="34" charset="0"/>
              </a:rPr>
              <a:t>Full screen</a:t>
            </a:r>
          </a:p>
        </p:txBody>
      </p:sp>
      <p:sp>
        <p:nvSpPr>
          <p:cNvPr id="11" name="Text Placeholder 3">
            <a:extLst>
              <a:ext uri="{FF2B5EF4-FFF2-40B4-BE49-F238E27FC236}">
                <a16:creationId xmlns:a16="http://schemas.microsoft.com/office/drawing/2014/main" id="{C0F29A55-3D94-2243-8DD7-867EF6346A4C}"/>
              </a:ext>
            </a:extLst>
          </p:cNvPr>
          <p:cNvSpPr>
            <a:spLocks noGrp="1"/>
          </p:cNvSpPr>
          <p:nvPr>
            <p:ph type="body" sz="quarter" idx="24" hasCustomPrompt="1"/>
          </p:nvPr>
        </p:nvSpPr>
        <p:spPr>
          <a:xfrm>
            <a:off x="78796" y="6650211"/>
            <a:ext cx="1888747" cy="137689"/>
          </a:xfrm>
          <a:prstGeom prst="rect">
            <a:avLst/>
          </a:prstGeom>
        </p:spPr>
        <p:txBody>
          <a:bodyPr/>
          <a:lstStyle>
            <a:lvl1pPr rtl="0">
              <a:buFontTx/>
              <a:buNone/>
              <a:defRPr sz="700">
                <a:solidFill>
                  <a:schemeClr val="bg1"/>
                </a:solidFill>
              </a:defRPr>
            </a:lvl1pPr>
          </a:lstStyle>
          <a:p>
            <a:pPr lvl="0"/>
            <a:r>
              <a:rPr lang="en-GB"/>
              <a:t>Hotel Brand Name Goes Here</a:t>
            </a:r>
          </a:p>
        </p:txBody>
      </p:sp>
      <p:sp>
        <p:nvSpPr>
          <p:cNvPr id="6" name="Text Placeholder 5">
            <a:extLst>
              <a:ext uri="{FF2B5EF4-FFF2-40B4-BE49-F238E27FC236}">
                <a16:creationId xmlns:a16="http://schemas.microsoft.com/office/drawing/2014/main" id="{B773E1C4-087D-DC4B-ADBE-5DE20B265DB8}"/>
              </a:ext>
            </a:extLst>
          </p:cNvPr>
          <p:cNvSpPr>
            <a:spLocks noGrp="1"/>
          </p:cNvSpPr>
          <p:nvPr>
            <p:ph type="body" sz="quarter" idx="21"/>
          </p:nvPr>
        </p:nvSpPr>
        <p:spPr>
          <a:xfrm>
            <a:off x="5192714" y="332105"/>
            <a:ext cx="1806575" cy="490538"/>
          </a:xfrm>
        </p:spPr>
        <p:txBody>
          <a:bodyPr/>
          <a:lstStyle>
            <a:lvl1pPr marL="0" indent="0" algn="ctr" rtl="0">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Tree>
    <p:extLst>
      <p:ext uri="{BB962C8B-B14F-4D97-AF65-F5344CB8AC3E}">
        <p14:creationId xmlns:p14="http://schemas.microsoft.com/office/powerpoint/2010/main" val="377315857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_Content Slide – Image + Content Righ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6BEA6A1-02A2-01A4-FA60-0776C8EFCFE0}"/>
              </a:ext>
            </a:extLst>
          </p:cNvPr>
          <p:cNvGraphicFramePr>
            <a:graphicFrameLocks noChangeAspect="1"/>
          </p:cNvGraphicFramePr>
          <p:nvPr userDrawn="1">
            <p:custDataLst>
              <p:tags r:id="rId1"/>
            </p:custDataLst>
            <p:extLst>
              <p:ext uri="{D42A27DB-BD31-4B8C-83A1-F6EECF244321}">
                <p14:modId xmlns:p14="http://schemas.microsoft.com/office/powerpoint/2010/main" val="1580473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E6BEA6A1-02A2-01A4-FA60-0776C8EFCF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761CFB91-C806-8D41-AEB8-66A5C159DA35}"/>
              </a:ext>
            </a:extLst>
          </p:cNvPr>
          <p:cNvSpPr/>
          <p:nvPr userDrawn="1"/>
        </p:nvSpPr>
        <p:spPr>
          <a:xfrm>
            <a:off x="0" y="0"/>
            <a:ext cx="60960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450"/>
          </a:p>
        </p:txBody>
      </p:sp>
      <p:sp>
        <p:nvSpPr>
          <p:cNvPr id="20" name="Picture Placeholder 3">
            <a:extLst>
              <a:ext uri="{FF2B5EF4-FFF2-40B4-BE49-F238E27FC236}">
                <a16:creationId xmlns:a16="http://schemas.microsoft.com/office/drawing/2014/main" id="{18057AE8-4D76-1A47-BD43-6B088AA398AD}"/>
              </a:ext>
            </a:extLst>
          </p:cNvPr>
          <p:cNvSpPr>
            <a:spLocks noGrp="1"/>
          </p:cNvSpPr>
          <p:nvPr>
            <p:ph type="pic" sz="quarter" idx="30" hasCustomPrompt="1"/>
          </p:nvPr>
        </p:nvSpPr>
        <p:spPr>
          <a:xfrm>
            <a:off x="998934" y="1448329"/>
            <a:ext cx="4098133" cy="3961342"/>
          </a:xfrm>
          <a:prstGeom prst="rect">
            <a:avLst/>
          </a:prstGeom>
          <a:solidFill>
            <a:srgbClr val="C2C7CA"/>
          </a:solidFill>
        </p:spPr>
        <p:txBody>
          <a:bodyPr anchor="ctr" anchorCtr="0"/>
          <a:lstStyle>
            <a:lvl1pPr algn="ctr" rtl="0">
              <a:buFontTx/>
              <a:buNone/>
              <a:defRPr sz="1500">
                <a:solidFill>
                  <a:srgbClr val="262626"/>
                </a:solidFill>
              </a:defRPr>
            </a:lvl1pPr>
          </a:lstStyle>
          <a:p>
            <a:r>
              <a:rPr lang="en-GB"/>
              <a:t>Insert image here</a:t>
            </a:r>
          </a:p>
        </p:txBody>
      </p:sp>
      <p:sp>
        <p:nvSpPr>
          <p:cNvPr id="5" name="Text Placeholder 7">
            <a:extLst>
              <a:ext uri="{FF2B5EF4-FFF2-40B4-BE49-F238E27FC236}">
                <a16:creationId xmlns:a16="http://schemas.microsoft.com/office/drawing/2014/main" id="{FA755B49-F1BF-A842-A657-EF5A4EFCF900}"/>
              </a:ext>
            </a:extLst>
          </p:cNvPr>
          <p:cNvSpPr>
            <a:spLocks noGrp="1"/>
          </p:cNvSpPr>
          <p:nvPr>
            <p:ph type="body" sz="quarter" idx="22" hasCustomPrompt="1"/>
          </p:nvPr>
        </p:nvSpPr>
        <p:spPr>
          <a:xfrm>
            <a:off x="754707" y="1083733"/>
            <a:ext cx="4587910" cy="584730"/>
          </a:xfrm>
          <a:prstGeom prst="rect">
            <a:avLst/>
          </a:prstGeom>
        </p:spPr>
        <p:txBody>
          <a:bodyPr anchor="t"/>
          <a:lstStyle>
            <a:lvl1pPr marL="0" indent="0" algn="ctr" rtl="0">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pic>
        <p:nvPicPr>
          <p:cNvPr id="9" name="Picture 8" descr="Shape&#10;&#10;Description automatically generated with medium confidence">
            <a:extLst>
              <a:ext uri="{FF2B5EF4-FFF2-40B4-BE49-F238E27FC236}">
                <a16:creationId xmlns:a16="http://schemas.microsoft.com/office/drawing/2014/main" id="{BB59885E-792D-AC4B-AA80-1B2C4B42A7A1}"/>
              </a:ext>
            </a:extLst>
          </p:cNvPr>
          <p:cNvPicPr>
            <a:picLocks noChangeAspect="1"/>
          </p:cNvPicPr>
          <p:nvPr userDrawn="1"/>
        </p:nvPicPr>
        <p:blipFill>
          <a:blip r:embed="rId5"/>
          <a:stretch>
            <a:fillRect/>
          </a:stretch>
        </p:blipFill>
        <p:spPr>
          <a:xfrm>
            <a:off x="10895872" y="6497324"/>
            <a:ext cx="1213995" cy="339897"/>
          </a:xfrm>
          <a:prstGeom prst="rect">
            <a:avLst/>
          </a:prstGeom>
        </p:spPr>
      </p:pic>
      <p:sp>
        <p:nvSpPr>
          <p:cNvPr id="10" name="Slide Number Placeholder 5">
            <a:extLst>
              <a:ext uri="{FF2B5EF4-FFF2-40B4-BE49-F238E27FC236}">
                <a16:creationId xmlns:a16="http://schemas.microsoft.com/office/drawing/2014/main" id="{30F41468-29F6-1A40-8B1C-A9CEDE77BB9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
        <p:nvSpPr>
          <p:cNvPr id="8" name="Text Placeholder 7">
            <a:extLst>
              <a:ext uri="{FF2B5EF4-FFF2-40B4-BE49-F238E27FC236}">
                <a16:creationId xmlns:a16="http://schemas.microsoft.com/office/drawing/2014/main" id="{18192EA2-72F6-CC46-BDC2-D45B9A2B58C4}"/>
              </a:ext>
            </a:extLst>
          </p:cNvPr>
          <p:cNvSpPr>
            <a:spLocks noGrp="1"/>
          </p:cNvSpPr>
          <p:nvPr>
            <p:ph type="body" sz="quarter" idx="23" hasCustomPrompt="1"/>
          </p:nvPr>
        </p:nvSpPr>
        <p:spPr>
          <a:xfrm>
            <a:off x="754707" y="5054600"/>
            <a:ext cx="4587910" cy="584730"/>
          </a:xfrm>
          <a:prstGeom prst="rect">
            <a:avLst/>
          </a:prstGeom>
        </p:spPr>
        <p:txBody>
          <a:bodyPr anchor="t"/>
          <a:lstStyle>
            <a:lvl1pPr marL="0" algn="ctr" rtl="0">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sp>
        <p:nvSpPr>
          <p:cNvPr id="12" name="Text Placeholder 7">
            <a:extLst>
              <a:ext uri="{FF2B5EF4-FFF2-40B4-BE49-F238E27FC236}">
                <a16:creationId xmlns:a16="http://schemas.microsoft.com/office/drawing/2014/main" id="{D9C2FC27-BE4F-A540-B533-6DD71004AA82}"/>
              </a:ext>
            </a:extLst>
          </p:cNvPr>
          <p:cNvSpPr>
            <a:spLocks noGrp="1"/>
          </p:cNvSpPr>
          <p:nvPr>
            <p:ph type="body" sz="quarter" idx="24" hasCustomPrompt="1"/>
          </p:nvPr>
        </p:nvSpPr>
        <p:spPr>
          <a:xfrm>
            <a:off x="7313890" y="948182"/>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15" name="Text Placeholder 14">
            <a:extLst>
              <a:ext uri="{FF2B5EF4-FFF2-40B4-BE49-F238E27FC236}">
                <a16:creationId xmlns:a16="http://schemas.microsoft.com/office/drawing/2014/main" id="{D85F9D05-767E-F449-B433-4C332FBC7DF2}"/>
              </a:ext>
            </a:extLst>
          </p:cNvPr>
          <p:cNvSpPr>
            <a:spLocks noGrp="1"/>
          </p:cNvSpPr>
          <p:nvPr>
            <p:ph type="body" sz="quarter" idx="25" hasCustomPrompt="1"/>
          </p:nvPr>
        </p:nvSpPr>
        <p:spPr>
          <a:xfrm>
            <a:off x="7313890" y="1323909"/>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6" name="Text Placeholder 7">
            <a:extLst>
              <a:ext uri="{FF2B5EF4-FFF2-40B4-BE49-F238E27FC236}">
                <a16:creationId xmlns:a16="http://schemas.microsoft.com/office/drawing/2014/main" id="{50DB282D-F010-5540-ADFA-A0D33A7DC6F7}"/>
              </a:ext>
            </a:extLst>
          </p:cNvPr>
          <p:cNvSpPr>
            <a:spLocks noGrp="1"/>
          </p:cNvSpPr>
          <p:nvPr>
            <p:ph type="body" sz="quarter" idx="26" hasCustomPrompt="1"/>
          </p:nvPr>
        </p:nvSpPr>
        <p:spPr>
          <a:xfrm>
            <a:off x="7313890" y="2750088"/>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17" name="Text Placeholder 14">
            <a:extLst>
              <a:ext uri="{FF2B5EF4-FFF2-40B4-BE49-F238E27FC236}">
                <a16:creationId xmlns:a16="http://schemas.microsoft.com/office/drawing/2014/main" id="{F6655E9E-2403-CB48-8E32-DBB497DDCEE9}"/>
              </a:ext>
            </a:extLst>
          </p:cNvPr>
          <p:cNvSpPr>
            <a:spLocks noGrp="1"/>
          </p:cNvSpPr>
          <p:nvPr>
            <p:ph type="body" sz="quarter" idx="27" hasCustomPrompt="1"/>
          </p:nvPr>
        </p:nvSpPr>
        <p:spPr>
          <a:xfrm>
            <a:off x="7313890" y="3125815"/>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7">
            <a:extLst>
              <a:ext uri="{FF2B5EF4-FFF2-40B4-BE49-F238E27FC236}">
                <a16:creationId xmlns:a16="http://schemas.microsoft.com/office/drawing/2014/main" id="{58A99B4A-9FB9-9047-A2DE-8C0C8AA0A84D}"/>
              </a:ext>
            </a:extLst>
          </p:cNvPr>
          <p:cNvSpPr>
            <a:spLocks noGrp="1"/>
          </p:cNvSpPr>
          <p:nvPr>
            <p:ph type="body" sz="quarter" idx="28" hasCustomPrompt="1"/>
          </p:nvPr>
        </p:nvSpPr>
        <p:spPr>
          <a:xfrm>
            <a:off x="7313890" y="4525100"/>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19" name="Text Placeholder 14">
            <a:extLst>
              <a:ext uri="{FF2B5EF4-FFF2-40B4-BE49-F238E27FC236}">
                <a16:creationId xmlns:a16="http://schemas.microsoft.com/office/drawing/2014/main" id="{9B589CC2-2E5C-084D-99BB-8F5939EBAA8D}"/>
              </a:ext>
            </a:extLst>
          </p:cNvPr>
          <p:cNvSpPr>
            <a:spLocks noGrp="1"/>
          </p:cNvSpPr>
          <p:nvPr>
            <p:ph type="body" sz="quarter" idx="29" hasCustomPrompt="1"/>
          </p:nvPr>
        </p:nvSpPr>
        <p:spPr>
          <a:xfrm>
            <a:off x="7313890" y="4900827"/>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1" name="Text Placeholder 8">
            <a:extLst>
              <a:ext uri="{FF2B5EF4-FFF2-40B4-BE49-F238E27FC236}">
                <a16:creationId xmlns:a16="http://schemas.microsoft.com/office/drawing/2014/main" id="{1DD73C96-1351-8C42-B6DC-14227921EB3A}"/>
              </a:ext>
            </a:extLst>
          </p:cNvPr>
          <p:cNvSpPr>
            <a:spLocks noGrp="1"/>
          </p:cNvSpPr>
          <p:nvPr>
            <p:ph type="body" sz="quarter" idx="15" hasCustomPrompt="1"/>
          </p:nvPr>
        </p:nvSpPr>
        <p:spPr>
          <a:xfrm rot="5400000">
            <a:off x="234700" y="4702100"/>
            <a:ext cx="1226255" cy="188889"/>
          </a:xfrm>
          <a:prstGeom prst="rect">
            <a:avLst/>
          </a:prstGeom>
        </p:spPr>
        <p:txBody>
          <a:bodyPr/>
          <a:lstStyle>
            <a:lvl1pPr algn="r" rtl="0">
              <a:lnSpc>
                <a:spcPct val="100000"/>
              </a:lnSpc>
              <a:buNone/>
              <a:defRPr sz="700">
                <a:solidFill>
                  <a:schemeClr val="bg1">
                    <a:alpha val="50000"/>
                  </a:schemeClr>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p>
        </p:txBody>
      </p:sp>
    </p:spTree>
    <p:extLst>
      <p:ext uri="{BB962C8B-B14F-4D97-AF65-F5344CB8AC3E}">
        <p14:creationId xmlns:p14="http://schemas.microsoft.com/office/powerpoint/2010/main" val="148632627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11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29" Type="http://schemas.openxmlformats.org/officeDocument/2006/relationships/tags" Target="../tags/tag3.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31" Type="http://schemas.openxmlformats.org/officeDocument/2006/relationships/image" Target="../media/image1.emf"/><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 Id="rId30"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3.xml"/><Relationship Id="rId2" Type="http://schemas.openxmlformats.org/officeDocument/2006/relationships/slideLayout" Target="../slideLayouts/slideLayout39.xml"/><Relationship Id="rId16" Type="http://schemas.openxmlformats.org/officeDocument/2006/relationships/image" Target="../media/image12.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1.emf"/><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oleObject" Target="../embeddings/oleObject3.bin"/></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image" Target="../media/image11.emf"/><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tags" Target="../tags/tag5.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theme" Target="../theme/theme4.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image" Target="../media/image12.png"/><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oleObject" Target="../embeddings/oleObject4.bin"/><Relationship Id="rId20" Type="http://schemas.openxmlformats.org/officeDocument/2006/relationships/slideLayout" Target="../slideLayouts/slideLayout68.xml"/><Relationship Id="rId41" Type="http://schemas.openxmlformats.org/officeDocument/2006/relationships/slideLayout" Target="../slideLayouts/slideLayout8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26" Type="http://schemas.openxmlformats.org/officeDocument/2006/relationships/slideLayout" Target="../slideLayouts/slideLayout117.xml"/><Relationship Id="rId39" Type="http://schemas.openxmlformats.org/officeDocument/2006/relationships/image" Target="../media/image15.emf"/><Relationship Id="rId21" Type="http://schemas.openxmlformats.org/officeDocument/2006/relationships/slideLayout" Target="../slideLayouts/slideLayout112.xml"/><Relationship Id="rId34" Type="http://schemas.openxmlformats.org/officeDocument/2006/relationships/slideLayout" Target="../slideLayouts/slideLayout125.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5" Type="http://schemas.openxmlformats.org/officeDocument/2006/relationships/slideLayout" Target="../slideLayouts/slideLayout116.xml"/><Relationship Id="rId33" Type="http://schemas.openxmlformats.org/officeDocument/2006/relationships/slideLayout" Target="../slideLayouts/slideLayout124.xml"/><Relationship Id="rId38" Type="http://schemas.openxmlformats.org/officeDocument/2006/relationships/oleObject" Target="../embeddings/oleObject5.bin"/><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slideLayout" Target="../slideLayouts/slideLayout111.xml"/><Relationship Id="rId29" Type="http://schemas.openxmlformats.org/officeDocument/2006/relationships/slideLayout" Target="../slideLayouts/slideLayout120.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24" Type="http://schemas.openxmlformats.org/officeDocument/2006/relationships/slideLayout" Target="../slideLayouts/slideLayout115.xml"/><Relationship Id="rId32" Type="http://schemas.openxmlformats.org/officeDocument/2006/relationships/slideLayout" Target="../slideLayouts/slideLayout123.xml"/><Relationship Id="rId37" Type="http://schemas.openxmlformats.org/officeDocument/2006/relationships/tags" Target="../tags/tag6.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23" Type="http://schemas.openxmlformats.org/officeDocument/2006/relationships/slideLayout" Target="../slideLayouts/slideLayout114.xml"/><Relationship Id="rId28" Type="http://schemas.openxmlformats.org/officeDocument/2006/relationships/slideLayout" Target="../slideLayouts/slideLayout119.xml"/><Relationship Id="rId36" Type="http://schemas.openxmlformats.org/officeDocument/2006/relationships/theme" Target="../theme/theme5.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31" Type="http://schemas.openxmlformats.org/officeDocument/2006/relationships/slideLayout" Target="../slideLayouts/slideLayout122.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slideLayout" Target="../slideLayouts/slideLayout113.xml"/><Relationship Id="rId27" Type="http://schemas.openxmlformats.org/officeDocument/2006/relationships/slideLayout" Target="../slideLayouts/slideLayout118.xml"/><Relationship Id="rId30" Type="http://schemas.openxmlformats.org/officeDocument/2006/relationships/slideLayout" Target="../slideLayouts/slideLayout121.xml"/><Relationship Id="rId35" Type="http://schemas.openxmlformats.org/officeDocument/2006/relationships/slideLayout" Target="../slideLayouts/slideLayout126.xml"/><Relationship Id="rId8" Type="http://schemas.openxmlformats.org/officeDocument/2006/relationships/slideLayout" Target="../slideLayouts/slideLayout99.xml"/><Relationship Id="rId3" Type="http://schemas.openxmlformats.org/officeDocument/2006/relationships/slideLayout" Target="../slideLayouts/slideLayout9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image" Target="../media/image11.emf"/><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oleObject" Target="../embeddings/oleObject9.bin"/><Relationship Id="rId2" Type="http://schemas.openxmlformats.org/officeDocument/2006/relationships/slideLayout" Target="../slideLayouts/slideLayout128.xml"/><Relationship Id="rId16" Type="http://schemas.openxmlformats.org/officeDocument/2006/relationships/tags" Target="../tags/tag10.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theme" Target="../theme/theme6.xml"/><Relationship Id="rId10" Type="http://schemas.openxmlformats.org/officeDocument/2006/relationships/slideLayout" Target="../slideLayouts/slideLayout136.xml"/><Relationship Id="rId19" Type="http://schemas.openxmlformats.org/officeDocument/2006/relationships/image" Target="../media/image12.png"/><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CCFAC5-F487-14B3-B503-13603917C586}"/>
              </a:ext>
            </a:extLst>
          </p:cNvPr>
          <p:cNvGraphicFramePr>
            <a:graphicFrameLocks/>
          </p:cNvGraphicFramePr>
          <p:nvPr userDrawn="1">
            <p:custDataLst>
              <p:tags r:id="rId12"/>
            </p:custDataLst>
            <p:extLst>
              <p:ext uri="{D42A27DB-BD31-4B8C-83A1-F6EECF244321}">
                <p14:modId xmlns:p14="http://schemas.microsoft.com/office/powerpoint/2010/main" val="770585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5" imgH="405" progId="TCLayout.ActiveDocument.1">
                  <p:embed/>
                </p:oleObj>
              </mc:Choice>
              <mc:Fallback>
                <p:oleObj name="thinkcell Slide" r:id="rId13" imgW="405" imgH="405" progId="TCLayout.ActiveDocument.1">
                  <p:embed/>
                  <p:pic>
                    <p:nvPicPr>
                      <p:cNvPr id="4" name="think-cell data - do not delete" hidden="1">
                        <a:extLst>
                          <a:ext uri="{FF2B5EF4-FFF2-40B4-BE49-F238E27FC236}">
                            <a16:creationId xmlns:a16="http://schemas.microsoft.com/office/drawing/2014/main" id="{81CCFAC5-F487-14B3-B503-13603917C586}"/>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5" name="Footer Placeholder 4"/>
          <p:cNvSpPr>
            <a:spLocks noGrp="1"/>
          </p:cNvSpPr>
          <p:nvPr>
            <p:ph type="ftr" sz="quarter" idx="3"/>
          </p:nvPr>
        </p:nvSpPr>
        <p:spPr>
          <a:xfrm>
            <a:off x="541655" y="6397792"/>
            <a:ext cx="5554345" cy="432000"/>
          </a:xfrm>
          <a:prstGeom prst="rect">
            <a:avLst/>
          </a:prstGeom>
        </p:spPr>
        <p:txBody>
          <a:bodyPr vert="horz" lIns="0" tIns="0" rIns="0" bIns="0" rtlCol="0" anchor="ctr">
            <a:noAutofit/>
          </a:bodyPr>
          <a:lstStyle>
            <a:lvl1pPr algn="l">
              <a:defRPr sz="900" b="0" i="0" cap="all" spc="50" baseline="0">
                <a:solidFill>
                  <a:schemeClr val="tx1"/>
                </a:solidFill>
                <a:latin typeface="+mn-lt"/>
              </a:defRPr>
            </a:lvl1pPr>
          </a:lstStyle>
          <a:p>
            <a:r>
              <a:rPr lang="en-US"/>
              <a:t>Document title</a:t>
            </a:r>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536885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04638DF-B7A1-6C62-8DFE-0077D67984F8}"/>
              </a:ext>
            </a:extLst>
          </p:cNvPr>
          <p:cNvGraphicFramePr>
            <a:graphicFrameLocks/>
          </p:cNvGraphicFramePr>
          <p:nvPr userDrawn="1">
            <p:custDataLst>
              <p:tags r:id="rId29"/>
            </p:custDataLst>
            <p:extLst>
              <p:ext uri="{D42A27DB-BD31-4B8C-83A1-F6EECF244321}">
                <p14:modId xmlns:p14="http://schemas.microsoft.com/office/powerpoint/2010/main" val="4193261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405" imgH="405" progId="TCLayout.ActiveDocument.1">
                  <p:embed/>
                </p:oleObj>
              </mc:Choice>
              <mc:Fallback>
                <p:oleObj name="thinkcell Slide" r:id="rId30" imgW="405" imgH="405" progId="TCLayout.ActiveDocument.1">
                  <p:embed/>
                  <p:pic>
                    <p:nvPicPr>
                      <p:cNvPr id="4" name="think-cell data - do not delete" hidden="1">
                        <a:extLst>
                          <a:ext uri="{FF2B5EF4-FFF2-40B4-BE49-F238E27FC236}">
                            <a16:creationId xmlns:a16="http://schemas.microsoft.com/office/drawing/2014/main" id="{404638DF-B7A1-6C62-8DFE-0077D67984F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19602155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3" r:id="rId17"/>
    <p:sldLayoutId id="2147483714" r:id="rId18"/>
    <p:sldLayoutId id="2147483715" r:id="rId19"/>
    <p:sldLayoutId id="2147483716" r:id="rId20"/>
    <p:sldLayoutId id="2147483717" r:id="rId21"/>
    <p:sldLayoutId id="2147483718" r:id="rId22"/>
    <p:sldLayoutId id="2147483719" r:id="rId23"/>
    <p:sldLayoutId id="2147483803" r:id="rId24"/>
    <p:sldLayoutId id="2147484029" r:id="rId25"/>
    <p:sldLayoutId id="2147484030" r:id="rId26"/>
    <p:sldLayoutId id="2147484031" r:id="rId27"/>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guide id="13" pos="4180">
          <p15:clr>
            <a:srgbClr val="F26B43"/>
          </p15:clr>
        </p15:guide>
        <p15:guide id="14" pos="352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13"/>
            </p:custDataLst>
            <p:extLst>
              <p:ext uri="{D42A27DB-BD31-4B8C-83A1-F6EECF244321}">
                <p14:modId xmlns:p14="http://schemas.microsoft.com/office/powerpoint/2010/main" val="699543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83" imgH="384" progId="TCLayout.ActiveDocument.1">
                  <p:embed/>
                </p:oleObj>
              </mc:Choice>
              <mc:Fallback>
                <p:oleObj name="thinkcell Slide" r:id="rId14"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16"/>
          <a:stretch>
            <a:fillRect/>
          </a:stretch>
        </p:blipFill>
        <p:spPr>
          <a:xfrm>
            <a:off x="10895872" y="6497324"/>
            <a:ext cx="1208648" cy="338400"/>
          </a:xfrm>
          <a:prstGeom prst="rect">
            <a:avLst/>
          </a:prstGeom>
        </p:spPr>
      </p:pic>
      <p:sp>
        <p:nvSpPr>
          <p:cNvPr id="8" name="Subtitle 2">
            <a:extLst>
              <a:ext uri="{FF2B5EF4-FFF2-40B4-BE49-F238E27FC236}">
                <a16:creationId xmlns:a16="http://schemas.microsoft.com/office/drawing/2014/main" id="{D8D6A5A7-6F47-C247-9CEC-994E827A1BB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©2026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3718804713"/>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45"/>
            </p:custDataLst>
            <p:extLst>
              <p:ext uri="{D42A27DB-BD31-4B8C-83A1-F6EECF244321}">
                <p14:modId xmlns:p14="http://schemas.microsoft.com/office/powerpoint/2010/main" val="10788905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383" imgH="384" progId="TCLayout.ActiveDocument.1">
                  <p:embed/>
                </p:oleObj>
              </mc:Choice>
              <mc:Fallback>
                <p:oleObj name="thinkcell Slide" r:id="rId46"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48"/>
          <a:stretch>
            <a:fillRect/>
          </a:stretch>
        </p:blipFill>
        <p:spPr>
          <a:xfrm>
            <a:off x="10895872" y="6497324"/>
            <a:ext cx="1208648" cy="338400"/>
          </a:xfrm>
          <a:prstGeom prst="rect">
            <a:avLst/>
          </a:prstGeom>
        </p:spPr>
      </p:pic>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4" name="Subtitle 2">
            <a:extLst>
              <a:ext uri="{FF2B5EF4-FFF2-40B4-BE49-F238E27FC236}">
                <a16:creationId xmlns:a16="http://schemas.microsoft.com/office/drawing/2014/main" id="{9A034C55-43DE-90EC-7670-0495BE8B0DA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0559375"/>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 id="2147483852" r:id="rId17"/>
    <p:sldLayoutId id="2147483853" r:id="rId18"/>
    <p:sldLayoutId id="2147483854" r:id="rId19"/>
    <p:sldLayoutId id="2147483855" r:id="rId20"/>
    <p:sldLayoutId id="2147483856" r:id="rId21"/>
    <p:sldLayoutId id="2147483857" r:id="rId22"/>
    <p:sldLayoutId id="2147483858" r:id="rId23"/>
    <p:sldLayoutId id="2147483859" r:id="rId24"/>
    <p:sldLayoutId id="2147483860" r:id="rId25"/>
    <p:sldLayoutId id="2147483861" r:id="rId26"/>
    <p:sldLayoutId id="2147483862" r:id="rId27"/>
    <p:sldLayoutId id="2147483863" r:id="rId28"/>
    <p:sldLayoutId id="2147483864" r:id="rId29"/>
    <p:sldLayoutId id="2147483865" r:id="rId30"/>
    <p:sldLayoutId id="2147483866" r:id="rId31"/>
    <p:sldLayoutId id="2147483867" r:id="rId32"/>
    <p:sldLayoutId id="2147483868" r:id="rId33"/>
    <p:sldLayoutId id="2147483869" r:id="rId34"/>
    <p:sldLayoutId id="2147483870" r:id="rId35"/>
    <p:sldLayoutId id="2147483871" r:id="rId36"/>
    <p:sldLayoutId id="2147483872" r:id="rId37"/>
    <p:sldLayoutId id="2147483873" r:id="rId38"/>
    <p:sldLayoutId id="2147483874" r:id="rId39"/>
    <p:sldLayoutId id="2147483875" r:id="rId40"/>
    <p:sldLayoutId id="2147483876" r:id="rId41"/>
    <p:sldLayoutId id="2147483877" r:id="rId42"/>
    <p:sldLayoutId id="2147483878" r:id="rId43"/>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40FDF21-1E5B-5658-03B7-CC428EAB1DCD}"/>
              </a:ext>
            </a:extLst>
          </p:cNvPr>
          <p:cNvGraphicFramePr>
            <a:graphicFrameLocks/>
          </p:cNvGraphicFramePr>
          <p:nvPr userDrawn="1">
            <p:custDataLst>
              <p:tags r:id="rId37"/>
            </p:custDataLst>
            <p:extLst>
              <p:ext uri="{D42A27DB-BD31-4B8C-83A1-F6EECF244321}">
                <p14:modId xmlns:p14="http://schemas.microsoft.com/office/powerpoint/2010/main" val="2320361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503" imgH="503" progId="TCLayout.ActiveDocument.1">
                  <p:embed/>
                </p:oleObj>
              </mc:Choice>
              <mc:Fallback>
                <p:oleObj name="thinkcell Slide" r:id="rId38" imgW="503" imgH="503" progId="TCLayout.ActiveDocument.1">
                  <p:embed/>
                  <p:pic>
                    <p:nvPicPr>
                      <p:cNvPr id="4" name="think-cell data - do not delete" hidden="1">
                        <a:extLst>
                          <a:ext uri="{FF2B5EF4-FFF2-40B4-BE49-F238E27FC236}">
                            <a16:creationId xmlns:a16="http://schemas.microsoft.com/office/drawing/2014/main" id="{540FDF21-1E5B-5658-03B7-CC428EAB1DCD}"/>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5" name="Footer Placeholder 4"/>
          <p:cNvSpPr>
            <a:spLocks noGrp="1"/>
          </p:cNvSpPr>
          <p:nvPr>
            <p:ph type="ftr" sz="quarter" idx="3"/>
          </p:nvPr>
        </p:nvSpPr>
        <p:spPr>
          <a:xfrm>
            <a:off x="541655" y="6397792"/>
            <a:ext cx="5554345" cy="432000"/>
          </a:xfrm>
          <a:prstGeom prst="rect">
            <a:avLst/>
          </a:prstGeom>
        </p:spPr>
        <p:txBody>
          <a:bodyPr vert="horz" lIns="0" tIns="0" rIns="0" bIns="0" rtlCol="0" anchor="ctr">
            <a:noAutofit/>
          </a:bodyPr>
          <a:lstStyle>
            <a:lvl1pPr algn="l">
              <a:defRPr sz="900" b="0" i="0" cap="all" spc="50" baseline="0">
                <a:solidFill>
                  <a:schemeClr val="tx1"/>
                </a:solidFill>
                <a:latin typeface="+mn-lt"/>
              </a:defRPr>
            </a:lvl1pPr>
          </a:lstStyle>
          <a:p>
            <a:r>
              <a:rPr lang="en-US"/>
              <a:t>Document title</a:t>
            </a:r>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20187348"/>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 id="2147483938" r:id="rId33"/>
    <p:sldLayoutId id="2147483939" r:id="rId34"/>
    <p:sldLayoutId id="2147483940" r:id="rId35"/>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16"/>
            </p:custDataLst>
            <p:extLst>
              <p:ext uri="{D42A27DB-BD31-4B8C-83A1-F6EECF244321}">
                <p14:modId xmlns:p14="http://schemas.microsoft.com/office/powerpoint/2010/main" val="16041343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83" imgH="384" progId="TCLayout.ActiveDocument.1">
                  <p:embed/>
                </p:oleObj>
              </mc:Choice>
              <mc:Fallback>
                <p:oleObj name="thinkcell Slide" r:id="rId17"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19"/>
          <a:stretch>
            <a:fillRect/>
          </a:stretch>
        </p:blipFill>
        <p:spPr>
          <a:xfrm>
            <a:off x="10895872" y="6497324"/>
            <a:ext cx="1208648" cy="338400"/>
          </a:xfrm>
          <a:prstGeom prst="rect">
            <a:avLst/>
          </a:prstGeom>
        </p:spPr>
      </p:pic>
      <p:sp>
        <p:nvSpPr>
          <p:cNvPr id="8" name="Subtitle 2">
            <a:extLst>
              <a:ext uri="{FF2B5EF4-FFF2-40B4-BE49-F238E27FC236}">
                <a16:creationId xmlns:a16="http://schemas.microsoft.com/office/drawing/2014/main" id="{D8D6A5A7-6F47-C247-9CEC-994E827A1BB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4130165517"/>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7" r:id="rId14"/>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08.xml"/><Relationship Id="rId1" Type="http://schemas.openxmlformats.org/officeDocument/2006/relationships/tags" Target="../tags/tag177.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image" Target="../media/image76.emf"/><Relationship Id="rId3" Type="http://schemas.openxmlformats.org/officeDocument/2006/relationships/tags" Target="../tags/tag180.xml"/><Relationship Id="rId21" Type="http://schemas.openxmlformats.org/officeDocument/2006/relationships/chart" Target="../charts/chart17.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oleObject" Target="../embeddings/oleObject32.bin"/><Relationship Id="rId2" Type="http://schemas.openxmlformats.org/officeDocument/2006/relationships/tags" Target="../tags/tag179.xml"/><Relationship Id="rId16" Type="http://schemas.openxmlformats.org/officeDocument/2006/relationships/notesSlide" Target="../notesSlides/notesSlide9.xml"/><Relationship Id="rId20" Type="http://schemas.openxmlformats.org/officeDocument/2006/relationships/image" Target="../media/image78.png"/><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0.png"/><Relationship Id="rId5" Type="http://schemas.openxmlformats.org/officeDocument/2006/relationships/tags" Target="../tags/tag182.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187.xml"/><Relationship Id="rId19" Type="http://schemas.openxmlformats.org/officeDocument/2006/relationships/image" Target="../media/image77.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1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5.xml"/><Relationship Id="rId1" Type="http://schemas.openxmlformats.org/officeDocument/2006/relationships/tags" Target="../tags/tag192.xml"/><Relationship Id="rId5" Type="http://schemas.openxmlformats.org/officeDocument/2006/relationships/image" Target="../media/image15.emf"/><Relationship Id="rId4" Type="http://schemas.openxmlformats.org/officeDocument/2006/relationships/oleObject" Target="../embeddings/oleObject33.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8.xml"/><Relationship Id="rId1" Type="http://schemas.openxmlformats.org/officeDocument/2006/relationships/tags" Target="../tags/tag193.xml"/><Relationship Id="rId5" Type="http://schemas.openxmlformats.org/officeDocument/2006/relationships/image" Target="../media/image76.emf"/><Relationship Id="rId4" Type="http://schemas.openxmlformats.org/officeDocument/2006/relationships/oleObject" Target="../embeddings/oleObject34.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3.xml"/></Relationships>
</file>

<file path=ppt/slides/_rels/slide18.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9" Type="http://schemas.openxmlformats.org/officeDocument/2006/relationships/tags" Target="../tags/tag232.xml"/><Relationship Id="rId21" Type="http://schemas.openxmlformats.org/officeDocument/2006/relationships/tags" Target="../tags/tag214.xml"/><Relationship Id="rId34" Type="http://schemas.openxmlformats.org/officeDocument/2006/relationships/tags" Target="../tags/tag227.xml"/><Relationship Id="rId42" Type="http://schemas.openxmlformats.org/officeDocument/2006/relationships/notesSlide" Target="../notesSlides/notesSlide13.xml"/><Relationship Id="rId7" Type="http://schemas.openxmlformats.org/officeDocument/2006/relationships/tags" Target="../tags/tag200.xml"/><Relationship Id="rId2" Type="http://schemas.openxmlformats.org/officeDocument/2006/relationships/tags" Target="../tags/tag195.xml"/><Relationship Id="rId16" Type="http://schemas.openxmlformats.org/officeDocument/2006/relationships/tags" Target="../tags/tag209.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tags" Target="../tags/tag225.xml"/><Relationship Id="rId37" Type="http://schemas.openxmlformats.org/officeDocument/2006/relationships/tags" Target="../tags/tag230.xml"/><Relationship Id="rId40" Type="http://schemas.openxmlformats.org/officeDocument/2006/relationships/tags" Target="../tags/tag233.xml"/><Relationship Id="rId45" Type="http://schemas.openxmlformats.org/officeDocument/2006/relationships/chart" Target="../charts/chart19.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tags" Target="../tags/tag22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4" Type="http://schemas.openxmlformats.org/officeDocument/2006/relationships/image" Target="../media/image17.emf"/><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tags" Target="../tags/tag228.xml"/><Relationship Id="rId43" Type="http://schemas.openxmlformats.org/officeDocument/2006/relationships/oleObject" Target="../embeddings/oleObject35.bin"/><Relationship Id="rId8" Type="http://schemas.openxmlformats.org/officeDocument/2006/relationships/tags" Target="../tags/tag201.xml"/><Relationship Id="rId3" Type="http://schemas.openxmlformats.org/officeDocument/2006/relationships/tags" Target="../tags/tag196.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tags" Target="../tags/tag226.xml"/><Relationship Id="rId38" Type="http://schemas.openxmlformats.org/officeDocument/2006/relationships/tags" Target="../tags/tag231.xml"/><Relationship Id="rId20" Type="http://schemas.openxmlformats.org/officeDocument/2006/relationships/tags" Target="../tags/tag213.xml"/><Relationship Id="rId41" Type="http://schemas.openxmlformats.org/officeDocument/2006/relationships/slideLayout" Target="../slideLayouts/slideLayout12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3.xml"/><Relationship Id="rId1" Type="http://schemas.openxmlformats.org/officeDocument/2006/relationships/tags" Target="../tags/tag234.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2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3.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tags" Target="../tags/tag259.xml"/><Relationship Id="rId4" Type="http://schemas.openxmlformats.org/officeDocument/2006/relationships/image" Target="../media/image15.emf"/></Relationships>
</file>

<file path=ppt/slides/_rels/slide5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tags" Target="../tags/tag259.xml"/><Relationship Id="rId4" Type="http://schemas.openxmlformats.org/officeDocument/2006/relationships/image" Target="../media/image15.emf"/></Relationships>
</file>

<file path=ppt/slides/_rels/slide58.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image" Target="../media/image76.emf"/><Relationship Id="rId3" Type="http://schemas.openxmlformats.org/officeDocument/2006/relationships/tags" Target="../tags/tag180.xml"/><Relationship Id="rId21" Type="http://schemas.openxmlformats.org/officeDocument/2006/relationships/chart" Target="../charts/chart1.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oleObject" Target="../embeddings/oleObject32.bin"/><Relationship Id="rId2" Type="http://schemas.openxmlformats.org/officeDocument/2006/relationships/tags" Target="../tags/tag179.xml"/><Relationship Id="rId20" Type="http://schemas.openxmlformats.org/officeDocument/2006/relationships/image" Target="../media/image78.png"/><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0.png"/><Relationship Id="rId5" Type="http://schemas.openxmlformats.org/officeDocument/2006/relationships/tags" Target="../tags/tag182.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187.xml"/><Relationship Id="rId19" Type="http://schemas.openxmlformats.org/officeDocument/2006/relationships/image" Target="../media/image77.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05.xml"/><Relationship Id="rId1" Type="http://schemas.openxmlformats.org/officeDocument/2006/relationships/tags" Target="../tags/tag192.xml"/><Relationship Id="rId5" Type="http://schemas.openxmlformats.org/officeDocument/2006/relationships/image" Target="../media/image15.emf"/><Relationship Id="rId4" Type="http://schemas.openxmlformats.org/officeDocument/2006/relationships/oleObject" Target="../embeddings/oleObject33.bin"/></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98.xml"/><Relationship Id="rId1" Type="http://schemas.openxmlformats.org/officeDocument/2006/relationships/tags" Target="../tags/tag193.xml"/><Relationship Id="rId5" Type="http://schemas.openxmlformats.org/officeDocument/2006/relationships/image" Target="../media/image76.emf"/><Relationship Id="rId4" Type="http://schemas.openxmlformats.org/officeDocument/2006/relationships/oleObject" Target="../embeddings/oleObject34.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62.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9" Type="http://schemas.openxmlformats.org/officeDocument/2006/relationships/tags" Target="../tags/tag232.xml"/><Relationship Id="rId21" Type="http://schemas.openxmlformats.org/officeDocument/2006/relationships/tags" Target="../tags/tag214.xml"/><Relationship Id="rId34" Type="http://schemas.openxmlformats.org/officeDocument/2006/relationships/tags" Target="../tags/tag227.xml"/><Relationship Id="rId7" Type="http://schemas.openxmlformats.org/officeDocument/2006/relationships/tags" Target="../tags/tag200.xml"/><Relationship Id="rId2" Type="http://schemas.openxmlformats.org/officeDocument/2006/relationships/tags" Target="../tags/tag195.xml"/><Relationship Id="rId16" Type="http://schemas.openxmlformats.org/officeDocument/2006/relationships/tags" Target="../tags/tag209.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tags" Target="../tags/tag225.xml"/><Relationship Id="rId37" Type="http://schemas.openxmlformats.org/officeDocument/2006/relationships/tags" Target="../tags/tag230.xml"/><Relationship Id="rId40" Type="http://schemas.openxmlformats.org/officeDocument/2006/relationships/tags" Target="../tags/tag233.xml"/><Relationship Id="rId45" Type="http://schemas.openxmlformats.org/officeDocument/2006/relationships/chart" Target="../charts/chart3.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tags" Target="../tags/tag22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4" Type="http://schemas.openxmlformats.org/officeDocument/2006/relationships/image" Target="../media/image17.emf"/><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tags" Target="../tags/tag228.xml"/><Relationship Id="rId43" Type="http://schemas.openxmlformats.org/officeDocument/2006/relationships/oleObject" Target="../embeddings/oleObject35.bin"/><Relationship Id="rId8" Type="http://schemas.openxmlformats.org/officeDocument/2006/relationships/tags" Target="../tags/tag201.xml"/><Relationship Id="rId3" Type="http://schemas.openxmlformats.org/officeDocument/2006/relationships/tags" Target="../tags/tag196.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tags" Target="../tags/tag226.xml"/><Relationship Id="rId38" Type="http://schemas.openxmlformats.org/officeDocument/2006/relationships/tags" Target="../tags/tag231.xml"/><Relationship Id="rId20" Type="http://schemas.openxmlformats.org/officeDocument/2006/relationships/tags" Target="../tags/tag213.xml"/><Relationship Id="rId41" Type="http://schemas.openxmlformats.org/officeDocument/2006/relationships/slideLayout" Target="../slideLayouts/slideLayout123.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234.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tags" Target="../tags/tag259.xml"/><Relationship Id="rId4" Type="http://schemas.openxmlformats.org/officeDocument/2006/relationships/image" Target="../media/image15.emf"/></Relationships>
</file>

<file path=ppt/slides/_rels/slide67.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image" Target="../media/image76.emf"/><Relationship Id="rId3" Type="http://schemas.openxmlformats.org/officeDocument/2006/relationships/tags" Target="../tags/tag180.xml"/><Relationship Id="rId21" Type="http://schemas.openxmlformats.org/officeDocument/2006/relationships/chart" Target="../charts/chart4.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oleObject" Target="../embeddings/oleObject32.bin"/><Relationship Id="rId2" Type="http://schemas.openxmlformats.org/officeDocument/2006/relationships/tags" Target="../tags/tag179.xml"/><Relationship Id="rId20" Type="http://schemas.openxmlformats.org/officeDocument/2006/relationships/image" Target="../media/image78.png"/><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0.png"/><Relationship Id="rId5" Type="http://schemas.openxmlformats.org/officeDocument/2006/relationships/tags" Target="../tags/tag182.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187.xml"/><Relationship Id="rId19" Type="http://schemas.openxmlformats.org/officeDocument/2006/relationships/image" Target="../media/image77.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5.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05.xml"/><Relationship Id="rId1" Type="http://schemas.openxmlformats.org/officeDocument/2006/relationships/tags" Target="../tags/tag192.xml"/><Relationship Id="rId5" Type="http://schemas.openxmlformats.org/officeDocument/2006/relationships/image" Target="../media/image15.emf"/><Relationship Id="rId4" Type="http://schemas.openxmlformats.org/officeDocument/2006/relationships/oleObject" Target="../embeddings/oleObject33.bin"/></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98.xml"/><Relationship Id="rId1" Type="http://schemas.openxmlformats.org/officeDocument/2006/relationships/tags" Target="../tags/tag193.xml"/><Relationship Id="rId5" Type="http://schemas.openxmlformats.org/officeDocument/2006/relationships/image" Target="../media/image76.emf"/><Relationship Id="rId4" Type="http://schemas.openxmlformats.org/officeDocument/2006/relationships/oleObject" Target="../embeddings/oleObject34.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71.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9" Type="http://schemas.openxmlformats.org/officeDocument/2006/relationships/tags" Target="../tags/tag232.xml"/><Relationship Id="rId21" Type="http://schemas.openxmlformats.org/officeDocument/2006/relationships/tags" Target="../tags/tag214.xml"/><Relationship Id="rId34" Type="http://schemas.openxmlformats.org/officeDocument/2006/relationships/tags" Target="../tags/tag227.xml"/><Relationship Id="rId7" Type="http://schemas.openxmlformats.org/officeDocument/2006/relationships/tags" Target="../tags/tag200.xml"/><Relationship Id="rId2" Type="http://schemas.openxmlformats.org/officeDocument/2006/relationships/tags" Target="../tags/tag195.xml"/><Relationship Id="rId16" Type="http://schemas.openxmlformats.org/officeDocument/2006/relationships/tags" Target="../tags/tag209.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tags" Target="../tags/tag225.xml"/><Relationship Id="rId37" Type="http://schemas.openxmlformats.org/officeDocument/2006/relationships/tags" Target="../tags/tag230.xml"/><Relationship Id="rId40" Type="http://schemas.openxmlformats.org/officeDocument/2006/relationships/tags" Target="../tags/tag233.xml"/><Relationship Id="rId45" Type="http://schemas.openxmlformats.org/officeDocument/2006/relationships/chart" Target="../charts/chart6.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tags" Target="../tags/tag22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4" Type="http://schemas.openxmlformats.org/officeDocument/2006/relationships/image" Target="../media/image17.emf"/><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tags" Target="../tags/tag228.xml"/><Relationship Id="rId43" Type="http://schemas.openxmlformats.org/officeDocument/2006/relationships/oleObject" Target="../embeddings/oleObject35.bin"/><Relationship Id="rId8" Type="http://schemas.openxmlformats.org/officeDocument/2006/relationships/tags" Target="../tags/tag201.xml"/><Relationship Id="rId3" Type="http://schemas.openxmlformats.org/officeDocument/2006/relationships/tags" Target="../tags/tag196.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tags" Target="../tags/tag226.xml"/><Relationship Id="rId38" Type="http://schemas.openxmlformats.org/officeDocument/2006/relationships/tags" Target="../tags/tag231.xml"/><Relationship Id="rId20" Type="http://schemas.openxmlformats.org/officeDocument/2006/relationships/tags" Target="../tags/tag213.xml"/><Relationship Id="rId41" Type="http://schemas.openxmlformats.org/officeDocument/2006/relationships/slideLayout" Target="../slideLayouts/slideLayout12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234.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7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115732-5E02-0FCD-7991-AD9C97E34296}"/>
              </a:ext>
            </a:extLst>
          </p:cNvPr>
          <p:cNvSpPr>
            <a:spLocks noGrp="1"/>
          </p:cNvSpPr>
          <p:nvPr>
            <p:ph type="body" sz="quarter" idx="13"/>
          </p:nvPr>
        </p:nvSpPr>
        <p:spPr>
          <a:xfrm>
            <a:off x="5717753" y="1136401"/>
            <a:ext cx="754112" cy="304932"/>
          </a:xfrm>
        </p:spPr>
        <p:txBody>
          <a:bodyPr/>
          <a:lstStyle/>
          <a:p>
            <a:r>
              <a:rPr lang="en-US"/>
              <a:t>01</a:t>
            </a:r>
          </a:p>
        </p:txBody>
      </p:sp>
      <p:sp>
        <p:nvSpPr>
          <p:cNvPr id="3" name="Text Placeholder 2">
            <a:extLst>
              <a:ext uri="{FF2B5EF4-FFF2-40B4-BE49-F238E27FC236}">
                <a16:creationId xmlns:a16="http://schemas.microsoft.com/office/drawing/2014/main" id="{A5DCF498-40A2-9CEA-4CE3-1B6E78B22377}"/>
              </a:ext>
            </a:extLst>
          </p:cNvPr>
          <p:cNvSpPr>
            <a:spLocks noGrp="1"/>
          </p:cNvSpPr>
          <p:nvPr>
            <p:ph type="body" sz="quarter" idx="14"/>
          </p:nvPr>
        </p:nvSpPr>
        <p:spPr>
          <a:xfrm>
            <a:off x="3306713" y="1500468"/>
            <a:ext cx="5591804" cy="304932"/>
          </a:xfrm>
        </p:spPr>
        <p:txBody>
          <a:bodyPr/>
          <a:lstStyle/>
          <a:p>
            <a:r>
              <a:rPr lang="en-US"/>
              <a:t>Americas (AMER)</a:t>
            </a:r>
          </a:p>
        </p:txBody>
      </p:sp>
      <p:sp>
        <p:nvSpPr>
          <p:cNvPr id="4" name="Text Placeholder 3">
            <a:extLst>
              <a:ext uri="{FF2B5EF4-FFF2-40B4-BE49-F238E27FC236}">
                <a16:creationId xmlns:a16="http://schemas.microsoft.com/office/drawing/2014/main" id="{BA0BF391-5D93-4744-E3BF-2168E8849BF1}"/>
              </a:ext>
            </a:extLst>
          </p:cNvPr>
          <p:cNvSpPr>
            <a:spLocks noGrp="1"/>
          </p:cNvSpPr>
          <p:nvPr>
            <p:ph type="body" sz="quarter" idx="15"/>
          </p:nvPr>
        </p:nvSpPr>
        <p:spPr>
          <a:xfrm>
            <a:off x="5717753" y="2104423"/>
            <a:ext cx="754112" cy="304932"/>
          </a:xfrm>
        </p:spPr>
        <p:txBody>
          <a:bodyPr/>
          <a:lstStyle/>
          <a:p>
            <a:r>
              <a:rPr lang="en-US"/>
              <a:t>02</a:t>
            </a:r>
          </a:p>
        </p:txBody>
      </p:sp>
      <p:sp>
        <p:nvSpPr>
          <p:cNvPr id="5" name="Text Placeholder 4">
            <a:extLst>
              <a:ext uri="{FF2B5EF4-FFF2-40B4-BE49-F238E27FC236}">
                <a16:creationId xmlns:a16="http://schemas.microsoft.com/office/drawing/2014/main" id="{F1F70F21-D606-820D-23E1-ED8407D41D90}"/>
              </a:ext>
            </a:extLst>
          </p:cNvPr>
          <p:cNvSpPr>
            <a:spLocks noGrp="1"/>
          </p:cNvSpPr>
          <p:nvPr>
            <p:ph type="body" sz="quarter" idx="16"/>
          </p:nvPr>
        </p:nvSpPr>
        <p:spPr>
          <a:xfrm>
            <a:off x="3306713" y="2468490"/>
            <a:ext cx="5591804" cy="304932"/>
          </a:xfrm>
        </p:spPr>
        <p:txBody>
          <a:bodyPr/>
          <a:lstStyle/>
          <a:p>
            <a:r>
              <a:rPr lang="en-US"/>
              <a:t>EMEAA</a:t>
            </a:r>
          </a:p>
        </p:txBody>
      </p:sp>
      <p:sp>
        <p:nvSpPr>
          <p:cNvPr id="6" name="Text Placeholder 5">
            <a:extLst>
              <a:ext uri="{FF2B5EF4-FFF2-40B4-BE49-F238E27FC236}">
                <a16:creationId xmlns:a16="http://schemas.microsoft.com/office/drawing/2014/main" id="{02BAA386-904D-6CD2-01D9-940D70B9ED09}"/>
              </a:ext>
            </a:extLst>
          </p:cNvPr>
          <p:cNvSpPr>
            <a:spLocks noGrp="1"/>
          </p:cNvSpPr>
          <p:nvPr>
            <p:ph type="body" sz="quarter" idx="17"/>
          </p:nvPr>
        </p:nvSpPr>
        <p:spPr>
          <a:xfrm>
            <a:off x="5717753" y="3072445"/>
            <a:ext cx="754112" cy="304932"/>
          </a:xfrm>
        </p:spPr>
        <p:txBody>
          <a:bodyPr/>
          <a:lstStyle/>
          <a:p>
            <a:r>
              <a:rPr lang="en-US"/>
              <a:t>03</a:t>
            </a:r>
          </a:p>
        </p:txBody>
      </p:sp>
      <p:sp>
        <p:nvSpPr>
          <p:cNvPr id="7" name="Text Placeholder 6">
            <a:extLst>
              <a:ext uri="{FF2B5EF4-FFF2-40B4-BE49-F238E27FC236}">
                <a16:creationId xmlns:a16="http://schemas.microsoft.com/office/drawing/2014/main" id="{6C4FE75F-8919-6287-8EC4-E6568814AA27}"/>
              </a:ext>
            </a:extLst>
          </p:cNvPr>
          <p:cNvSpPr>
            <a:spLocks noGrp="1"/>
          </p:cNvSpPr>
          <p:nvPr>
            <p:ph type="body" sz="quarter" idx="18"/>
          </p:nvPr>
        </p:nvSpPr>
        <p:spPr>
          <a:xfrm>
            <a:off x="3306713" y="3436512"/>
            <a:ext cx="5591804" cy="304932"/>
          </a:xfrm>
        </p:spPr>
        <p:txBody>
          <a:bodyPr/>
          <a:lstStyle/>
          <a:p>
            <a:r>
              <a:rPr lang="en-US"/>
              <a:t>Greater China</a:t>
            </a:r>
          </a:p>
        </p:txBody>
      </p:sp>
      <p:sp>
        <p:nvSpPr>
          <p:cNvPr id="10" name="Text Placeholder 9">
            <a:extLst>
              <a:ext uri="{FF2B5EF4-FFF2-40B4-BE49-F238E27FC236}">
                <a16:creationId xmlns:a16="http://schemas.microsoft.com/office/drawing/2014/main" id="{B9E0D83A-038B-87B8-BCD0-ABBC17CDAC51}"/>
              </a:ext>
            </a:extLst>
          </p:cNvPr>
          <p:cNvSpPr>
            <a:spLocks noGrp="1"/>
          </p:cNvSpPr>
          <p:nvPr>
            <p:ph type="body" sz="quarter" idx="21"/>
          </p:nvPr>
        </p:nvSpPr>
        <p:spPr/>
        <p:txBody>
          <a:bodyPr/>
          <a:lstStyle/>
          <a:p>
            <a:r>
              <a:rPr lang="en-US"/>
              <a:t>TABLE OF CONTENTS</a:t>
            </a:r>
          </a:p>
        </p:txBody>
      </p:sp>
      <p:sp>
        <p:nvSpPr>
          <p:cNvPr id="11" name="Slide Number Placeholder 10">
            <a:extLst>
              <a:ext uri="{FF2B5EF4-FFF2-40B4-BE49-F238E27FC236}">
                <a16:creationId xmlns:a16="http://schemas.microsoft.com/office/drawing/2014/main" id="{E6D4B8A2-099B-969F-99BC-1633CFCE3FF5}"/>
              </a:ext>
            </a:extLst>
          </p:cNvPr>
          <p:cNvSpPr>
            <a:spLocks noGrp="1"/>
          </p:cNvSpPr>
          <p:nvPr>
            <p:ph type="sldNum" sz="quarter" idx="22"/>
          </p:nvPr>
        </p:nvSpPr>
        <p:spPr/>
        <p:txBody>
          <a:bodyPr/>
          <a:lstStyle/>
          <a:p>
            <a:fld id="{BF1B362E-304B-D74F-8E05-F581CCD55911}" type="slidenum">
              <a:rPr lang="en-US" smtClean="0"/>
              <a:pPr/>
              <a:t>3</a:t>
            </a:fld>
            <a:endParaRPr lang="en-US"/>
          </a:p>
        </p:txBody>
      </p:sp>
    </p:spTree>
    <p:extLst>
      <p:ext uri="{BB962C8B-B14F-4D97-AF65-F5344CB8AC3E}">
        <p14:creationId xmlns:p14="http://schemas.microsoft.com/office/powerpoint/2010/main" val="67935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949C2EE-6E4F-C65D-0B7F-F1B2B4F49E4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5" name="think-cell data - do not delete" hidden="1">
                        <a:extLst>
                          <a:ext uri="{FF2B5EF4-FFF2-40B4-BE49-F238E27FC236}">
                            <a16:creationId xmlns:a16="http://schemas.microsoft.com/office/drawing/2014/main" id="{1949C2EE-6E4F-C65D-0B7F-F1B2B4F49E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EF582FD-491E-854C-4C65-7650A91349B5}"/>
              </a:ext>
            </a:extLst>
          </p:cNvPr>
          <p:cNvSpPr>
            <a:spLocks noGrp="1"/>
          </p:cNvSpPr>
          <p:nvPr>
            <p:ph type="ctrTitle"/>
          </p:nvPr>
        </p:nvSpPr>
        <p:spPr/>
        <p:txBody>
          <a:bodyPr vert="horz" rIns="0"/>
          <a:lstStyle/>
          <a:p>
            <a:r>
              <a:rPr lang="en-US" sz="4400"/>
              <a:t>GP Regional Planning Template</a:t>
            </a:r>
          </a:p>
        </p:txBody>
      </p:sp>
      <p:sp>
        <p:nvSpPr>
          <p:cNvPr id="3" name="Subtitle 2">
            <a:extLst>
              <a:ext uri="{FF2B5EF4-FFF2-40B4-BE49-F238E27FC236}">
                <a16:creationId xmlns:a16="http://schemas.microsoft.com/office/drawing/2014/main" id="{7661B682-E584-F383-EBF2-7260CE6D2020}"/>
              </a:ext>
            </a:extLst>
          </p:cNvPr>
          <p:cNvSpPr>
            <a:spLocks noGrp="1"/>
          </p:cNvSpPr>
          <p:nvPr>
            <p:ph type="subTitle" idx="1"/>
          </p:nvPr>
        </p:nvSpPr>
        <p:spPr/>
        <p:txBody>
          <a:bodyPr/>
          <a:lstStyle/>
          <a:p>
            <a:r>
              <a:rPr lang="en-US"/>
              <a:t>Regional templates: AMER, EMEAA &amp; Greater China</a:t>
            </a:r>
          </a:p>
          <a:p>
            <a:r>
              <a:rPr lang="en-US"/>
              <a:t>PLT DEBRIEF – SEPTEMBER 2026 – DRAFT FOR FORMAT REVIEW</a:t>
            </a:r>
          </a:p>
        </p:txBody>
      </p:sp>
    </p:spTree>
    <p:extLst>
      <p:ext uri="{BB962C8B-B14F-4D97-AF65-F5344CB8AC3E}">
        <p14:creationId xmlns:p14="http://schemas.microsoft.com/office/powerpoint/2010/main" val="158195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AMER</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AMER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Operate carries the programme</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Operate is 23% of AMER’s addressable spend but 72% of programme spend (14.6% capture). Build is 47% of spend with only 0.2% on programme</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The US is mature and contested</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The US holds the largest pool, but entrenched GPO competitors and FDD language that blocks auto-enrolment cap growth, even with more OHES effort</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Small owners are the engine</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First-time and small-scaling owners are 74% of the estate; OHES lifted their F&amp;B participation by 24% and 14%. Mexico and LAC remain under-covered</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29–30, 44; dim_hotel extract (2025 programme spend, modelled addressable spend); AMER F2F regional input, Aug 2026, slides 20–24. CRF collected: 2025 actual per AMER 2030 opportunity slide.</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18,899</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902</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48" name="Freeform: Shape 1047">
            <a:extLst>
              <a:ext uri="{FF2B5EF4-FFF2-40B4-BE49-F238E27FC236}">
                <a16:creationId xmlns:a16="http://schemas.microsoft.com/office/drawing/2014/main" id="{5C9E187B-C8E0-678C-96F2-D2412DAF3A5E}"/>
              </a:ext>
            </a:extLst>
          </p:cNvPr>
          <p:cNvSpPr/>
          <p:nvPr>
            <p:custDataLst>
              <p:tags r:id="rId9"/>
            </p:custDataLst>
          </p:nvPr>
        </p:nvSpPr>
        <p:spPr bwMode="auto">
          <a:xfrm>
            <a:off x="474503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49" name="Freeform: Shape 1048">
            <a:extLst>
              <a:ext uri="{FF2B5EF4-FFF2-40B4-BE49-F238E27FC236}">
                <a16:creationId xmlns:a16="http://schemas.microsoft.com/office/drawing/2014/main" id="{53CF200E-616D-D7EC-1789-FA3BF3F19A89}"/>
              </a:ext>
            </a:extLst>
          </p:cNvPr>
          <p:cNvSpPr/>
          <p:nvPr>
            <p:custDataLst>
              <p:tags r:id="rId10"/>
            </p:custDataLst>
          </p:nvPr>
        </p:nvSpPr>
        <p:spPr bwMode="auto">
          <a:xfrm>
            <a:off x="480218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3641084"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&lt;0.1%</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95158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14.6%</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744830"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666852"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$18.9bn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$902m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$21.7m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63.9%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4.8%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2.4%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$TBC</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AMER</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#1 US CMH estate (Operate: F&amp;B / OS&amp;E) – lift utilisation and compliance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 US pipeline and renovations (Build / Open: FF&amp;E / EME) – win earlier in the lifecycle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#3 Mexico and priority LAC markets – selective expansion where coverage and distribution are viable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Ambition: +$546m programme capture by 2030 (4.6% → ~7% share)</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Locked order guides beyond HIEX; P2P and utilisation reporting</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Compress FF&amp;E design-to-delivery from 19 to 9.5 months; transform the waiver process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Activate EME (energy, renewables, engineering) – $163m by 2030</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Localise programmes, standards and distribution for Mexico / LAC; high-touch Premium and L&amp;L offer</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$21.0m; 2025 collected $21.7m (2.4% yield)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adds ~$13.1m CRF a year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Needs design, waiver and category capacity; in-market sourcing and OHES for Mexico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Risk: $2.1m revenue shortfall YTD (distributor payments, outstanding H1 supplier data)</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FDD reform to auto-enrolment / opt-out as AMER’s enforcement lever</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expand OHES from a US capability into the global owner-lifecycle model</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evaluate a GPO / distribution model for Operate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PaaS: differentiated offer for Premium, L&amp;L and pre-opening needs</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Test FDD mandatory / opt-out language with Legal; locked order guides as the control</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Offer the FTO / small-scaling OHES playbook as the central segmentation template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Assess GPO options inside the central partner framework – protect owner data, control and economics</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adds $436m capture and ~$10.5m CRF by 2030 (→ ~10% share)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EC sponsorship and legal review for FDD reform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Commercial, legal and financial assessment of GPO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Central CRM, owner segmentation and utilisation insight</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32358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US Operate captures 14.6%, but FDD and waivers cap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OHES lifted small-owner F&amp;B participation by 14–24%</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EME activation ($163m by 2030); FF&amp;E 19 → 9.5 months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Construction and labour – currently legally constrained</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AMER</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Locked order guides; grow utilisation in L&amp;L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FDD opt-out as AMER’s enforcement route</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Design, waiver and category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In-market sourcing and distribution for Mexico / LAC</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Existing teams; P2P and utilisation reporting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Legal review and EC sponsorship for FDD reform</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Commercial, legal and financial GPO assessment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Central CRM and owner-intelligence platform</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Rebate opacity puts small owners off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GPOs are strengthening owner relationships</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Build and Open: $13.5bn addressable; Build capture 0.2%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Mexico and LAC under-covered; Avendra unpopular with owners</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OHES model, CRM, segmentation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GPO / Operate shift assessed centrally</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191720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AMER</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Market / Category focus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Dependency / support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Initiative </a:t>
                      </a:r>
                      <a:r>
                        <a:rPr lang="en-GB" sz="1100" b="1" i="0" err="1">
                          <a:solidFill>
                            <a:srgbClr val="1F4456"/>
                          </a:solidFill>
                          <a:latin typeface="+mn-lt"/>
                        </a:rPr>
                        <a:t>xyz</a:t>
                      </a:r>
                      <a:endParaRPr lang="en-GB" sz="1100" b="1"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Training…</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2458720" y="177696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Invest in….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Arrow: Pentagon 2">
            <a:extLst>
              <a:ext uri="{FF2B5EF4-FFF2-40B4-BE49-F238E27FC236}">
                <a16:creationId xmlns:a16="http://schemas.microsoft.com/office/drawing/2014/main" id="{0210F5CD-073B-07B8-BAE4-C05D5F55BB35}"/>
              </a:ext>
            </a:extLst>
          </p:cNvPr>
          <p:cNvSpPr/>
          <p:nvPr/>
        </p:nvSpPr>
        <p:spPr>
          <a:xfrm>
            <a:off x="3200400" y="28234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Arrow: Pentagon 3">
            <a:extLst>
              <a:ext uri="{FF2B5EF4-FFF2-40B4-BE49-F238E27FC236}">
                <a16:creationId xmlns:a16="http://schemas.microsoft.com/office/drawing/2014/main" id="{D1395241-DB52-9BFD-2184-AE8F136DD879}"/>
              </a:ext>
            </a:extLst>
          </p:cNvPr>
          <p:cNvSpPr/>
          <p:nvPr/>
        </p:nvSpPr>
        <p:spPr>
          <a:xfrm>
            <a:off x="6154457" y="28234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Arrow: Pentagon 4">
            <a:extLst>
              <a:ext uri="{FF2B5EF4-FFF2-40B4-BE49-F238E27FC236}">
                <a16:creationId xmlns:a16="http://schemas.microsoft.com/office/drawing/2014/main" id="{84FE7DC6-9EC5-D7F9-7D4B-980ADCF7E27D}"/>
              </a:ext>
            </a:extLst>
          </p:cNvPr>
          <p:cNvSpPr/>
          <p:nvPr/>
        </p:nvSpPr>
        <p:spPr>
          <a:xfrm>
            <a:off x="4795520" y="33172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Design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Arrow: Pentagon 5">
            <a:extLst>
              <a:ext uri="{FF2B5EF4-FFF2-40B4-BE49-F238E27FC236}">
                <a16:creationId xmlns:a16="http://schemas.microsoft.com/office/drawing/2014/main" id="{CCBD0C76-5B0C-6C07-287B-0A7101240718}"/>
              </a:ext>
            </a:extLst>
          </p:cNvPr>
          <p:cNvSpPr/>
          <p:nvPr/>
        </p:nvSpPr>
        <p:spPr>
          <a:xfrm>
            <a:off x="5821342" y="38110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Arrow: Pentagon 6">
            <a:extLst>
              <a:ext uri="{FF2B5EF4-FFF2-40B4-BE49-F238E27FC236}">
                <a16:creationId xmlns:a16="http://schemas.microsoft.com/office/drawing/2014/main" id="{F0B880E5-3D4E-8F6F-7A92-A82AE5EF27F9}"/>
              </a:ext>
            </a:extLst>
          </p:cNvPr>
          <p:cNvSpPr/>
          <p:nvPr/>
        </p:nvSpPr>
        <p:spPr>
          <a:xfrm>
            <a:off x="8401982" y="4262639"/>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Arrow: Pentagon 7">
            <a:extLst>
              <a:ext uri="{FF2B5EF4-FFF2-40B4-BE49-F238E27FC236}">
                <a16:creationId xmlns:a16="http://schemas.microsoft.com/office/drawing/2014/main" id="{0267E437-5FA6-93CD-6D9A-5427183B9530}"/>
              </a:ext>
            </a:extLst>
          </p:cNvPr>
          <p:cNvSpPr/>
          <p:nvPr/>
        </p:nvSpPr>
        <p:spPr>
          <a:xfrm>
            <a:off x="8401982" y="4727919"/>
            <a:ext cx="323431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Flowchart: Decision 8">
            <a:extLst>
              <a:ext uri="{FF2B5EF4-FFF2-40B4-BE49-F238E27FC236}">
                <a16:creationId xmlns:a16="http://schemas.microsoft.com/office/drawing/2014/main" id="{10903787-D48A-6F09-91B1-C937ABA2730E}"/>
              </a:ext>
            </a:extLst>
          </p:cNvPr>
          <p:cNvSpPr/>
          <p:nvPr/>
        </p:nvSpPr>
        <p:spPr>
          <a:xfrm>
            <a:off x="5718600" y="2827321"/>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7370123"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7935662"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Flowchart: Decision 11">
            <a:extLst>
              <a:ext uri="{FF2B5EF4-FFF2-40B4-BE49-F238E27FC236}">
                <a16:creationId xmlns:a16="http://schemas.microsoft.com/office/drawing/2014/main" id="{C522FA6E-773D-3D3C-A9E4-ED95F58CE6F6}"/>
              </a:ext>
            </a:extLst>
          </p:cNvPr>
          <p:cNvSpPr/>
          <p:nvPr/>
        </p:nvSpPr>
        <p:spPr>
          <a:xfrm>
            <a:off x="8491257"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Flowchart: Decision 13">
            <a:extLst>
              <a:ext uri="{FF2B5EF4-FFF2-40B4-BE49-F238E27FC236}">
                <a16:creationId xmlns:a16="http://schemas.microsoft.com/office/drawing/2014/main" id="{3F8C4FD1-606A-7EAA-54F6-1CD1A9A4F757}"/>
              </a:ext>
            </a:extLst>
          </p:cNvPr>
          <p:cNvSpPr/>
          <p:nvPr/>
        </p:nvSpPr>
        <p:spPr>
          <a:xfrm>
            <a:off x="10926232" y="4261503"/>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AMER</a:t>
            </a:r>
            <a:endParaRPr lang="en-GB" sz="2800" b="1"/>
          </a:p>
        </p:txBody>
      </p:sp>
      <p:cxnSp>
        <p:nvCxnSpPr>
          <p:cNvPr id="214" name="Straight Connector 213">
            <a:extLst>
              <a:ext uri="{FF2B5EF4-FFF2-40B4-BE49-F238E27FC236}">
                <a16:creationId xmlns:a16="http://schemas.microsoft.com/office/drawing/2014/main" id="{6484C671-4C94-2A0E-114B-7A3C51B2CF0E}"/>
              </a:ext>
            </a:extLst>
          </p:cNvPr>
          <p:cNvCxnSpPr>
            <a:cxnSpLocks/>
          </p:cNvCxnSpPr>
          <p:nvPr>
            <p:custDataLst>
              <p:tags r:id="rId2"/>
            </p:custDataLst>
          </p:nvPr>
        </p:nvCxnSpPr>
        <p:spPr bwMode="auto">
          <a:xfrm flipV="1">
            <a:off x="3071813" y="3086100"/>
            <a:ext cx="12700" cy="79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60C160E-007B-DB0E-DF51-9A2352A91AB1}"/>
              </a:ext>
            </a:extLst>
          </p:cNvPr>
          <p:cNvCxnSpPr/>
          <p:nvPr>
            <p:custDataLst>
              <p:tags r:id="rId3"/>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49E1DF-44EA-867C-3A6D-800E24CCAA47}"/>
              </a:ext>
            </a:extLst>
          </p:cNvPr>
          <p:cNvCxnSpPr>
            <a:cxnSpLocks/>
          </p:cNvCxnSpPr>
          <p:nvPr>
            <p:custDataLst>
              <p:tags r:id="rId4"/>
            </p:custDataLst>
          </p:nvPr>
        </p:nvCxnSpPr>
        <p:spPr bwMode="auto">
          <a:xfrm flipV="1">
            <a:off x="2320925" y="31908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FDE50EA-BAEB-33B3-8FAD-117B717801E7}"/>
              </a:ext>
            </a:extLst>
          </p:cNvPr>
          <p:cNvCxnSpPr/>
          <p:nvPr>
            <p:custDataLst>
              <p:tags r:id="rId5"/>
            </p:custDataLst>
          </p:nvPr>
        </p:nvCxnSpPr>
        <p:spPr bwMode="auto">
          <a:xfrm flipV="1">
            <a:off x="4575175" y="2451100"/>
            <a:ext cx="333375" cy="2270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E81976E-609F-AB25-1C36-D434A9859973}"/>
              </a:ext>
            </a:extLst>
          </p:cNvPr>
          <p:cNvCxnSpPr/>
          <p:nvPr>
            <p:custDataLst>
              <p:tags r:id="rId6"/>
            </p:custDataLst>
          </p:nvPr>
        </p:nvCxnSpPr>
        <p:spPr bwMode="auto">
          <a:xfrm flipV="1">
            <a:off x="4575175" y="2274888"/>
            <a:ext cx="333375" cy="2936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D908169-F3D0-B5E0-C8B0-CFEC792E5753}"/>
              </a:ext>
            </a:extLst>
          </p:cNvPr>
          <p:cNvCxnSpPr>
            <a:cxnSpLocks/>
          </p:cNvCxnSpPr>
          <p:nvPr>
            <p:custDataLst>
              <p:tags r:id="rId7"/>
            </p:custDataLst>
          </p:nvPr>
        </p:nvCxnSpPr>
        <p:spPr bwMode="auto">
          <a:xfrm flipV="1">
            <a:off x="3824288" y="31654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9F553D6-293A-1FBA-EC1E-6B280CEA8012}"/>
              </a:ext>
            </a:extLst>
          </p:cNvPr>
          <p:cNvCxnSpPr/>
          <p:nvPr>
            <p:custDataLst>
              <p:tags r:id="rId8"/>
            </p:custDataLst>
          </p:nvPr>
        </p:nvCxnSpPr>
        <p:spPr bwMode="auto">
          <a:xfrm flipV="1">
            <a:off x="4575175" y="3151188"/>
            <a:ext cx="333375" cy="142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1BD010C6-34D5-31DB-8050-949C7F95CB0E}"/>
              </a:ext>
            </a:extLst>
          </p:cNvPr>
          <p:cNvCxnSpPr/>
          <p:nvPr>
            <p:custDataLst>
              <p:tags r:id="rId9"/>
            </p:custDataLst>
          </p:nvPr>
        </p:nvCxnSpPr>
        <p:spPr bwMode="auto">
          <a:xfrm flipV="1">
            <a:off x="3824288" y="2678113"/>
            <a:ext cx="333375" cy="2317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7983A6E-C279-2BA9-A319-94F94D75E216}"/>
              </a:ext>
            </a:extLst>
          </p:cNvPr>
          <p:cNvCxnSpPr/>
          <p:nvPr>
            <p:custDataLst>
              <p:tags r:id="rId10"/>
            </p:custDataLst>
          </p:nvPr>
        </p:nvCxnSpPr>
        <p:spPr bwMode="auto">
          <a:xfrm flipV="1">
            <a:off x="3824288" y="2568575"/>
            <a:ext cx="333375" cy="3032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7B49CAD4-57FE-2856-16A8-51C089124D2F}"/>
              </a:ext>
            </a:extLst>
          </p:cNvPr>
          <p:cNvCxnSpPr>
            <a:cxnSpLocks/>
          </p:cNvCxnSpPr>
          <p:nvPr>
            <p:custDataLst>
              <p:tags r:id="rId11"/>
            </p:custDataLst>
          </p:nvPr>
        </p:nvCxnSpPr>
        <p:spPr bwMode="auto">
          <a:xfrm flipV="1">
            <a:off x="3071813" y="31781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Straight Connector 254">
            <a:extLst>
              <a:ext uri="{FF2B5EF4-FFF2-40B4-BE49-F238E27FC236}">
                <a16:creationId xmlns:a16="http://schemas.microsoft.com/office/drawing/2014/main" id="{CDC55906-FF21-A7EB-61D3-7D655AF4282E}"/>
              </a:ext>
            </a:extLst>
          </p:cNvPr>
          <p:cNvCxnSpPr/>
          <p:nvPr>
            <p:custDataLst>
              <p:tags r:id="rId12"/>
            </p:custDataLst>
          </p:nvPr>
        </p:nvCxnSpPr>
        <p:spPr bwMode="auto">
          <a:xfrm flipV="1">
            <a:off x="3206750" y="2909888"/>
            <a:ext cx="198438"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46F66984-6E73-048C-4A28-C57675C8568A}"/>
              </a:ext>
            </a:extLst>
          </p:cNvPr>
          <p:cNvCxnSpPr>
            <a:cxnSpLocks/>
          </p:cNvCxnSpPr>
          <p:nvPr>
            <p:custDataLst>
              <p:tags r:id="rId13"/>
            </p:custDataLst>
          </p:nvPr>
        </p:nvCxnSpPr>
        <p:spPr bwMode="auto">
          <a:xfrm flipV="1">
            <a:off x="3071813" y="3087688"/>
            <a:ext cx="12700" cy="63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2C905A83-C855-EB1C-8451-D7E6C5AECCCF}"/>
              </a:ext>
            </a:extLst>
          </p:cNvPr>
          <p:cNvCxnSpPr/>
          <p:nvPr>
            <p:custDataLst>
              <p:tags r:id="rId14"/>
            </p:custDataLst>
          </p:nvPr>
        </p:nvCxnSpPr>
        <p:spPr bwMode="auto">
          <a:xfrm flipV="1">
            <a:off x="3184525" y="2871788"/>
            <a:ext cx="220663" cy="1476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A7B5183-6B39-A463-9156-F4E77FD44E90}"/>
              </a:ext>
            </a:extLst>
          </p:cNvPr>
          <p:cNvCxnSpPr/>
          <p:nvPr>
            <p:custDataLst>
              <p:tags r:id="rId15"/>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cxnSp>
        <p:nvCxnSpPr>
          <p:cNvPr id="4" name="Straight Connector 3">
            <a:extLst>
              <a:ext uri="{FF2B5EF4-FFF2-40B4-BE49-F238E27FC236}">
                <a16:creationId xmlns:a16="http://schemas.microsoft.com/office/drawing/2014/main" id="{8F656FC7-4350-E218-CCD8-63A05D4A4EEA}"/>
              </a:ext>
            </a:extLst>
          </p:cNvPr>
          <p:cNvCxnSpPr/>
          <p:nvPr>
            <p:custDataLst>
              <p:tags r:id="rId17"/>
            </p:custDataLst>
          </p:nvPr>
        </p:nvCxnSpPr>
        <p:spPr bwMode="auto">
          <a:xfrm flipH="1">
            <a:off x="3019425" y="3094038"/>
            <a:ext cx="69850"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3067050"/>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314700"/>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725738"/>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287588"/>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8" y="33226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8" y="2846388"/>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8" y="2547938"/>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32898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900" y="3027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916238"/>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66541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392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5"/>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968625"/>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4088" y="2816225"/>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3353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3089275" y="3019425"/>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AMER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$bn,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 X.X%</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High</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Mkt / Cat / Source 1</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Mkt / Cat / Source 2</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Mkt / Cat / Source 3</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accent1">
                        <a:lumMod val="40000"/>
                        <a:lumOff val="6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accent1">
                        <a:lumMod val="40000"/>
                        <a:lumOff val="6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3645817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AMER: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r>
                        <a:rPr lang="en-US" sz="1050" b="0" i="0" u="none" strike="noStrike" kern="1200" cap="none" spc="0" normalizeH="0" baseline="0">
                          <a:ln>
                            <a:noFill/>
                          </a:ln>
                          <a:solidFill>
                            <a:srgbClr val="000000"/>
                          </a:solidFill>
                          <a:effectLst/>
                          <a:uLnTx/>
                          <a:uFillTx/>
                          <a:latin typeface="+mn-lt"/>
                          <a:ea typeface="+mn-ea"/>
                          <a:cs typeface="+mn-cs"/>
                        </a:rPr>
                        <a:t/>
                      </a:r>
                      <a:r>
                        <a:rPr lang="en-US" sz="1100" b="0" i="0" u="none" strike="noStrike" kern="1200" cap="none" spc="0" normalizeH="0" baseline="0" noProof="0">
                          <a:ln>
                            <a:noFill/>
                          </a:ln>
                          <a:solidFill>
                            <a:srgbClr val="000000"/>
                          </a:solidFill>
                          <a:effectLst/>
                          <a:uLnTx/>
                          <a:uFillTx/>
                          <a:latin typeface="Arial"/>
                          <a:ea typeface="+mn-ea"/>
                          <a:cs typeface="Arial"/>
                        </a:rPr>
                        <a:t/>
                      </a:r>
                    </a:p>
                    <a:p>
                      <a:pPr lvl="0" algn="ctr">
                        <a:buNone/>
                      </a:pP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LOREM IPSUM DOLOR SIT AMET</a:t>
                      </a:r>
                      <a:r>
                        <a:rPr kumimoji="0" lang="en-US" sz="1050" b="0" i="0" u="none" strike="noStrike" kern="1200" cap="none" spc="0" normalizeH="0" baseline="0">
                          <a:ln>
                            <a:noFill/>
                          </a:ln>
                          <a:solidFill>
                            <a:srgbClr val="000000"/>
                          </a:solidFill>
                          <a:effectLst/>
                          <a:uLnTx/>
                          <a:uFillTx/>
                          <a:latin typeface="+mn-lt"/>
                          <a:ea typeface="+mn-ea"/>
                          <a:cs typeface="+mn-cs"/>
                        </a:rPr>
                        <a:t/>
                      </a: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p>
                      <a:pPr algn="ctr" rtl="0" fontAlgn="ctr">
                        <a:buNone/>
                      </a:pPr>
                      <a:r>
                        <a:rPr kumimoji="0" lang="en-US" sz="800" b="0" i="0" u="none" strike="noStrike" kern="1200" cap="none" spc="0" normalizeH="0" baseline="0">
                          <a:ln>
                            <a:noFill/>
                          </a:ln>
                          <a:solidFill>
                            <a:srgbClr val="000000"/>
                          </a:solidFill>
                          <a:effectLst/>
                          <a:uLnTx/>
                          <a:uFillTx/>
                          <a:latin typeface="+mn-lt"/>
                          <a:ea typeface="+mn-ea"/>
                          <a:cs typeface="+mn-cs"/>
                        </a:rPr>
                        <a:t>[Current Status]</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endParaRPr lang="en-US"/>
                    </a:p>
                    <a:p>
                      <a:pPr lvl="0" algn="ctr">
                        <a:buNone/>
                      </a:pP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r>
                        <a:rPr lang="en-US" sz="1050" b="0" i="0" u="none" strike="noStrike" kern="1200" cap="none" spc="0" normalizeH="0" baseline="0">
                          <a:ln>
                            <a:noFill/>
                          </a:ln>
                          <a:solidFill>
                            <a:srgbClr val="000000"/>
                          </a:solidFill>
                          <a:effectLst/>
                          <a:uLnTx/>
                          <a:uFillTx/>
                          <a:latin typeface="+mn-lt"/>
                          <a:ea typeface="+mn-ea"/>
                          <a:cs typeface="+mn-cs"/>
                        </a:rPr>
                        <a:t> for 2027</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 MAGNA ALIQUA</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2082542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AMER: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 enim ad minim veniam quis nostrud</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Lorem ipsum dolor sit amet consectetur.</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AMER</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Americas (AMER)</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0782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07CE-2F79-F7A3-93E1-9D5CA2AD38BA}"/>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05D07DF4-8E50-F835-7B2F-AFBFFAB07078}"/>
              </a:ext>
            </a:extLst>
          </p:cNvPr>
          <p:cNvPicPr>
            <a:picLocks noChangeAspect="1"/>
          </p:cNvPicPr>
          <p:nvPr/>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2539743" y="2466302"/>
            <a:ext cx="7254183" cy="581528"/>
          </a:xfrm>
          <a:prstGeom prst="rect">
            <a:avLst/>
          </a:prstGeom>
        </p:spPr>
      </p:pic>
      <p:sp>
        <p:nvSpPr>
          <p:cNvPr id="9" name="TextBox 4">
            <a:extLst>
              <a:ext uri="{FF2B5EF4-FFF2-40B4-BE49-F238E27FC236}">
                <a16:creationId xmlns:a16="http://schemas.microsoft.com/office/drawing/2014/main" id="{79298438-99B2-952B-35B3-906BB3824A80}"/>
              </a:ext>
            </a:extLst>
          </p:cNvPr>
          <p:cNvSpPr txBox="1"/>
          <p:nvPr/>
        </p:nvSpPr>
        <p:spPr>
          <a:xfrm>
            <a:off x="925052" y="3317728"/>
            <a:ext cx="10483563" cy="984885"/>
          </a:xfrm>
          <a:prstGeom prst="rect">
            <a:avLst/>
          </a:prstGeom>
        </p:spPr>
        <p:txBody>
          <a:bodyPr lIns="0" tIns="0" rIns="0" bIns="0" rtlCol="0" anchor="t">
            <a:spAutoFit/>
          </a:bodyP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S</a:t>
            </a:r>
            <a:r>
              <a:rPr kumimoji="0" lang="en-US"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marter solutions for</a:t>
            </a:r>
          </a:p>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E8542C"/>
                </a:solidFill>
                <a:effectLst/>
                <a:uLnTx/>
                <a:uFillTx/>
                <a:latin typeface="Arial" panose="020B0604020202020204"/>
                <a:ea typeface="Graphik Wide Regular"/>
                <a:cs typeface="Graphik Wide Regular"/>
                <a:sym typeface="Graphik Wide"/>
              </a:rPr>
              <a:t>your success</a:t>
            </a:r>
            <a:r>
              <a:rPr kumimoji="0" lang="en-US"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a:t>
            </a:r>
          </a:p>
        </p:txBody>
      </p:sp>
      <p:sp>
        <p:nvSpPr>
          <p:cNvPr id="4" name="Text Placeholder 3">
            <a:extLst>
              <a:ext uri="{FF2B5EF4-FFF2-40B4-BE49-F238E27FC236}">
                <a16:creationId xmlns:a16="http://schemas.microsoft.com/office/drawing/2014/main" id="{BF571318-6346-B07E-0BC3-C05613B0C702}"/>
              </a:ext>
            </a:extLst>
          </p:cNvPr>
          <p:cNvSpPr>
            <a:spLocks noGrp="1"/>
          </p:cNvSpPr>
          <p:nvPr>
            <p:ph type="body" sz="quarter" idx="13"/>
          </p:nvPr>
        </p:nvSpPr>
        <p:spPr/>
        <p:txBody>
          <a:bodyPr/>
          <a:lstStyle/>
          <a:p>
            <a:endParaRPr lang="en-US"/>
          </a:p>
        </p:txBody>
      </p:sp>
      <p:sp>
        <p:nvSpPr>
          <p:cNvPr id="5" name="Rectangle 4">
            <a:extLst>
              <a:ext uri="{FF2B5EF4-FFF2-40B4-BE49-F238E27FC236}">
                <a16:creationId xmlns:a16="http://schemas.microsoft.com/office/drawing/2014/main" id="{D72BA7B2-89DA-47B6-91F8-BF0431521A5A}"/>
              </a:ext>
            </a:extLst>
          </p:cNvPr>
          <p:cNvSpPr/>
          <p:nvPr/>
        </p:nvSpPr>
        <p:spPr>
          <a:xfrm>
            <a:off x="442452" y="344129"/>
            <a:ext cx="1681316" cy="4270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9149761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EMEAA</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07829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EMEAA</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EMEAA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Build is the real gap</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Build is 48% of EMEAA’s addressable spend but only 0.3% runs on programme. Operate, at 27% of spend, is where we already capture most (9.2%)</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Our growth is shifting east</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On IHG pipeline-vs-base growth, India leads the estate with Thailand/Vietnam (and KSA — all best won at signing</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Scale is consolidating against us</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Entegra acquired Prestige Purchasing UK (April 2026) and three conglomerates now control 25% of GPO spend — it hit our most mature market first, and their scale challenges the value we offer owners</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10, 19, 28–30, 32, 36, 45–47; dim_hotel extract (2025 programme spend). CRF collected: 2025 actual per EMEAA 2030 opportunity slide (template showed $2m — to confirm).</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5,464</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164</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48" name="Freeform: Shape 1047">
            <a:extLst>
              <a:ext uri="{FF2B5EF4-FFF2-40B4-BE49-F238E27FC236}">
                <a16:creationId xmlns:a16="http://schemas.microsoft.com/office/drawing/2014/main" id="{5C9E187B-C8E0-678C-96F2-D2412DAF3A5E}"/>
              </a:ext>
            </a:extLst>
          </p:cNvPr>
          <p:cNvSpPr/>
          <p:nvPr>
            <p:custDataLst>
              <p:tags r:id="rId9"/>
            </p:custDataLst>
          </p:nvPr>
        </p:nvSpPr>
        <p:spPr bwMode="auto">
          <a:xfrm>
            <a:off x="474503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49" name="Freeform: Shape 1048">
            <a:extLst>
              <a:ext uri="{FF2B5EF4-FFF2-40B4-BE49-F238E27FC236}">
                <a16:creationId xmlns:a16="http://schemas.microsoft.com/office/drawing/2014/main" id="{53CF200E-616D-D7EC-1789-FA3BF3F19A89}"/>
              </a:ext>
            </a:extLst>
          </p:cNvPr>
          <p:cNvSpPr/>
          <p:nvPr>
            <p:custDataLst>
              <p:tags r:id="rId10"/>
            </p:custDataLst>
          </p:nvPr>
        </p:nvSpPr>
        <p:spPr bwMode="auto">
          <a:xfrm>
            <a:off x="480218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4744830"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3.0%</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95158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074852"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739863"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0.3%</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$5.5bn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$164m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$3.5m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47.0%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3.0%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2.1%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$75m</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EMEAA</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KSA &amp; IMEA (Build, FF&amp;E, Operate): 1% of £0.92bn captured; largest pipeline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SE Asia (Operate, F&amp;B): 60% P2P coverage, managed-heavy – lowest friction</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India (Build, Open, Operate): high-growth pipeline, little programme presence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 N. Europe: £1.47bn addressable, 92% franchised, &lt;4% P2P</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Procurement at HMA / franchise signing (KSA, SE Asia, India first) – Build capture 0.3% → ~4%</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Convert SE Asia P2P coverage into spend; open long-tail categories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Develop local suppliers and Build pipeline visibility in India</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deploy P2P and a franchise value proposition worth joining</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$4.7m; 2025 collected $3.5m (2.1% yield)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+$365m capture and +$7.8m CRF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KSA headcount or third-party coverage (KSA contractor $0.3m in 2026)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P2P needs a business case; FutureLog contingency required</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pilot region (EAPAC, IMEA) – 37% of hotels, £1.21bn addressable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regional owner engagement and CRM; kill the 3% myth</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EMEAA as the GPO test case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ESM: fewer, deeper contracts ahead of the 27–28 renewals</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Run the central mandate pilot from Q2 27 with GM / DoO accountability and ManCo commitments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Key-account coverage for institutional and sovereign-backed owners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Restate the GPO case before scoping; Northern Europe the likely fit</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Move suppliers from compliance to growth partners</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+$92m capture and +$2.0m CRF by 2030 (→ 9% share)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M&amp;A, commercial and legal diligence – external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Central CRM plus regional engagement leads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Supplier golden record before consolidation benefits land</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323586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Build is 48% of spend but only 0.3% runs on programme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Managed estate: 37% of hotels, the lowest-friction channel</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Close white space: $53m by 2030, weighted to higher-CRF non-F&amp;B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India local supply base; SE Asia long tail</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EMEAA</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Win Build at signing: $143m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mandate pilot in EAPAC / IMEA ($38m)</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Sourcing capacity for coverage mapping (H1 27)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UK&amp;I P2P business case</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Headcount or third-party coverage for KSA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Existing teams for the mandate; ManCo negotiation</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External M&amp;A and legal diligence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Supplier golden record; central CRM</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The 3% CRF myth is being spread by a GPO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Entegra / Prestige consolidation; FutureLog dependency</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Many category / market combinations under-served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UK&amp;I is 92% franchised with &lt;4% P2P</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key accounts, CRM, collateral ($38m)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($92m); → ESM consolidation ($31m)</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1917202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EMEAA</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Market / Category focus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Dependency / support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Initiative </a:t>
                      </a:r>
                      <a:r>
                        <a:rPr lang="en-GB" sz="1100" b="1" i="0" err="1">
                          <a:solidFill>
                            <a:srgbClr val="1F4456"/>
                          </a:solidFill>
                          <a:latin typeface="+mn-lt"/>
                        </a:rPr>
                        <a:t>xyz</a:t>
                      </a:r>
                      <a:endParaRPr lang="en-GB" sz="1100" b="1"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Training…</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2458720" y="177696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Invest in….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Arrow: Pentagon 2">
            <a:extLst>
              <a:ext uri="{FF2B5EF4-FFF2-40B4-BE49-F238E27FC236}">
                <a16:creationId xmlns:a16="http://schemas.microsoft.com/office/drawing/2014/main" id="{0210F5CD-073B-07B8-BAE4-C05D5F55BB35}"/>
              </a:ext>
            </a:extLst>
          </p:cNvPr>
          <p:cNvSpPr/>
          <p:nvPr/>
        </p:nvSpPr>
        <p:spPr>
          <a:xfrm>
            <a:off x="3200400" y="28234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Arrow: Pentagon 3">
            <a:extLst>
              <a:ext uri="{FF2B5EF4-FFF2-40B4-BE49-F238E27FC236}">
                <a16:creationId xmlns:a16="http://schemas.microsoft.com/office/drawing/2014/main" id="{D1395241-DB52-9BFD-2184-AE8F136DD879}"/>
              </a:ext>
            </a:extLst>
          </p:cNvPr>
          <p:cNvSpPr/>
          <p:nvPr/>
        </p:nvSpPr>
        <p:spPr>
          <a:xfrm>
            <a:off x="6154457" y="28234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Arrow: Pentagon 4">
            <a:extLst>
              <a:ext uri="{FF2B5EF4-FFF2-40B4-BE49-F238E27FC236}">
                <a16:creationId xmlns:a16="http://schemas.microsoft.com/office/drawing/2014/main" id="{84FE7DC6-9EC5-D7F9-7D4B-980ADCF7E27D}"/>
              </a:ext>
            </a:extLst>
          </p:cNvPr>
          <p:cNvSpPr/>
          <p:nvPr/>
        </p:nvSpPr>
        <p:spPr>
          <a:xfrm>
            <a:off x="4795520" y="33172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Design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Arrow: Pentagon 5">
            <a:extLst>
              <a:ext uri="{FF2B5EF4-FFF2-40B4-BE49-F238E27FC236}">
                <a16:creationId xmlns:a16="http://schemas.microsoft.com/office/drawing/2014/main" id="{CCBD0C76-5B0C-6C07-287B-0A7101240718}"/>
              </a:ext>
            </a:extLst>
          </p:cNvPr>
          <p:cNvSpPr/>
          <p:nvPr/>
        </p:nvSpPr>
        <p:spPr>
          <a:xfrm>
            <a:off x="5821342" y="38110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Arrow: Pentagon 6">
            <a:extLst>
              <a:ext uri="{FF2B5EF4-FFF2-40B4-BE49-F238E27FC236}">
                <a16:creationId xmlns:a16="http://schemas.microsoft.com/office/drawing/2014/main" id="{F0B880E5-3D4E-8F6F-7A92-A82AE5EF27F9}"/>
              </a:ext>
            </a:extLst>
          </p:cNvPr>
          <p:cNvSpPr/>
          <p:nvPr/>
        </p:nvSpPr>
        <p:spPr>
          <a:xfrm>
            <a:off x="8401982" y="4262639"/>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Arrow: Pentagon 7">
            <a:extLst>
              <a:ext uri="{FF2B5EF4-FFF2-40B4-BE49-F238E27FC236}">
                <a16:creationId xmlns:a16="http://schemas.microsoft.com/office/drawing/2014/main" id="{0267E437-5FA6-93CD-6D9A-5427183B9530}"/>
              </a:ext>
            </a:extLst>
          </p:cNvPr>
          <p:cNvSpPr/>
          <p:nvPr/>
        </p:nvSpPr>
        <p:spPr>
          <a:xfrm>
            <a:off x="8401982" y="4727919"/>
            <a:ext cx="323431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Flowchart: Decision 8">
            <a:extLst>
              <a:ext uri="{FF2B5EF4-FFF2-40B4-BE49-F238E27FC236}">
                <a16:creationId xmlns:a16="http://schemas.microsoft.com/office/drawing/2014/main" id="{10903787-D48A-6F09-91B1-C937ABA2730E}"/>
              </a:ext>
            </a:extLst>
          </p:cNvPr>
          <p:cNvSpPr/>
          <p:nvPr/>
        </p:nvSpPr>
        <p:spPr>
          <a:xfrm>
            <a:off x="5718600" y="2827321"/>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7370123"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7935662"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Flowchart: Decision 11">
            <a:extLst>
              <a:ext uri="{FF2B5EF4-FFF2-40B4-BE49-F238E27FC236}">
                <a16:creationId xmlns:a16="http://schemas.microsoft.com/office/drawing/2014/main" id="{C522FA6E-773D-3D3C-A9E4-ED95F58CE6F6}"/>
              </a:ext>
            </a:extLst>
          </p:cNvPr>
          <p:cNvSpPr/>
          <p:nvPr/>
        </p:nvSpPr>
        <p:spPr>
          <a:xfrm>
            <a:off x="8491257"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Flowchart: Decision 13">
            <a:extLst>
              <a:ext uri="{FF2B5EF4-FFF2-40B4-BE49-F238E27FC236}">
                <a16:creationId xmlns:a16="http://schemas.microsoft.com/office/drawing/2014/main" id="{3F8C4FD1-606A-7EAA-54F6-1CD1A9A4F757}"/>
              </a:ext>
            </a:extLst>
          </p:cNvPr>
          <p:cNvSpPr/>
          <p:nvPr/>
        </p:nvSpPr>
        <p:spPr>
          <a:xfrm>
            <a:off x="10926232" y="4261503"/>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EMEAA</a:t>
            </a:r>
            <a:endParaRPr lang="en-GB" sz="2800" b="1"/>
          </a:p>
        </p:txBody>
      </p:sp>
      <p:cxnSp>
        <p:nvCxnSpPr>
          <p:cNvPr id="214" name="Straight Connector 213">
            <a:extLst>
              <a:ext uri="{FF2B5EF4-FFF2-40B4-BE49-F238E27FC236}">
                <a16:creationId xmlns:a16="http://schemas.microsoft.com/office/drawing/2014/main" id="{6484C671-4C94-2A0E-114B-7A3C51B2CF0E}"/>
              </a:ext>
            </a:extLst>
          </p:cNvPr>
          <p:cNvCxnSpPr>
            <a:cxnSpLocks/>
          </p:cNvCxnSpPr>
          <p:nvPr>
            <p:custDataLst>
              <p:tags r:id="rId2"/>
            </p:custDataLst>
          </p:nvPr>
        </p:nvCxnSpPr>
        <p:spPr bwMode="auto">
          <a:xfrm flipV="1">
            <a:off x="3071813" y="3086100"/>
            <a:ext cx="12700" cy="79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60C160E-007B-DB0E-DF51-9A2352A91AB1}"/>
              </a:ext>
            </a:extLst>
          </p:cNvPr>
          <p:cNvCxnSpPr/>
          <p:nvPr>
            <p:custDataLst>
              <p:tags r:id="rId3"/>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49E1DF-44EA-867C-3A6D-800E24CCAA47}"/>
              </a:ext>
            </a:extLst>
          </p:cNvPr>
          <p:cNvCxnSpPr>
            <a:cxnSpLocks/>
          </p:cNvCxnSpPr>
          <p:nvPr>
            <p:custDataLst>
              <p:tags r:id="rId4"/>
            </p:custDataLst>
          </p:nvPr>
        </p:nvCxnSpPr>
        <p:spPr bwMode="auto">
          <a:xfrm flipV="1">
            <a:off x="2320925" y="31908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FDE50EA-BAEB-33B3-8FAD-117B717801E7}"/>
              </a:ext>
            </a:extLst>
          </p:cNvPr>
          <p:cNvCxnSpPr/>
          <p:nvPr>
            <p:custDataLst>
              <p:tags r:id="rId5"/>
            </p:custDataLst>
          </p:nvPr>
        </p:nvCxnSpPr>
        <p:spPr bwMode="auto">
          <a:xfrm flipV="1">
            <a:off x="4575175" y="2451100"/>
            <a:ext cx="333375" cy="2270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E81976E-609F-AB25-1C36-D434A9859973}"/>
              </a:ext>
            </a:extLst>
          </p:cNvPr>
          <p:cNvCxnSpPr/>
          <p:nvPr>
            <p:custDataLst>
              <p:tags r:id="rId6"/>
            </p:custDataLst>
          </p:nvPr>
        </p:nvCxnSpPr>
        <p:spPr bwMode="auto">
          <a:xfrm flipV="1">
            <a:off x="4575175" y="2274888"/>
            <a:ext cx="333375" cy="2936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D908169-F3D0-B5E0-C8B0-CFEC792E5753}"/>
              </a:ext>
            </a:extLst>
          </p:cNvPr>
          <p:cNvCxnSpPr>
            <a:cxnSpLocks/>
          </p:cNvCxnSpPr>
          <p:nvPr>
            <p:custDataLst>
              <p:tags r:id="rId7"/>
            </p:custDataLst>
          </p:nvPr>
        </p:nvCxnSpPr>
        <p:spPr bwMode="auto">
          <a:xfrm flipV="1">
            <a:off x="3824288" y="31654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9F553D6-293A-1FBA-EC1E-6B280CEA8012}"/>
              </a:ext>
            </a:extLst>
          </p:cNvPr>
          <p:cNvCxnSpPr/>
          <p:nvPr>
            <p:custDataLst>
              <p:tags r:id="rId8"/>
            </p:custDataLst>
          </p:nvPr>
        </p:nvCxnSpPr>
        <p:spPr bwMode="auto">
          <a:xfrm flipV="1">
            <a:off x="4575175" y="3151188"/>
            <a:ext cx="333375" cy="142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1BD010C6-34D5-31DB-8050-949C7F95CB0E}"/>
              </a:ext>
            </a:extLst>
          </p:cNvPr>
          <p:cNvCxnSpPr/>
          <p:nvPr>
            <p:custDataLst>
              <p:tags r:id="rId9"/>
            </p:custDataLst>
          </p:nvPr>
        </p:nvCxnSpPr>
        <p:spPr bwMode="auto">
          <a:xfrm flipV="1">
            <a:off x="3824288" y="2678113"/>
            <a:ext cx="333375" cy="2317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7983A6E-C279-2BA9-A319-94F94D75E216}"/>
              </a:ext>
            </a:extLst>
          </p:cNvPr>
          <p:cNvCxnSpPr/>
          <p:nvPr>
            <p:custDataLst>
              <p:tags r:id="rId10"/>
            </p:custDataLst>
          </p:nvPr>
        </p:nvCxnSpPr>
        <p:spPr bwMode="auto">
          <a:xfrm flipV="1">
            <a:off x="3824288" y="2568575"/>
            <a:ext cx="333375" cy="3032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7B49CAD4-57FE-2856-16A8-51C089124D2F}"/>
              </a:ext>
            </a:extLst>
          </p:cNvPr>
          <p:cNvCxnSpPr>
            <a:cxnSpLocks/>
          </p:cNvCxnSpPr>
          <p:nvPr>
            <p:custDataLst>
              <p:tags r:id="rId11"/>
            </p:custDataLst>
          </p:nvPr>
        </p:nvCxnSpPr>
        <p:spPr bwMode="auto">
          <a:xfrm flipV="1">
            <a:off x="3071813" y="31781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Straight Connector 254">
            <a:extLst>
              <a:ext uri="{FF2B5EF4-FFF2-40B4-BE49-F238E27FC236}">
                <a16:creationId xmlns:a16="http://schemas.microsoft.com/office/drawing/2014/main" id="{CDC55906-FF21-A7EB-61D3-7D655AF4282E}"/>
              </a:ext>
            </a:extLst>
          </p:cNvPr>
          <p:cNvCxnSpPr/>
          <p:nvPr>
            <p:custDataLst>
              <p:tags r:id="rId12"/>
            </p:custDataLst>
          </p:nvPr>
        </p:nvCxnSpPr>
        <p:spPr bwMode="auto">
          <a:xfrm flipV="1">
            <a:off x="3206750" y="2909888"/>
            <a:ext cx="198438"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46F66984-6E73-048C-4A28-C57675C8568A}"/>
              </a:ext>
            </a:extLst>
          </p:cNvPr>
          <p:cNvCxnSpPr>
            <a:cxnSpLocks/>
          </p:cNvCxnSpPr>
          <p:nvPr>
            <p:custDataLst>
              <p:tags r:id="rId13"/>
            </p:custDataLst>
          </p:nvPr>
        </p:nvCxnSpPr>
        <p:spPr bwMode="auto">
          <a:xfrm flipV="1">
            <a:off x="3071813" y="3087688"/>
            <a:ext cx="12700" cy="63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2C905A83-C855-EB1C-8451-D7E6C5AECCCF}"/>
              </a:ext>
            </a:extLst>
          </p:cNvPr>
          <p:cNvCxnSpPr/>
          <p:nvPr>
            <p:custDataLst>
              <p:tags r:id="rId14"/>
            </p:custDataLst>
          </p:nvPr>
        </p:nvCxnSpPr>
        <p:spPr bwMode="auto">
          <a:xfrm flipV="1">
            <a:off x="3184525" y="2871788"/>
            <a:ext cx="220663" cy="1476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A7B5183-6B39-A463-9156-F4E77FD44E90}"/>
              </a:ext>
            </a:extLst>
          </p:cNvPr>
          <p:cNvCxnSpPr/>
          <p:nvPr>
            <p:custDataLst>
              <p:tags r:id="rId15"/>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cxnSp>
        <p:nvCxnSpPr>
          <p:cNvPr id="4" name="Straight Connector 3">
            <a:extLst>
              <a:ext uri="{FF2B5EF4-FFF2-40B4-BE49-F238E27FC236}">
                <a16:creationId xmlns:a16="http://schemas.microsoft.com/office/drawing/2014/main" id="{8F656FC7-4350-E218-CCD8-63A05D4A4EEA}"/>
              </a:ext>
            </a:extLst>
          </p:cNvPr>
          <p:cNvCxnSpPr/>
          <p:nvPr>
            <p:custDataLst>
              <p:tags r:id="rId17"/>
            </p:custDataLst>
          </p:nvPr>
        </p:nvCxnSpPr>
        <p:spPr bwMode="auto">
          <a:xfrm flipH="1">
            <a:off x="3019425" y="3094038"/>
            <a:ext cx="69850"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3067050"/>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314700"/>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725738"/>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287588"/>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8" y="33226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8" y="2846388"/>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8" y="2547938"/>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32898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900" y="3027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916238"/>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66541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392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5"/>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968625"/>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4088" y="2816225"/>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3353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3089275" y="3019425"/>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EMEAA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$bn,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 X.X%</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High</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Mkt / Cat / Source 1</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Mkt / Cat / Source 2</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Mkt / Cat / Source 3</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accent1">
                        <a:lumMod val="40000"/>
                        <a:lumOff val="6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accent1">
                        <a:lumMod val="40000"/>
                        <a:lumOff val="6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3645817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EMEAA: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r>
                        <a:rPr lang="en-US" sz="1050" b="0" i="0" u="none" strike="noStrike" kern="1200" cap="none" spc="0" normalizeH="0" baseline="0">
                          <a:ln>
                            <a:noFill/>
                          </a:ln>
                          <a:solidFill>
                            <a:srgbClr val="000000"/>
                          </a:solidFill>
                          <a:effectLst/>
                          <a:uLnTx/>
                          <a:uFillTx/>
                          <a:latin typeface="+mn-lt"/>
                          <a:ea typeface="+mn-ea"/>
                          <a:cs typeface="+mn-cs"/>
                        </a:rPr>
                        <a:t/>
                      </a:r>
                      <a:r>
                        <a:rPr lang="en-US" sz="1100" b="0" i="0" u="none" strike="noStrike" kern="1200" cap="none" spc="0" normalizeH="0" baseline="0" noProof="0">
                          <a:ln>
                            <a:noFill/>
                          </a:ln>
                          <a:solidFill>
                            <a:srgbClr val="000000"/>
                          </a:solidFill>
                          <a:effectLst/>
                          <a:uLnTx/>
                          <a:uFillTx/>
                          <a:latin typeface="Arial"/>
                          <a:ea typeface="+mn-ea"/>
                          <a:cs typeface="Arial"/>
                        </a:rPr>
                        <a:t/>
                      </a:r>
                    </a:p>
                    <a:p>
                      <a:pPr lvl="0" algn="ctr">
                        <a:buNone/>
                      </a:pP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LOREM IPSUM DOLOR SIT AMET</a:t>
                      </a:r>
                      <a:r>
                        <a:rPr kumimoji="0" lang="en-US" sz="1050" b="0" i="0" u="none" strike="noStrike" kern="1200" cap="none" spc="0" normalizeH="0" baseline="0">
                          <a:ln>
                            <a:noFill/>
                          </a:ln>
                          <a:solidFill>
                            <a:srgbClr val="000000"/>
                          </a:solidFill>
                          <a:effectLst/>
                          <a:uLnTx/>
                          <a:uFillTx/>
                          <a:latin typeface="+mn-lt"/>
                          <a:ea typeface="+mn-ea"/>
                          <a:cs typeface="+mn-cs"/>
                        </a:rPr>
                        <a:t/>
                      </a: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p>
                      <a:pPr algn="ctr" rtl="0" fontAlgn="ctr">
                        <a:buNone/>
                      </a:pPr>
                      <a:r>
                        <a:rPr kumimoji="0" lang="en-US" sz="800" b="0" i="0" u="none" strike="noStrike" kern="1200" cap="none" spc="0" normalizeH="0" baseline="0">
                          <a:ln>
                            <a:noFill/>
                          </a:ln>
                          <a:solidFill>
                            <a:srgbClr val="000000"/>
                          </a:solidFill>
                          <a:effectLst/>
                          <a:uLnTx/>
                          <a:uFillTx/>
                          <a:latin typeface="+mn-lt"/>
                          <a:ea typeface="+mn-ea"/>
                          <a:cs typeface="+mn-cs"/>
                        </a:rPr>
                        <a:t>[Current Status]</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endParaRPr lang="en-US"/>
                    </a:p>
                    <a:p>
                      <a:pPr lvl="0" algn="ctr">
                        <a:buNone/>
                      </a:pP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r>
                        <a:rPr lang="en-US" sz="1050" b="0" i="0" u="none" strike="noStrike" kern="1200" cap="none" spc="0" normalizeH="0" baseline="0">
                          <a:ln>
                            <a:noFill/>
                          </a:ln>
                          <a:solidFill>
                            <a:srgbClr val="000000"/>
                          </a:solidFill>
                          <a:effectLst/>
                          <a:uLnTx/>
                          <a:uFillTx/>
                          <a:latin typeface="+mn-lt"/>
                          <a:ea typeface="+mn-ea"/>
                          <a:cs typeface="+mn-cs"/>
                        </a:rPr>
                        <a:t> for 2027</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 MAGNA ALIQUA</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20825423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EMEAA: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 enim ad minim veniam quis nostrud</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Lorem ipsum dolor sit amet consectetur.</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EMEAA</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Greater China</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07829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Greater China</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GC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Capture is half the global rate</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Only 2.0% of GC’s $4.6bn addressable spend runs on programme (global ~4%). Operate captures 3.7%, against 9.2% in EMEAA and 14.6% in AMER</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Build is the prize, but access is blocked</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Build is 47% of spend at 0.5% capture. We lack POPD pipeline access, and peers run lead-constructor programmes IHG legally can’t</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Owners buy on price and perception</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Owners see central programmes as dearer and CRF as a hidden cost (the ‘10% myth’); long-tail F&amp;B and Operate spend stays off-programme</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29–30, 48 (p. 29 GC programme panel repeats EMEAA’s $164m — corrected to $93m per p. 30 and dim_hotel); GC F2F regional input, Aug 2026, slides 3–7. CRF collected: 2025 actual per GC 2030 opportunity slide.</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4,552</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93</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4951585"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5.0%</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60750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3.7%</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342828"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2.7%</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760538"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0.5%</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$4.6bn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$93m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$1.9m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53.7%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2.0%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2.0%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$TBC</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Greater China</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Standard products: drive OBSM adoption (CRF headroom $0.08m)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Lead constructors and digital solutions in Build ($0.16m)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Long-tail Operate products ($0.11m) and F&amp;B non-standard ($0.45m)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Develop a frozen-seafood supplier base</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P2P adoption across managed hotels, especially Essentials; AI-led spend classification</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Use POPD for proactive OHE and procurement checkpoints; attend kick-off meetings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Aggregator partnerships for long tail; DDP delivery via NGSC logistics partners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Partner with design consultants to optimise the supplier base</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$2.0m; 2025 collected $1.9m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+$15–22m capture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Needs OHE field resources, marketing packages and seafood market intelligence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F&amp;B non-standard needs distribution infrastructure that doesn’t yet exist</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AI-enforced compliance controls; Touchpoint programme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POPD–CRM integration, KOM tracking, Owner Link</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lead-constructor legal review; retail programme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PaaS: propositions by owner type (SOE, repeat private, first-time private)</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Platform integrated with POPD for non-retroactive waiver checks – the single most critical unlock</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Owner and hotel incentives to drive participation and compliance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Retire the ‘10% myth’ with coordinated central collateral</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+$63–122m capture by 2030; combined CRF uplift $1.95–3.6m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BRR and Legal support for lead-constructor and retail programmes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Digital and AI investment; HLG POPD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spend: P2P data analytics $0.1m; Asia supply-chain legal study $0.2m</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323586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Operate capture only 3.7%; P2P coverage low in Essentials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No controls on hotels not adopting OBSM products</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F&amp;B non-standard $45–90m; long tail $10–20m via aggregators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NGSC export: DDP model; add appliances, flooring, sanitary ware</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Greater China</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OBSM adoption via AI-led data collection: $8–12m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Touchpoint and AI-enforced controls</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Digital distribution / aggregator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Market intelligence for frozen seafood</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P2P rollout and data analytics (in flight)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OLT promotion of the Touchpoint programme</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BRR and Legal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Digital / AI capability; OHE field resources</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No POPD access; procurement absent from kick-offs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Lead-constructor programmes legally constrained</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F&amp;B non-standard / Operate general: $900m addressable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Long tail (dry goods, spices, stationery) not covered</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POPD–CRM integration, KOM tracking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lead-constructor review; retail</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1917202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Greater China</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Market / Category focus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Dependency / support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Initiative </a:t>
                      </a:r>
                      <a:r>
                        <a:rPr lang="en-GB" sz="1100" b="1" i="0" err="1">
                          <a:solidFill>
                            <a:srgbClr val="1F4456"/>
                          </a:solidFill>
                          <a:latin typeface="+mn-lt"/>
                        </a:rPr>
                        <a:t>xyz</a:t>
                      </a:r>
                      <a:endParaRPr lang="en-GB" sz="1100" b="1"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Training…</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Whatever else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Lorem ipsum dolor sit amet consectetur adipiscing elit sed do eiusmod tempor incididunt ut labore et dolore magna aliqua ut enim ad minim veniam quis nostrud exercitation ullamco laboris nisi ut aliquip ex ea commodo consequat duis aute irure.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2458720" y="177696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Invest in….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Arrow: Pentagon 2">
            <a:extLst>
              <a:ext uri="{FF2B5EF4-FFF2-40B4-BE49-F238E27FC236}">
                <a16:creationId xmlns:a16="http://schemas.microsoft.com/office/drawing/2014/main" id="{0210F5CD-073B-07B8-BAE4-C05D5F55BB35}"/>
              </a:ext>
            </a:extLst>
          </p:cNvPr>
          <p:cNvSpPr/>
          <p:nvPr/>
        </p:nvSpPr>
        <p:spPr>
          <a:xfrm>
            <a:off x="3200400" y="28234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Arrow: Pentagon 3">
            <a:extLst>
              <a:ext uri="{FF2B5EF4-FFF2-40B4-BE49-F238E27FC236}">
                <a16:creationId xmlns:a16="http://schemas.microsoft.com/office/drawing/2014/main" id="{D1395241-DB52-9BFD-2184-AE8F136DD879}"/>
              </a:ext>
            </a:extLst>
          </p:cNvPr>
          <p:cNvSpPr/>
          <p:nvPr/>
        </p:nvSpPr>
        <p:spPr>
          <a:xfrm>
            <a:off x="6154457" y="28234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Arrow: Pentagon 4">
            <a:extLst>
              <a:ext uri="{FF2B5EF4-FFF2-40B4-BE49-F238E27FC236}">
                <a16:creationId xmlns:a16="http://schemas.microsoft.com/office/drawing/2014/main" id="{84FE7DC6-9EC5-D7F9-7D4B-980ADCF7E27D}"/>
              </a:ext>
            </a:extLst>
          </p:cNvPr>
          <p:cNvSpPr/>
          <p:nvPr/>
        </p:nvSpPr>
        <p:spPr>
          <a:xfrm>
            <a:off x="4795520" y="33172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Design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Arrow: Pentagon 5">
            <a:extLst>
              <a:ext uri="{FF2B5EF4-FFF2-40B4-BE49-F238E27FC236}">
                <a16:creationId xmlns:a16="http://schemas.microsoft.com/office/drawing/2014/main" id="{CCBD0C76-5B0C-6C07-287B-0A7101240718}"/>
              </a:ext>
            </a:extLst>
          </p:cNvPr>
          <p:cNvSpPr/>
          <p:nvPr/>
        </p:nvSpPr>
        <p:spPr>
          <a:xfrm>
            <a:off x="5821342" y="3811040"/>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Arrow: Pentagon 6">
            <a:extLst>
              <a:ext uri="{FF2B5EF4-FFF2-40B4-BE49-F238E27FC236}">
                <a16:creationId xmlns:a16="http://schemas.microsoft.com/office/drawing/2014/main" id="{F0B880E5-3D4E-8F6F-7A92-A82AE5EF27F9}"/>
              </a:ext>
            </a:extLst>
          </p:cNvPr>
          <p:cNvSpPr/>
          <p:nvPr/>
        </p:nvSpPr>
        <p:spPr>
          <a:xfrm>
            <a:off x="8401982" y="4262639"/>
            <a:ext cx="233680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Arrow: Pentagon 7">
            <a:extLst>
              <a:ext uri="{FF2B5EF4-FFF2-40B4-BE49-F238E27FC236}">
                <a16:creationId xmlns:a16="http://schemas.microsoft.com/office/drawing/2014/main" id="{0267E437-5FA6-93CD-6D9A-5427183B9530}"/>
              </a:ext>
            </a:extLst>
          </p:cNvPr>
          <p:cNvSpPr/>
          <p:nvPr/>
        </p:nvSpPr>
        <p:spPr>
          <a:xfrm>
            <a:off x="8401982" y="4727919"/>
            <a:ext cx="323431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Support </a:t>
            </a:r>
            <a:r>
              <a:rPr kumimoji="0" lang="en-US" sz="1100" b="0" i="0" u="none" strike="noStrike" kern="1200" cap="none" spc="0" normalizeH="0" baseline="0" noProof="0" err="1">
                <a:ln>
                  <a:noFill/>
                </a:ln>
                <a:solidFill>
                  <a:srgbClr val="FFFFFF"/>
                </a:solidFill>
                <a:effectLst/>
                <a:uLnTx/>
                <a:uFillTx/>
                <a:latin typeface="Arial" panose="020B0604020202020204"/>
                <a:ea typeface="+mn-ea"/>
                <a:cs typeface="+mn-cs"/>
              </a:rPr>
              <a:t>xyz</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Flowchart: Decision 8">
            <a:extLst>
              <a:ext uri="{FF2B5EF4-FFF2-40B4-BE49-F238E27FC236}">
                <a16:creationId xmlns:a16="http://schemas.microsoft.com/office/drawing/2014/main" id="{10903787-D48A-6F09-91B1-C937ABA2730E}"/>
              </a:ext>
            </a:extLst>
          </p:cNvPr>
          <p:cNvSpPr/>
          <p:nvPr/>
        </p:nvSpPr>
        <p:spPr>
          <a:xfrm>
            <a:off x="5718600" y="2827321"/>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7370123"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7935662"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Flowchart: Decision 11">
            <a:extLst>
              <a:ext uri="{FF2B5EF4-FFF2-40B4-BE49-F238E27FC236}">
                <a16:creationId xmlns:a16="http://schemas.microsoft.com/office/drawing/2014/main" id="{C522FA6E-773D-3D3C-A9E4-ED95F58CE6F6}"/>
              </a:ext>
            </a:extLst>
          </p:cNvPr>
          <p:cNvSpPr/>
          <p:nvPr/>
        </p:nvSpPr>
        <p:spPr>
          <a:xfrm>
            <a:off x="8491257" y="331364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Flowchart: Decision 13">
            <a:extLst>
              <a:ext uri="{FF2B5EF4-FFF2-40B4-BE49-F238E27FC236}">
                <a16:creationId xmlns:a16="http://schemas.microsoft.com/office/drawing/2014/main" id="{3F8C4FD1-606A-7EAA-54F6-1CD1A9A4F757}"/>
              </a:ext>
            </a:extLst>
          </p:cNvPr>
          <p:cNvSpPr/>
          <p:nvPr/>
        </p:nvSpPr>
        <p:spPr>
          <a:xfrm>
            <a:off x="10926232" y="4261503"/>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Greater China</a:t>
            </a:r>
            <a:endParaRPr lang="en-GB" sz="2800" b="1"/>
          </a:p>
        </p:txBody>
      </p:sp>
      <p:cxnSp>
        <p:nvCxnSpPr>
          <p:cNvPr id="214" name="Straight Connector 213">
            <a:extLst>
              <a:ext uri="{FF2B5EF4-FFF2-40B4-BE49-F238E27FC236}">
                <a16:creationId xmlns:a16="http://schemas.microsoft.com/office/drawing/2014/main" id="{6484C671-4C94-2A0E-114B-7A3C51B2CF0E}"/>
              </a:ext>
            </a:extLst>
          </p:cNvPr>
          <p:cNvCxnSpPr>
            <a:cxnSpLocks/>
          </p:cNvCxnSpPr>
          <p:nvPr>
            <p:custDataLst>
              <p:tags r:id="rId2"/>
            </p:custDataLst>
          </p:nvPr>
        </p:nvCxnSpPr>
        <p:spPr bwMode="auto">
          <a:xfrm flipV="1">
            <a:off x="3071813" y="3086100"/>
            <a:ext cx="12700" cy="79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60C160E-007B-DB0E-DF51-9A2352A91AB1}"/>
              </a:ext>
            </a:extLst>
          </p:cNvPr>
          <p:cNvCxnSpPr/>
          <p:nvPr>
            <p:custDataLst>
              <p:tags r:id="rId3"/>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49E1DF-44EA-867C-3A6D-800E24CCAA47}"/>
              </a:ext>
            </a:extLst>
          </p:cNvPr>
          <p:cNvCxnSpPr>
            <a:cxnSpLocks/>
          </p:cNvCxnSpPr>
          <p:nvPr>
            <p:custDataLst>
              <p:tags r:id="rId4"/>
            </p:custDataLst>
          </p:nvPr>
        </p:nvCxnSpPr>
        <p:spPr bwMode="auto">
          <a:xfrm flipV="1">
            <a:off x="2320925" y="31908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FDE50EA-BAEB-33B3-8FAD-117B717801E7}"/>
              </a:ext>
            </a:extLst>
          </p:cNvPr>
          <p:cNvCxnSpPr/>
          <p:nvPr>
            <p:custDataLst>
              <p:tags r:id="rId5"/>
            </p:custDataLst>
          </p:nvPr>
        </p:nvCxnSpPr>
        <p:spPr bwMode="auto">
          <a:xfrm flipV="1">
            <a:off x="4575175" y="2451100"/>
            <a:ext cx="333375" cy="2270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E81976E-609F-AB25-1C36-D434A9859973}"/>
              </a:ext>
            </a:extLst>
          </p:cNvPr>
          <p:cNvCxnSpPr/>
          <p:nvPr>
            <p:custDataLst>
              <p:tags r:id="rId6"/>
            </p:custDataLst>
          </p:nvPr>
        </p:nvCxnSpPr>
        <p:spPr bwMode="auto">
          <a:xfrm flipV="1">
            <a:off x="4575175" y="2274888"/>
            <a:ext cx="333375" cy="2936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D908169-F3D0-B5E0-C8B0-CFEC792E5753}"/>
              </a:ext>
            </a:extLst>
          </p:cNvPr>
          <p:cNvCxnSpPr>
            <a:cxnSpLocks/>
          </p:cNvCxnSpPr>
          <p:nvPr>
            <p:custDataLst>
              <p:tags r:id="rId7"/>
            </p:custDataLst>
          </p:nvPr>
        </p:nvCxnSpPr>
        <p:spPr bwMode="auto">
          <a:xfrm flipV="1">
            <a:off x="3824288" y="31654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9F553D6-293A-1FBA-EC1E-6B280CEA8012}"/>
              </a:ext>
            </a:extLst>
          </p:cNvPr>
          <p:cNvCxnSpPr/>
          <p:nvPr>
            <p:custDataLst>
              <p:tags r:id="rId8"/>
            </p:custDataLst>
          </p:nvPr>
        </p:nvCxnSpPr>
        <p:spPr bwMode="auto">
          <a:xfrm flipV="1">
            <a:off x="4575175" y="3151188"/>
            <a:ext cx="333375" cy="142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1BD010C6-34D5-31DB-8050-949C7F95CB0E}"/>
              </a:ext>
            </a:extLst>
          </p:cNvPr>
          <p:cNvCxnSpPr/>
          <p:nvPr>
            <p:custDataLst>
              <p:tags r:id="rId9"/>
            </p:custDataLst>
          </p:nvPr>
        </p:nvCxnSpPr>
        <p:spPr bwMode="auto">
          <a:xfrm flipV="1">
            <a:off x="3824288" y="2678113"/>
            <a:ext cx="333375" cy="2317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7983A6E-C279-2BA9-A319-94F94D75E216}"/>
              </a:ext>
            </a:extLst>
          </p:cNvPr>
          <p:cNvCxnSpPr/>
          <p:nvPr>
            <p:custDataLst>
              <p:tags r:id="rId10"/>
            </p:custDataLst>
          </p:nvPr>
        </p:nvCxnSpPr>
        <p:spPr bwMode="auto">
          <a:xfrm flipV="1">
            <a:off x="3824288" y="2568575"/>
            <a:ext cx="333375" cy="3032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7B49CAD4-57FE-2856-16A8-51C089124D2F}"/>
              </a:ext>
            </a:extLst>
          </p:cNvPr>
          <p:cNvCxnSpPr>
            <a:cxnSpLocks/>
          </p:cNvCxnSpPr>
          <p:nvPr>
            <p:custDataLst>
              <p:tags r:id="rId11"/>
            </p:custDataLst>
          </p:nvPr>
        </p:nvCxnSpPr>
        <p:spPr bwMode="auto">
          <a:xfrm flipV="1">
            <a:off x="3071813" y="31781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Straight Connector 254">
            <a:extLst>
              <a:ext uri="{FF2B5EF4-FFF2-40B4-BE49-F238E27FC236}">
                <a16:creationId xmlns:a16="http://schemas.microsoft.com/office/drawing/2014/main" id="{CDC55906-FF21-A7EB-61D3-7D655AF4282E}"/>
              </a:ext>
            </a:extLst>
          </p:cNvPr>
          <p:cNvCxnSpPr/>
          <p:nvPr>
            <p:custDataLst>
              <p:tags r:id="rId12"/>
            </p:custDataLst>
          </p:nvPr>
        </p:nvCxnSpPr>
        <p:spPr bwMode="auto">
          <a:xfrm flipV="1">
            <a:off x="3206750" y="2909888"/>
            <a:ext cx="198438"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46F66984-6E73-048C-4A28-C57675C8568A}"/>
              </a:ext>
            </a:extLst>
          </p:cNvPr>
          <p:cNvCxnSpPr>
            <a:cxnSpLocks/>
          </p:cNvCxnSpPr>
          <p:nvPr>
            <p:custDataLst>
              <p:tags r:id="rId13"/>
            </p:custDataLst>
          </p:nvPr>
        </p:nvCxnSpPr>
        <p:spPr bwMode="auto">
          <a:xfrm flipV="1">
            <a:off x="3071813" y="3087688"/>
            <a:ext cx="12700" cy="63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2C905A83-C855-EB1C-8451-D7E6C5AECCCF}"/>
              </a:ext>
            </a:extLst>
          </p:cNvPr>
          <p:cNvCxnSpPr/>
          <p:nvPr>
            <p:custDataLst>
              <p:tags r:id="rId14"/>
            </p:custDataLst>
          </p:nvPr>
        </p:nvCxnSpPr>
        <p:spPr bwMode="auto">
          <a:xfrm flipV="1">
            <a:off x="3184525" y="2871788"/>
            <a:ext cx="220663" cy="1476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A7B5183-6B39-A463-9156-F4E77FD44E90}"/>
              </a:ext>
            </a:extLst>
          </p:cNvPr>
          <p:cNvCxnSpPr/>
          <p:nvPr>
            <p:custDataLst>
              <p:tags r:id="rId15"/>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cxnSp>
        <p:nvCxnSpPr>
          <p:cNvPr id="4" name="Straight Connector 3">
            <a:extLst>
              <a:ext uri="{FF2B5EF4-FFF2-40B4-BE49-F238E27FC236}">
                <a16:creationId xmlns:a16="http://schemas.microsoft.com/office/drawing/2014/main" id="{8F656FC7-4350-E218-CCD8-63A05D4A4EEA}"/>
              </a:ext>
            </a:extLst>
          </p:cNvPr>
          <p:cNvCxnSpPr/>
          <p:nvPr>
            <p:custDataLst>
              <p:tags r:id="rId17"/>
            </p:custDataLst>
          </p:nvPr>
        </p:nvCxnSpPr>
        <p:spPr bwMode="auto">
          <a:xfrm flipH="1">
            <a:off x="3019425" y="3094038"/>
            <a:ext cx="69850"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3067050"/>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314700"/>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725738"/>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287588"/>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8" y="33226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8" y="2846388"/>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8" y="2547938"/>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32898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900" y="3027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916238"/>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66541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392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5"/>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968625"/>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4088" y="2816225"/>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3353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XX%</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3089275" y="3019425"/>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X%</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Greater China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$bn,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 X.X%</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High</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Mkt / Cat / Source 1</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Mkt / Cat / Source 2</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Mkt / Cat / Source 3</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accent1">
                        <a:lumMod val="40000"/>
                        <a:lumOff val="6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$X.X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$X.X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accent1">
                        <a:lumMod val="40000"/>
                        <a:lumOff val="6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2F2F2"/>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rgbClr val="FADDD5"/>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3645817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Greater China: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r>
                        <a:rPr lang="en-US" sz="1050" b="0" i="0" u="none" strike="noStrike" kern="1200" cap="none" spc="0" normalizeH="0" baseline="0">
                          <a:ln>
                            <a:noFill/>
                          </a:ln>
                          <a:solidFill>
                            <a:srgbClr val="000000"/>
                          </a:solidFill>
                          <a:effectLst/>
                          <a:uLnTx/>
                          <a:uFillTx/>
                          <a:latin typeface="+mn-lt"/>
                          <a:ea typeface="+mn-ea"/>
                          <a:cs typeface="+mn-cs"/>
                        </a:rPr>
                        <a:t/>
                      </a:r>
                      <a:r>
                        <a:rPr lang="en-US" sz="1100" b="0" i="0" u="none" strike="noStrike" kern="1200" cap="none" spc="0" normalizeH="0" baseline="0" noProof="0">
                          <a:ln>
                            <a:noFill/>
                          </a:ln>
                          <a:solidFill>
                            <a:srgbClr val="000000"/>
                          </a:solidFill>
                          <a:effectLst/>
                          <a:uLnTx/>
                          <a:uFillTx/>
                          <a:latin typeface="Arial"/>
                          <a:ea typeface="+mn-ea"/>
                          <a:cs typeface="Arial"/>
                        </a:rPr>
                        <a:t/>
                      </a:r>
                    </a:p>
                    <a:p>
                      <a:pPr lvl="0" algn="ctr">
                        <a:buNone/>
                      </a:pP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LOREM IPSUM DOLOR SIT AMET</a:t>
                      </a:r>
                      <a:r>
                        <a:rPr kumimoji="0" lang="en-US" sz="1050" b="0" i="0" u="none" strike="noStrike" kern="1200" cap="none" spc="0" normalizeH="0" baseline="0">
                          <a:ln>
                            <a:noFill/>
                          </a:ln>
                          <a:solidFill>
                            <a:srgbClr val="000000"/>
                          </a:solidFill>
                          <a:effectLst/>
                          <a:uLnTx/>
                          <a:uFillTx/>
                          <a:latin typeface="+mn-lt"/>
                          <a:ea typeface="+mn-ea"/>
                          <a:cs typeface="+mn-cs"/>
                        </a:rPr>
                        <a:t/>
                      </a: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p>
                      <a:pPr algn="ctr" rtl="0" fontAlgn="ctr">
                        <a:buNone/>
                      </a:pPr>
                      <a:r>
                        <a:rPr kumimoji="0" lang="en-US" sz="800" b="0" i="0" u="none" strike="noStrike" kern="1200" cap="none" spc="0" normalizeH="0" baseline="0">
                          <a:ln>
                            <a:noFill/>
                          </a:ln>
                          <a:solidFill>
                            <a:srgbClr val="000000"/>
                          </a:solidFill>
                          <a:effectLst/>
                          <a:uLnTx/>
                          <a:uFillTx/>
                          <a:latin typeface="+mn-lt"/>
                          <a:ea typeface="+mn-ea"/>
                          <a:cs typeface="+mn-cs"/>
                        </a:rPr>
                        <a:t>[Current Status]</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endParaRPr lang="en-US"/>
                    </a:p>
                    <a:p>
                      <a:pPr lvl="0" algn="ctr">
                        <a:buNone/>
                      </a:pP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r>
                        <a:rPr lang="en-US" sz="1050" b="0" i="0" u="none" strike="noStrike" kern="1200" cap="none" spc="0" normalizeH="0" baseline="0">
                          <a:ln>
                            <a:noFill/>
                          </a:ln>
                          <a:solidFill>
                            <a:srgbClr val="000000"/>
                          </a:solidFill>
                          <a:effectLst/>
                          <a:uLnTx/>
                          <a:uFillTx/>
                          <a:latin typeface="+mn-lt"/>
                          <a:ea typeface="+mn-ea"/>
                          <a:cs typeface="+mn-cs"/>
                        </a:rPr>
                        <a:t> for 2027</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 MAGNA ALIQUA</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20825423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Greater China: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 enim ad minim veniam quis nostrud</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Lorem ipsum dolor sit amet consectetur.</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Greater China</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764&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BkWoumVocuRRwQAeUoAIC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XpWnXy2.bhR0sDNX3UHuBA"/>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Prkch6DattC_cdN12wF0d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MPXO246fOaz5XdywVB7e0A"/>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8xK8Xp7x18IYGxKAvwHlo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Dgusqc8D__JXEjkVHOb1fQ"/>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UznZvKXBj79.q3KXoLe4E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tIDL86Mo67MPnHzMCTZDU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74PfrNcjr8IgxOH2z1qing"/>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SqOYOIZKen7FsDk6HDjlWw"/>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FqFHM45z6oDqRBJWd6cjd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j6V1hkQNDQfUmVnGy1Y80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ApR1_F1MJS4i6VO0fh_T2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dkoB2s1QP7RQoXELbcVN6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ABgqzZapkVhkMap6bHR4w"/>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YsoN_wmYGkNrt2Aa25gJh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jj9.qhc.7cz4wYtxHuCWTw"/>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i2w7rTd2j.n4wN2J8XrfN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UOtxqWI_TkPBP7ubJO6If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R_JAcC1Ewwd4l0gojSVTw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4XjhL7AdP5jdEKo4h3zG7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NrvwD4vACZD8H.gLHEDiH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KBlomOJTrNBnMvWSePWnwQ"/>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WNHgaMCxj.hp25ktm6BHqg"/>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liJMRjGmM6ynEAgQVyGEjg"/>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bqXOpeSJ5u83wrR11QpTYQ"/>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R2498aECGsVFdN8DlIjc_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78Jx2yvbF59dwI6f0lx1i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09yC0LzQ6pWjJDK1XR.7Rw"/>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jfUX9ciZRsaRwIo4KlIv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4A0mFy9pbFpK4KlqkSmq0g"/>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TbxlLpMvRUYq_axr_NzxGA"/>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b3j88WfY7YXPJpWltkX.IA"/>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Fbt.ZElnXIz7KS_H_r2St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waKAi6bct88W5AG05OmCtQ"/>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LdCFrReq3RqLaxwIrLCTX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tz.7adaG8tThXBhWkhRas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4nBmR.jxChP7YRLv9MzkF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MknWYd2noXu10XWkn4Dlv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2Sy2rtTqNURZm73Ybq.Wyw"/>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UQ7DTzuM4uFENXVIB0Uz3Q"/>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tl0FXDnuFjTtpztB1MSY1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UiuuHVYSd7cTt.nMb9sYbQ"/>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NTCtmrJGRnbNDkdIQrds9A"/>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7MHcnv4HkKdA0Lr4kWcLT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gTb2znpaJkh35_Pl1yJdwQ"/>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4xP98Pu8r_MrJ4xVIbqdw"/>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tYFfQR5XfXVVQQCn1Wr4rg"/>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_gZibCVXfEZZoBzcy5T0P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UO90GtyOQbGaOQORnH907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ZU.19dlXgyJp5yAkxre_5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gQKfaedq3vqoKXQebLiN_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c2c7ca">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Office Theme">
  <a:themeElements>
    <a:clrScheme name="IHG">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8_Office Theme">
  <a:themeElements>
    <a:clrScheme name="IHG">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 id="{25E55350-D830-42B5-BA3D-DEEC88FBBA1E}" vid="{B4A49D03-2F0E-44B4-8AB9-E2E0C60A1257}"/>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EF47911103EC40BF25C753BD1EBE79" ma:contentTypeVersion="18" ma:contentTypeDescription="Create a new document." ma:contentTypeScope="" ma:versionID="a6e8b7c65e59194d4716cc53e335be21">
  <xsd:schema xmlns:xsd="http://www.w3.org/2001/XMLSchema" xmlns:xs="http://www.w3.org/2001/XMLSchema" xmlns:p="http://schemas.microsoft.com/office/2006/metadata/properties" xmlns:ns2="acfab750-c371-479f-8aaf-4e71d100b67e" xmlns:ns3="a5a50e5d-35a6-44a5-a921-eb058e1fa01f" targetNamespace="http://schemas.microsoft.com/office/2006/metadata/properties" ma:root="true" ma:fieldsID="da3680506da499c9bb6d4d8fa54ba60f" ns2:_="" ns3:_="">
    <xsd:import namespace="acfab750-c371-479f-8aaf-4e71d100b67e"/>
    <xsd:import namespace="a5a50e5d-35a6-44a5-a921-eb058e1fa01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element ref="ns2:MediaServiceBillingMetadata"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fab750-c371-479f-8aaf-4e71d100b6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ca3f799-1a95-413a-9635-5642501b371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5a50e5d-35a6-44a5-a921-eb058e1fa01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ad9f2fe4-c41c-4a20-a256-a3ab772ad62a}" ma:internalName="TaxCatchAll" ma:showField="CatchAllData" ma:web="a5a50e5d-35a6-44a5-a921-eb058e1fa0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cfab750-c371-479f-8aaf-4e71d100b67e">
      <Terms xmlns="http://schemas.microsoft.com/office/infopath/2007/PartnerControls"/>
    </lcf76f155ced4ddcb4097134ff3c332f>
    <TaxCatchAll xmlns="a5a50e5d-35a6-44a5-a921-eb058e1fa0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2D41D-E5C5-407F-A469-6406D449C4D4}">
  <ds:schemaRefs>
    <ds:schemaRef ds:uri="a5a50e5d-35a6-44a5-a921-eb058e1fa01f"/>
    <ds:schemaRef ds:uri="acfab750-c371-479f-8aaf-4e71d100b6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82D7B7-37B4-43B3-BE4B-A88A1F6B4413}">
  <ds:schemaRefs>
    <ds:schemaRef ds:uri="954bed9b-2924-45ac-a6b0-5795e03e4ac5"/>
    <ds:schemaRef ds:uri="a5a50e5d-35a6-44a5-a921-eb058e1fa01f"/>
    <ds:schemaRef ds:uri="acfab750-c371-479f-8aaf-4e71d100b67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B705CB-1E29-4F71-AA66-74A1646555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12239</Words>
  <Application>Microsoft Office PowerPoint</Application>
  <PresentationFormat>Widescreen</PresentationFormat>
  <Paragraphs>1908</Paragraphs>
  <Slides>56</Slides>
  <Notes>33</Notes>
  <HiddenSlides>2</HiddenSlides>
  <MMClips>0</MMClips>
  <ScaleCrop>false</ScaleCrop>
  <HeadingPairs>
    <vt:vector size="8" baseType="variant">
      <vt:variant>
        <vt:lpstr>Fonts Used</vt:lpstr>
      </vt:variant>
      <vt:variant>
        <vt:i4>10</vt:i4>
      </vt:variant>
      <vt:variant>
        <vt:lpstr>Theme</vt:lpstr>
      </vt:variant>
      <vt:variant>
        <vt:i4>6</vt:i4>
      </vt:variant>
      <vt:variant>
        <vt:lpstr>Embedded OLE Servers</vt:lpstr>
      </vt:variant>
      <vt:variant>
        <vt:i4>1</vt:i4>
      </vt:variant>
      <vt:variant>
        <vt:lpstr>Slide Titles</vt:lpstr>
      </vt:variant>
      <vt:variant>
        <vt:i4>56</vt:i4>
      </vt:variant>
    </vt:vector>
  </HeadingPairs>
  <TitlesOfParts>
    <vt:vector size="73" baseType="lpstr">
      <vt:lpstr>Aptos</vt:lpstr>
      <vt:lpstr>Aptos Narrow</vt:lpstr>
      <vt:lpstr>Arial</vt:lpstr>
      <vt:lpstr>Arial,Sans-Serif</vt:lpstr>
      <vt:lpstr>Calibri</vt:lpstr>
      <vt:lpstr>Graphik Semibold</vt:lpstr>
      <vt:lpstr>Graphik Wide Medium</vt:lpstr>
      <vt:lpstr>Graphik Wide Regular</vt:lpstr>
      <vt:lpstr>Segoe Sans</vt:lpstr>
      <vt:lpstr>Trebuchet MS</vt:lpstr>
      <vt:lpstr>1_Office Theme</vt:lpstr>
      <vt:lpstr>2_Office Theme</vt:lpstr>
      <vt:lpstr>3_Office Theme</vt:lpstr>
      <vt:lpstr>7_Office Theme</vt:lpstr>
      <vt:lpstr>4_Office Theme</vt:lpstr>
      <vt:lpstr>8_Office Theme</vt:lpstr>
      <vt:lpstr>thinkcell Slide</vt:lpstr>
      <vt:lpstr>IHG Procurement Strategy &amp; 2027 Priorities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2027-2030 BU Planning | Next Steps</vt:lpstr>
      <vt:lpstr>PowerPoint Presentation</vt:lpstr>
      <vt:lpstr>GP Regional Planning Template</vt:lpstr>
      <vt:lpstr>PowerPoint Presentation</vt:lpstr>
      <vt:lpstr>PowerPoint Presentation</vt:lpstr>
      <vt:lpstr>PowerPoint Presentation</vt:lpstr>
      <vt:lpstr>PowerPoint Presentation</vt:lpstr>
      <vt:lpstr>2027 - 2030 Budgeting | [ ]</vt:lpstr>
      <vt:lpstr>PowerPoint Presentation</vt:lpstr>
      <vt:lpstr>PowerPoint Presentation</vt:lpstr>
      <vt:lpstr>PowerPoint Presentation</vt:lpstr>
      <vt:lpstr>APPENDIX</vt:lpstr>
      <vt:lpstr>Optimizing the Managed Estate</vt:lpstr>
      <vt:lpstr>PowerPoint Presentation</vt:lpstr>
      <vt:lpstr>PowerPoint Presentation</vt:lpstr>
      <vt:lpstr>Building our Commercial Engine</vt:lpstr>
      <vt:lpstr>PowerPoint Presentation</vt:lpstr>
      <vt:lpstr>PowerPoint Presentation</vt:lpstr>
      <vt:lpstr>Scaling with Partners</vt:lpstr>
      <vt:lpstr>PowerPoint Presentation</vt:lpstr>
      <vt:lpstr>Procurement-as-a-Service (PaaS)</vt:lpstr>
      <vt:lpstr>PowerPoint Presentation</vt:lpstr>
      <vt:lpstr>PowerPoint Presentation</vt:lpstr>
      <vt:lpstr>ESM as a Comercial Lever</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APPENDIX</vt:lpstr>
      <vt:lpstr>Greater China</vt:lpstr>
      <vt:lpstr>PowerPoint Presentation</vt:lpstr>
      <vt:lpstr>PowerPoint Presentation</vt:lpstr>
      <vt:lpstr>EMEAA</vt:lpstr>
      <vt:lpstr>PowerPoint Presentation</vt:lpstr>
      <vt:lpstr>PowerPoint Presentation</vt:lpstr>
      <vt:lpstr>AMER</vt:lpstr>
      <vt:lpstr>PowerPoint Presentation</vt:lpstr>
      <vt:lpstr>PowerPoint Presentation</vt:lpstr>
      <vt:lpstr>Digital Priorities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Sakamaki, Robert</dc:creator>
  <cp:lastModifiedBy>Hamnett, Tom</cp:lastModifiedBy>
  <cp:revision>1</cp:revision>
  <dcterms:created xsi:type="dcterms:W3CDTF">2026-09-11T15:43:14Z</dcterms:created>
  <dcterms:modified xsi:type="dcterms:W3CDTF">2026-09-25T16:47:56Z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0x01010061EF47911103EC40BF25C753BD1EBE79</vt:lpwstr>
  </property>
</Properties>
</file>