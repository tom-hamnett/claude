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wdp" ContentType="image/vnd.ms-photo"/>
  <Default Extension="xlsb" ContentType="application/vnd.ms-excel.sheet.binary.macroEnabled.12"/>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3.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50.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2.xml" ContentType="application/vnd.openxmlformats-officedocument.presentationml.tag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4.xml" ContentType="application/vnd.openxmlformats-officedocument.theme+xml"/>
  <Override PartName="/ppt/tags/tag5.xml" ContentType="application/vnd.openxmlformats-officedocument.presentationml.tags+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theme/theme5.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theme/theme6.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heme/theme7.xml" ContentType="application/vnd.openxmlformats-officedocument.theme+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notesSlides/notesSlide9.xml" ContentType="application/vnd.openxmlformats-officedocument.presentationml.notesSlide+xml"/>
  <Override PartName="/ppt/charts/chart17.xml" ContentType="application/vnd.openxmlformats-officedocument.drawingml.chart+xml"/>
  <Override PartName="/ppt/charts/chart18.xml" ContentType="application/vnd.openxmlformats-officedocument.drawingml.chart+xml"/>
  <Override PartName="/ppt/tags/tag192.xml" ContentType="application/vnd.openxmlformats-officedocument.presentationml.tags+xml"/>
  <Override PartName="/ppt/notesSlides/notesSlide10.xml" ContentType="application/vnd.openxmlformats-officedocument.presentationml.notesSlide+xml"/>
  <Override PartName="/ppt/tags/tag193.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notesSlides/notesSlide13.xml" ContentType="application/vnd.openxmlformats-officedocument.presentationml.notesSlide+xml"/>
  <Override PartName="/ppt/charts/chart19.xml" ContentType="application/vnd.openxmlformats-officedocument.drawingml.chart+xml"/>
  <Override PartName="/ppt/tags/tag234.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259.xml" ContentType="application/vnd.openxmlformats-officedocument.presentationml.tag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57.xml" ContentType="application/vnd.openxmlformats-officedocument.presentationml.slide+xml"/>
  <Override PartName="/ppt/tags/tag265.xml" ContentType="application/vnd.openxmlformats-officedocument.presentationml.tags+xml"/>
  <Override PartName="/ppt/slides/slide58.xml" ContentType="application/vnd.openxmlformats-officedocument.presentationml.slide+xml"/>
  <Override PartName="/ppt/charts/chart20.xml" ContentType="application/vnd.openxmlformats-officedocument.drawingml.chart+xml"/>
  <Override PartName="/ppt/charts/chart21.xml" ContentType="application/vnd.openxmlformats-officedocument.drawingml.chart+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slides/slide59.xml" ContentType="application/vnd.openxmlformats-officedocument.presentationml.slide+xml"/>
  <Override PartName="/ppt/tags/tag280.xml" ContentType="application/vnd.openxmlformats-officedocument.presentationml.tags+xml"/>
  <Override PartName="/ppt/slides/slide60.xml" ContentType="application/vnd.openxmlformats-officedocument.presentationml.slide+xml"/>
  <Override PartName="/ppt/tags/tag281.xml" ContentType="application/vnd.openxmlformats-officedocument.presentationml.tags+xml"/>
  <Override PartName="/ppt/slides/slide61.xml" ContentType="application/vnd.openxmlformats-officedocument.presentationml.slide+xml"/>
  <Override PartName="/ppt/slides/slide62.xml" ContentType="application/vnd.openxmlformats-officedocument.presentationml.slide+xml"/>
  <Override PartName="/ppt/charts/chart22.xml" ContentType="application/vnd.openxmlformats-officedocument.drawingml.chart+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slides/slide63.xml" ContentType="application/vnd.openxmlformats-officedocument.presentationml.slide+xml"/>
  <Override PartName="/ppt/tags/tag322.xml" ContentType="application/vnd.openxmlformats-officedocument.presentationml.tags+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tags/tag323.xml" ContentType="application/vnd.openxmlformats-officedocument.presentationml.tags+xml"/>
  <Override PartName="/ppt/slides/slide67.xml" ContentType="application/vnd.openxmlformats-officedocument.presentationml.slide+xml"/>
  <Override PartName="/ppt/charts/chart23.xml" ContentType="application/vnd.openxmlformats-officedocument.drawingml.chart+xml"/>
  <Override PartName="/ppt/charts/chart24.xml" ContentType="application/vnd.openxmlformats-officedocument.drawingml.chart+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slides/slide68.xml" ContentType="application/vnd.openxmlformats-officedocument.presentationml.slide+xml"/>
  <Override PartName="/ppt/tags/tag338.xml" ContentType="application/vnd.openxmlformats-officedocument.presentationml.tags+xml"/>
  <Override PartName="/ppt/slides/slide69.xml" ContentType="application/vnd.openxmlformats-officedocument.presentationml.slide+xml"/>
  <Override PartName="/ppt/tags/tag339.xml" ContentType="application/vnd.openxmlformats-officedocument.presentationml.tags+xml"/>
  <Override PartName="/ppt/slides/slide70.xml" ContentType="application/vnd.openxmlformats-officedocument.presentationml.slide+xml"/>
  <Override PartName="/ppt/slides/slide71.xml" ContentType="application/vnd.openxmlformats-officedocument.presentationml.slide+xml"/>
  <Override PartName="/ppt/charts/chart25.xml" ContentType="application/vnd.openxmlformats-officedocument.drawingml.chart+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slides/slide72.xml" ContentType="application/vnd.openxmlformats-officedocument.presentationml.slide+xml"/>
  <Override PartName="/ppt/tags/tag380.xml" ContentType="application/vnd.openxmlformats-officedocument.presentationml.tags+xml"/>
  <Override PartName="/ppt/slides/slide73.xml" ContentType="application/vnd.openxmlformats-officedocument.presentationml.slide+xml"/>
  <Override PartName="/ppt/slides/slide74.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 id="2147483695" r:id="rId5"/>
    <p:sldMasterId id="2147483758" r:id="rId6"/>
    <p:sldMasterId id="2147483835" r:id="rId7"/>
    <p:sldMasterId id="2147483905" r:id="rId8"/>
    <p:sldMasterId id="2147483941" r:id="rId9"/>
  </p:sldMasterIdLst>
  <p:notesMasterIdLst>
    <p:notesMasterId r:id="rId66"/>
  </p:notesMasterIdLst>
  <p:sldIdLst>
    <p:sldId id="322" r:id="rId22"/>
    <p:sldId id="2147483637" r:id="rId12"/>
    <p:sldId id="262" r:id="rId59"/>
    <p:sldId id="307" r:id="rId23"/>
    <p:sldId id="2147483481" r:id="rId24"/>
    <p:sldId id="2147483487" r:id="rId25"/>
    <p:sldId id="312" r:id="rId26"/>
    <p:sldId id="316" r:id="rId27"/>
    <p:sldId id="309" r:id="rId28"/>
    <p:sldId id="310" r:id="rId29"/>
    <p:sldId id="259" r:id="rId30"/>
    <p:sldId id="276" r:id="rId74"/>
    <p:sldId id="278" r:id="rId75"/>
    <p:sldId id="279" r:id="rId76"/>
    <p:sldId id="280" r:id="rId77"/>
    <p:sldId id="281" r:id="rId78"/>
    <p:sldId id="282" r:id="rId79"/>
    <p:sldId id="283" r:id="rId80"/>
    <p:sldId id="284" r:id="rId81"/>
    <p:sldId id="285" r:id="rId82"/>
    <p:sldId id="286" r:id="rId83"/>
    <p:sldId id="287" r:id="rId84"/>
    <p:sldId id="289" r:id="rId85"/>
    <p:sldId id="290" r:id="rId86"/>
    <p:sldId id="291" r:id="rId87"/>
    <p:sldId id="292" r:id="rId88"/>
    <p:sldId id="293" r:id="rId89"/>
    <p:sldId id="294" r:id="rId90"/>
    <p:sldId id="295" r:id="rId91"/>
    <p:sldId id="369" r:id="rId65"/>
  </p:sldIdLst>
  <p:sldSz cx="12192000" cy="6858000"/>
  <p:notesSz cx="6858000" cy="9144000"/>
  <p:custDataLst>
    <p:tags r:id="rId6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72EFCEA-D4F4-4FB0-94FE-4B4AC6FB4919}">
          <p14:sldIdLst>
            <p14:sldId id="340"/>
            <p14:sldId id="2147483636"/>
            <p14:sldId id="2147483637"/>
            <p14:sldId id="7661"/>
            <p14:sldId id="257"/>
            <p14:sldId id="258"/>
            <p14:sldId id="365"/>
            <p14:sldId id="7667"/>
            <p14:sldId id="7669"/>
            <p14:sldId id="7670"/>
            <p14:sldId id="274"/>
            <p14:sldId id="2147483646"/>
          </p14:sldIdLst>
        </p14:section>
        <p14:section name="Appendix" id="{1EC7CB72-5AB4-4AA2-8B81-4D0871EF7EAD}">
          <p14:sldIdLst>
            <p14:sldId id="322"/>
            <p14:sldId id="307"/>
            <p14:sldId id="2147483481"/>
            <p14:sldId id="2147483487"/>
            <p14:sldId id="312"/>
            <p14:sldId id="316"/>
            <p14:sldId id="309"/>
            <p14:sldId id="310"/>
            <p14:sldId id="259"/>
            <p14:sldId id="277"/>
            <p14:sldId id="288"/>
            <p14:sldId id="269"/>
            <p14:sldId id="2147483531"/>
            <p14:sldId id="2147483642"/>
            <p14:sldId id="2147483530"/>
            <p14:sldId id="2147483644"/>
            <p14:sldId id="2147483618"/>
            <p14:sldId id="2147483619"/>
            <p14:sldId id="2147483632"/>
            <p14:sldId id="270"/>
            <p14:sldId id="271"/>
            <p14:sldId id="2147483623"/>
            <p14:sldId id="272"/>
            <p14:sldId id="273"/>
            <p14:sldId id="371"/>
            <p14:sldId id="256"/>
            <p14:sldId id="341"/>
            <p14:sldId id="342"/>
            <p14:sldId id="343"/>
            <p14:sldId id="344"/>
            <p14:sldId id="2147483647"/>
            <p14:sldId id="264"/>
            <p14:sldId id="265"/>
            <p14:sldId id="266"/>
            <p14:sldId id="260"/>
            <p14:sldId id="261"/>
            <p14:sldId id="263"/>
            <p14:sldId id="262"/>
            <p14:sldId id="267"/>
            <p14:sldId id="268"/>
            <p14:sldId id="275"/>
            <p14:sldId id="368"/>
            <p14:sldId id="2147483645"/>
            <p14:sldId id="369"/>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D4B173C-FEDE-F00D-A901-6B8451C6768E}" name="Smith, Louise" initials="LS" userId="S::Louise.Smith3@ihg.com::f54b677e-c661-4a02-b549-ba264c557d84" providerId="AD"/>
  <p188:author id="{77BF056E-9460-0023-02A1-9961E2AB752A}" name="Chen, Yuxuan" initials="YC" userId="S::Yuxuan.Chen@ihg.com::e3b0c641-9219-453e-b3d2-98ddf1795b31" providerId="AD"/>
  <p188:author id="{36361C85-FF0F-A52B-BF7C-9939BACE04D2}" name="Hamnett, Tom" initials="TH" userId="S::Tom.Hamnett@ihg.com::46fe7996-7cdb-41ee-b408-395aba67c7ce" providerId="AD"/>
  <p188:author id="{30AED58A-0F4C-DB32-37F8-F762B9D6814A}" name="Sakamaki, Robert" initials="RS" userId="S::Robert.Sakamaki@ihg.com::7dd527e6-8f82-4869-a0a7-f5cf7b60eadc" providerId="AD"/>
  <p188:author id="{4AE91CDB-7089-C6D0-D61A-F04436F0A2C3}" name="Shah, Sopan" initials="SS" userId="S::sopan.shah@ihg.com::c4ef5192-4b65-405e-9a70-49d76ba7a56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1F1F3"/>
    <a:srgbClr val="E7F8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132" y="68"/>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26" Type="http://schemas.openxmlformats.org/officeDocument/2006/relationships/slide" Target="slides/slide17.xml"/><Relationship Id="rId68" Type="http://schemas.openxmlformats.org/officeDocument/2006/relationships/presProps" Target="presProps.xml"/><Relationship Id="rId2" Type="http://schemas.openxmlformats.org/officeDocument/2006/relationships/customXml" Target="../customXml/item2.xml"/><Relationship Id="rId29" Type="http://schemas.openxmlformats.org/officeDocument/2006/relationships/slide" Target="slides/slide20.xml"/><Relationship Id="rId24" Type="http://schemas.openxmlformats.org/officeDocument/2006/relationships/slide" Target="slides/slide15.xml"/><Relationship Id="rId66" Type="http://schemas.openxmlformats.org/officeDocument/2006/relationships/notesMaster" Target="notesMasters/notesMaster1.xml"/><Relationship Id="rId5" Type="http://schemas.openxmlformats.org/officeDocument/2006/relationships/slideMaster" Target="slideMasters/slideMaster2.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69" Type="http://schemas.openxmlformats.org/officeDocument/2006/relationships/viewProps" Target="viewProps.xml"/><Relationship Id="rId8" Type="http://schemas.openxmlformats.org/officeDocument/2006/relationships/slideMaster" Target="slideMasters/slideMaster5.xml"/><Relationship Id="rId72"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3.xml"/><Relationship Id="rId25" Type="http://schemas.openxmlformats.org/officeDocument/2006/relationships/slide" Target="slides/slide16.xml"/><Relationship Id="rId59" Type="http://schemas.openxmlformats.org/officeDocument/2006/relationships/slide" Target="slides/slide50.xml"/><Relationship Id="rId67" Type="http://schemas.openxmlformats.org/officeDocument/2006/relationships/tags" Target="tags/tag1.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23" Type="http://schemas.openxmlformats.org/officeDocument/2006/relationships/slide" Target="slides/slide14.xml"/><Relationship Id="rId28" Type="http://schemas.openxmlformats.org/officeDocument/2006/relationships/slide" Target="slides/slide19.xml"/><Relationship Id="rId65" Type="http://schemas.openxmlformats.org/officeDocument/2006/relationships/slide" Target="slides/slide56.xml"/><Relationship Id="rId73"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Master" Target="slideMasters/slideMaster6.xml"/><Relationship Id="rId7" Type="http://schemas.openxmlformats.org/officeDocument/2006/relationships/slideMaster" Target="slideMasters/slideMaster4.xml"/><Relationship Id="rId71" Type="http://schemas.openxmlformats.org/officeDocument/2006/relationships/tableStyles" Target="tableStyles.xml"/>  <Relationship Id="rId74" Type="http://schemas.openxmlformats.org/officeDocument/2006/relationships/slide" Target="slides/slide57.xml"/>
  <Relationship Id="rId75" Type="http://schemas.openxmlformats.org/officeDocument/2006/relationships/slide" Target="slides/slide58.xml"/>
  <Relationship Id="rId76" Type="http://schemas.openxmlformats.org/officeDocument/2006/relationships/slide" Target="slides/slide59.xml"/>
  <Relationship Id="rId77" Type="http://schemas.openxmlformats.org/officeDocument/2006/relationships/slide" Target="slides/slide60.xml"/>
  <Relationship Id="rId78" Type="http://schemas.openxmlformats.org/officeDocument/2006/relationships/slide" Target="slides/slide61.xml"/>
  <Relationship Id="rId79" Type="http://schemas.openxmlformats.org/officeDocument/2006/relationships/slide" Target="slides/slide62.xml"/>
  <Relationship Id="rId80" Type="http://schemas.openxmlformats.org/officeDocument/2006/relationships/slide" Target="slides/slide63.xml"/>
  <Relationship Id="rId81" Type="http://schemas.openxmlformats.org/officeDocument/2006/relationships/slide" Target="slides/slide64.xml"/>
  <Relationship Id="rId82" Type="http://schemas.openxmlformats.org/officeDocument/2006/relationships/slide" Target="slides/slide65.xml"/>
  <Relationship Id="rId83" Type="http://schemas.openxmlformats.org/officeDocument/2006/relationships/slide" Target="slides/slide66.xml"/>
  <Relationship Id="rId84" Type="http://schemas.openxmlformats.org/officeDocument/2006/relationships/slide" Target="slides/slide67.xml"/>
  <Relationship Id="rId85" Type="http://schemas.openxmlformats.org/officeDocument/2006/relationships/slide" Target="slides/slide68.xml"/>
  <Relationship Id="rId86" Type="http://schemas.openxmlformats.org/officeDocument/2006/relationships/slide" Target="slides/slide69.xml"/>
  <Relationship Id="rId87" Type="http://schemas.openxmlformats.org/officeDocument/2006/relationships/slide" Target="slides/slide70.xml"/>
  <Relationship Id="rId88" Type="http://schemas.openxmlformats.org/officeDocument/2006/relationships/slide" Target="slides/slide71.xml"/>
  <Relationship Id="rId89" Type="http://schemas.openxmlformats.org/officeDocument/2006/relationships/slide" Target="slides/slide72.xml"/>
  <Relationship Id="rId90" Type="http://schemas.openxmlformats.org/officeDocument/2006/relationships/slide" Target="slides/slide73.xml"/>
  <Relationship Id="rId91" Type="http://schemas.openxmlformats.org/officeDocument/2006/relationships/slide" Target="slides/slide74.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mnett, Tom" userId="46fe7996-7cdb-41ee-b408-395aba67c7ce" providerId="ADAL" clId="{386EC425-AF82-40BE-B374-197D739C806F}"/>
    <pc:docChg chg="undo custSel modSld">
      <pc:chgData name="Hamnett, Tom" userId="46fe7996-7cdb-41ee-b408-395aba67c7ce" providerId="ADAL" clId="{386EC425-AF82-40BE-B374-197D739C806F}" dt="2026-09-25T16:47:53.960" v="13" actId="478"/>
      <pc:docMkLst>
        <pc:docMk/>
      </pc:docMkLst>
      <pc:sldChg chg="addSp delSp modSp mod">
        <pc:chgData name="Hamnett, Tom" userId="46fe7996-7cdb-41ee-b408-395aba67c7ce" providerId="ADAL" clId="{386EC425-AF82-40BE-B374-197D739C806F}" dt="2026-09-25T16:47:41.553" v="11" actId="478"/>
        <pc:sldMkLst>
          <pc:docMk/>
          <pc:sldMk cId="226903401" sldId="277"/>
        </pc:sldMkLst>
        <pc:spChg chg="add mod">
          <ac:chgData name="Hamnett, Tom" userId="46fe7996-7cdb-41ee-b408-395aba67c7ce" providerId="ADAL" clId="{386EC425-AF82-40BE-B374-197D739C806F}" dt="2026-09-25T16:47:41.553" v="11" actId="478"/>
          <ac:spMkLst>
            <pc:docMk/>
            <pc:sldMk cId="226903401" sldId="277"/>
            <ac:spMk id="7" creationId="{17759E7D-2AF5-AAE3-E502-01D7E26CFA0D}"/>
          </ac:spMkLst>
        </pc:spChg>
        <pc:picChg chg="del">
          <ac:chgData name="Hamnett, Tom" userId="46fe7996-7cdb-41ee-b408-395aba67c7ce" providerId="ADAL" clId="{386EC425-AF82-40BE-B374-197D739C806F}" dt="2026-09-25T16:47:41.553" v="11" actId="478"/>
          <ac:picMkLst>
            <pc:docMk/>
            <pc:sldMk cId="226903401" sldId="277"/>
            <ac:picMk id="10" creationId="{FFC906E2-0923-865A-76B2-3969FCCE79FB}"/>
          </ac:picMkLst>
        </pc:picChg>
      </pc:sldChg>
      <pc:sldChg chg="delSp mod">
        <pc:chgData name="Hamnett, Tom" userId="46fe7996-7cdb-41ee-b408-395aba67c7ce" providerId="ADAL" clId="{386EC425-AF82-40BE-B374-197D739C806F}" dt="2026-09-25T16:47:37.114" v="10" actId="478"/>
        <pc:sldMkLst>
          <pc:docMk/>
          <pc:sldMk cId="158195524" sldId="322"/>
        </pc:sldMkLst>
        <pc:picChg chg="del">
          <ac:chgData name="Hamnett, Tom" userId="46fe7996-7cdb-41ee-b408-395aba67c7ce" providerId="ADAL" clId="{386EC425-AF82-40BE-B374-197D739C806F}" dt="2026-09-25T16:47:37.114" v="10" actId="478"/>
          <ac:picMkLst>
            <pc:docMk/>
            <pc:sldMk cId="158195524" sldId="322"/>
            <ac:picMk id="6" creationId="{EAEFA770-378B-B484-272E-BC9180B606C2}"/>
          </ac:picMkLst>
        </pc:picChg>
      </pc:sldChg>
      <pc:sldChg chg="addSp delSp modSp mod">
        <pc:chgData name="Hamnett, Tom" userId="46fe7996-7cdb-41ee-b408-395aba67c7ce" providerId="ADAL" clId="{386EC425-AF82-40BE-B374-197D739C806F}" dt="2026-09-25T16:47:26.694" v="7" actId="478"/>
        <pc:sldMkLst>
          <pc:docMk/>
          <pc:sldMk cId="452307700" sldId="340"/>
        </pc:sldMkLst>
        <pc:spChg chg="add del mod">
          <ac:chgData name="Hamnett, Tom" userId="46fe7996-7cdb-41ee-b408-395aba67c7ce" providerId="ADAL" clId="{386EC425-AF82-40BE-B374-197D739C806F}" dt="2026-09-25T16:47:26.694" v="7" actId="478"/>
          <ac:spMkLst>
            <pc:docMk/>
            <pc:sldMk cId="452307700" sldId="340"/>
            <ac:spMk id="7" creationId="{9A59F627-BD70-3E63-D455-D1A1C9434DBF}"/>
          </ac:spMkLst>
        </pc:spChg>
        <pc:picChg chg="del">
          <ac:chgData name="Hamnett, Tom" userId="46fe7996-7cdb-41ee-b408-395aba67c7ce" providerId="ADAL" clId="{386EC425-AF82-40BE-B374-197D739C806F}" dt="2026-09-25T16:47:24.773" v="6" actId="478"/>
          <ac:picMkLst>
            <pc:docMk/>
            <pc:sldMk cId="452307700" sldId="340"/>
            <ac:picMk id="3" creationId="{A6672141-DF1E-EF1E-FC35-FBDADE030A44}"/>
          </ac:picMkLst>
        </pc:picChg>
      </pc:sldChg>
      <pc:sldChg chg="addSp delSp modSp mod">
        <pc:chgData name="Hamnett, Tom" userId="46fe7996-7cdb-41ee-b408-395aba67c7ce" providerId="ADAL" clId="{386EC425-AF82-40BE-B374-197D739C806F}" dt="2026-09-25T16:47:53.960" v="13" actId="478"/>
        <pc:sldMkLst>
          <pc:docMk/>
          <pc:sldMk cId="3698538882" sldId="371"/>
        </pc:sldMkLst>
        <pc:spChg chg="add mod">
          <ac:chgData name="Hamnett, Tom" userId="46fe7996-7cdb-41ee-b408-395aba67c7ce" providerId="ADAL" clId="{386EC425-AF82-40BE-B374-197D739C806F}" dt="2026-09-25T16:47:53.960" v="13" actId="478"/>
          <ac:spMkLst>
            <pc:docMk/>
            <pc:sldMk cId="3698538882" sldId="371"/>
            <ac:spMk id="7" creationId="{F6BC4953-15AE-93C4-6A3E-BD1F3582FB50}"/>
          </ac:spMkLst>
        </pc:spChg>
        <pc:picChg chg="del">
          <ac:chgData name="Hamnett, Tom" userId="46fe7996-7cdb-41ee-b408-395aba67c7ce" providerId="ADAL" clId="{386EC425-AF82-40BE-B374-197D739C806F}" dt="2026-09-25T16:47:53.960" v="13" actId="478"/>
          <ac:picMkLst>
            <pc:docMk/>
            <pc:sldMk cId="3698538882" sldId="371"/>
            <ac:picMk id="10" creationId="{ABB340EB-3662-65DD-57EC-D133DE304E7B}"/>
          </ac:picMkLst>
        </pc:picChg>
      </pc:sldChg>
      <pc:sldChg chg="addSp delSp modSp mod">
        <pc:chgData name="Hamnett, Tom" userId="46fe7996-7cdb-41ee-b408-395aba67c7ce" providerId="ADAL" clId="{386EC425-AF82-40BE-B374-197D739C806F}" dt="2026-09-25T16:47:15.853" v="5" actId="207"/>
        <pc:sldMkLst>
          <pc:docMk/>
          <pc:sldMk cId="886101802" sldId="2147483636"/>
        </pc:sldMkLst>
        <pc:spChg chg="add del mod">
          <ac:chgData name="Hamnett, Tom" userId="46fe7996-7cdb-41ee-b408-395aba67c7ce" providerId="ADAL" clId="{386EC425-AF82-40BE-B374-197D739C806F}" dt="2026-09-25T16:47:15.853" v="5" actId="207"/>
          <ac:spMkLst>
            <pc:docMk/>
            <pc:sldMk cId="886101802" sldId="2147483636"/>
            <ac:spMk id="22" creationId="{20B475EE-BF0A-151B-9019-91070BB34010}"/>
          </ac:spMkLst>
        </pc:spChg>
        <pc:spChg chg="del">
          <ac:chgData name="Hamnett, Tom" userId="46fe7996-7cdb-41ee-b408-395aba67c7ce" providerId="ADAL" clId="{386EC425-AF82-40BE-B374-197D739C806F}" dt="2026-09-25T16:46:42.057" v="0" actId="478"/>
          <ac:spMkLst>
            <pc:docMk/>
            <pc:sldMk cId="886101802" sldId="2147483636"/>
            <ac:spMk id="23" creationId="{B2D3DF01-CA87-4179-803C-964F1A77B502}"/>
          </ac:spMkLst>
        </pc:spChg>
        <pc:picChg chg="del">
          <ac:chgData name="Hamnett, Tom" userId="46fe7996-7cdb-41ee-b408-395aba67c7ce" providerId="ADAL" clId="{386EC425-AF82-40BE-B374-197D739C806F}" dt="2026-09-25T16:46:43.708" v="1" actId="478"/>
          <ac:picMkLst>
            <pc:docMk/>
            <pc:sldMk cId="886101802" sldId="2147483636"/>
            <ac:picMk id="21" creationId="{47CA3611-8FFB-DA06-666F-81B2EA9012F0}"/>
          </ac:picMkLst>
        </pc:picChg>
      </pc:sldChg>
      <pc:sldChg chg="addSp delSp modSp mod">
        <pc:chgData name="Hamnett, Tom" userId="46fe7996-7cdb-41ee-b408-395aba67c7ce" providerId="ADAL" clId="{386EC425-AF82-40BE-B374-197D739C806F}" dt="2026-09-25T16:47:34.059" v="9" actId="478"/>
        <pc:sldMkLst>
          <pc:docMk/>
          <pc:sldMk cId="3427548302" sldId="2147483646"/>
        </pc:sldMkLst>
        <pc:spChg chg="add del mod">
          <ac:chgData name="Hamnett, Tom" userId="46fe7996-7cdb-41ee-b408-395aba67c7ce" providerId="ADAL" clId="{386EC425-AF82-40BE-B374-197D739C806F}" dt="2026-09-25T16:47:34.059" v="9" actId="478"/>
          <ac:spMkLst>
            <pc:docMk/>
            <pc:sldMk cId="3427548302" sldId="2147483646"/>
            <ac:spMk id="7" creationId="{9F21D9A5-2921-9B3A-CB14-AB35C83C23B4}"/>
          </ac:spMkLst>
        </pc:spChg>
        <pc:picChg chg="del">
          <ac:chgData name="Hamnett, Tom" userId="46fe7996-7cdb-41ee-b408-395aba67c7ce" providerId="ADAL" clId="{386EC425-AF82-40BE-B374-197D739C806F}" dt="2026-09-25T16:47:32.550" v="8" actId="478"/>
          <ac:picMkLst>
            <pc:docMk/>
            <pc:sldMk cId="3427548302" sldId="2147483646"/>
            <ac:picMk id="2" creationId="{A6D47EF3-EC8C-4863-81EC-C39B0657690E}"/>
          </ac:picMkLst>
        </pc:picChg>
      </pc:sldChg>
      <pc:sldChg chg="addSp delSp modSp mod">
        <pc:chgData name="Hamnett, Tom" userId="46fe7996-7cdb-41ee-b408-395aba67c7ce" providerId="ADAL" clId="{386EC425-AF82-40BE-B374-197D739C806F}" dt="2026-09-25T16:47:47.027" v="12" actId="478"/>
        <pc:sldMkLst>
          <pc:docMk/>
          <pc:sldMk cId="4206292683" sldId="2147483647"/>
        </pc:sldMkLst>
        <pc:spChg chg="add mod">
          <ac:chgData name="Hamnett, Tom" userId="46fe7996-7cdb-41ee-b408-395aba67c7ce" providerId="ADAL" clId="{386EC425-AF82-40BE-B374-197D739C806F}" dt="2026-09-25T16:47:47.027" v="12" actId="478"/>
          <ac:spMkLst>
            <pc:docMk/>
            <pc:sldMk cId="4206292683" sldId="2147483647"/>
            <ac:spMk id="7" creationId="{64B86C05-853D-23FA-9736-0C487E18072C}"/>
          </ac:spMkLst>
        </pc:spChg>
        <pc:picChg chg="del">
          <ac:chgData name="Hamnett, Tom" userId="46fe7996-7cdb-41ee-b408-395aba67c7ce" providerId="ADAL" clId="{386EC425-AF82-40BE-B374-197D739C806F}" dt="2026-09-25T16:47:47.027" v="12" actId="478"/>
          <ac:picMkLst>
            <pc:docMk/>
            <pc:sldMk cId="4206292683" sldId="2147483647"/>
            <ac:picMk id="10" creationId="{1A666684-8F0E-86CE-9742-6CB86E08071A}"/>
          </ac:picMkLst>
        </pc:picChg>
      </pc:sldChg>
    </pc:docChg>
  </pc:docChgLst>
</pc:chgInfo>
</file>

<file path=ppt/charts/_rels/chart17.xml.rels><?xml version="1.0" encoding="UTF-8" standalone="yes"?>
<Relationships xmlns="http://schemas.openxmlformats.org/package/2006/relationships"><Relationship Id="rId1" Type="http://schemas.openxmlformats.org/officeDocument/2006/relationships/package" Target="../embeddings/Microsoft_Excel_Binary_Worksheet16.xlsb"/></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Binary_Worksheet17.xlsb"/></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Binary_Worksheet18.xlsb"/></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Binary_Worksheet19.xlsb"/></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Binary_Worksheet20.xlsb"/></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Binary_Worksheet21.xlsb"/></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Binary_Worksheet22.xlsb"/></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Binary_Worksheet23.xlsb"/></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Binary_Worksheet24.xlsb"/></Relationships>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3328847016599371E-2"/>
          <c:y val="7.4934036939313983E-2"/>
          <c:w val="0.95334230596680125"/>
          <c:h val="0.85013192612137201"/>
        </c:manualLayout>
      </c:layout>
      <c:barChart>
        <c:barDir val="col"/>
        <c:grouping val="stacked"/>
        <c:varyColors val="0"/>
        <c:ser>
          <c:idx val="0"/>
          <c:order val="0"/>
          <c:spPr>
            <a:solidFill>
              <a:schemeClr val="accent4"/>
            </a:solidFill>
            <a:ln>
              <a:noFill/>
            </a:ln>
          </c:spPr>
          <c:invertIfNegative val="0"/>
          <c:dLbls>
            <c:dLbl>
              <c:idx val="0"/>
              <c:layout>
                <c:manualLayout>
                  <c:x val="0"/>
                  <c:y val="-5.2770448548812663E-4"/>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47.4</c:v>
                </c:pt>
                <c:pt idx="1">
                  <c:v>1.8</c:v>
                </c:pt>
              </c:numCache>
            </c:numRef>
          </c:val>
          <c:extLst>
            <c:ext xmlns:c16="http://schemas.microsoft.com/office/drawing/2014/chart" uri="{C3380CC4-5D6E-409C-BE32-E72D297353CC}">
              <c16:uniqueId val="{00000002-3927-442D-9D74-5F9BA8EBDA8D}"/>
            </c:ext>
          </c:extLst>
        </c:ser>
        <c:ser>
          <c:idx val="1"/>
          <c:order val="1"/>
          <c:spPr>
            <a:solidFill>
              <a:schemeClr val="accent3"/>
            </a:solidFill>
            <a:ln>
              <a:noFill/>
            </a:ln>
          </c:spPr>
          <c:invertIfNegative val="0"/>
          <c:dLbls>
            <c:dLbl>
              <c:idx val="0"/>
              <c:layout>
                <c:manualLayout>
                  <c:x val="0"/>
                  <c:y val="-5.2770448548812663E-4"/>
                </c:manualLayout>
              </c:layout>
              <c:numFmt formatCode="[&lt;3]&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Sheet1!$A$2:$B$2</c:f>
              <c:numCache>
                <c:formatCode>General</c:formatCode>
                <c:ptCount val="2"/>
                <c:pt idx="0">
                  <c:v>24.0</c:v>
                </c:pt>
                <c:pt idx="1">
                  <c:v>26.3</c:v>
                </c:pt>
              </c:numCache>
            </c:numRef>
          </c:val>
          <c:extLst>
            <c:ext xmlns:c16="http://schemas.microsoft.com/office/drawing/2014/chart" uri="{C3380CC4-5D6E-409C-BE32-E72D297353CC}">
              <c16:uniqueId val="{00000005-3927-442D-9D74-5F9BA8EBDA8D}"/>
            </c:ext>
          </c:extLst>
        </c:ser>
        <c:ser>
          <c:idx val="2"/>
          <c:order val="2"/>
          <c:spPr>
            <a:solidFill>
              <a:schemeClr val="accent2"/>
            </a:solidFill>
            <a:ln>
              <a:noFill/>
            </a:ln>
          </c:spPr>
          <c:invertIfNegative val="0"/>
          <c:dLbls>
            <c:dLbl>
              <c:idx val="0"/>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Sheet1!$A$3:$B$3</c:f>
              <c:numCache>
                <c:formatCode>General</c:formatCode>
                <c:ptCount val="2"/>
                <c:pt idx="0">
                  <c:v>23.4</c:v>
                </c:pt>
                <c:pt idx="1">
                  <c:v>71.9</c:v>
                </c:pt>
              </c:numCache>
            </c:numRef>
          </c:val>
          <c:extLst>
            <c:ext xmlns:c16="http://schemas.microsoft.com/office/drawing/2014/chart" uri="{C3380CC4-5D6E-409C-BE32-E72D297353CC}">
              <c16:uniqueId val="{00000008-3927-442D-9D74-5F9BA8EBDA8D}"/>
            </c:ext>
          </c:extLst>
        </c:ser>
        <c:ser>
          <c:idx val="3"/>
          <c:order val="3"/>
          <c:spPr>
            <a:solidFill>
              <a:schemeClr val="accent1"/>
            </a:solidFill>
            <a:ln>
              <a:noFill/>
            </a:ln>
          </c:spPr>
          <c:invertIfNegative val="0"/>
          <c:dLbls>
            <c:dLbl>
              <c:idx val="0"/>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Sheet1!$A$4:$B$4</c:f>
              <c:numCache>
                <c:formatCode>General</c:formatCode>
                <c:ptCount val="2"/>
                <c:pt idx="0">
                  <c:v>5.2</c:v>
                </c:pt>
                <c:pt idx="1">
                  <c:v>0.1</c:v>
                </c:pt>
              </c:numCache>
            </c:numRef>
          </c:val>
          <c:extLst>
            <c:ext xmlns:c16="http://schemas.microsoft.com/office/drawing/2014/chart" uri="{C3380CC4-5D6E-409C-BE32-E72D297353CC}">
              <c16:uniqueId val="{0000000B-3927-442D-9D74-5F9BA8EBDA8D}"/>
            </c:ext>
          </c:extLst>
        </c:ser>
        <c:dLbls>
          <c:showLegendKey val="0"/>
          <c:showVal val="0"/>
          <c:showCatName val="0"/>
          <c:showSerName val="0"/>
          <c:showPercent val="0"/>
          <c:showBubbleSize val="0"/>
        </c:dLbls>
        <c:gapWidth val="80"/>
        <c:overlap val="100"/>
        <c:axId val="1371563840"/>
        <c:axId val="1"/>
      </c:barChart>
      <c:catAx>
        <c:axId val="137156384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0"/>
        <c:axPos val="l"/>
        <c:majorGridlines>
          <c:spPr>
            <a:ln>
              <a:noFill/>
            </a:ln>
          </c:spPr>
        </c:majorGridlines>
        <c:numFmt formatCode="General" sourceLinked="1"/>
        <c:majorTickMark val="none"/>
        <c:minorTickMark val="none"/>
        <c:tickLblPos val="none"/>
        <c:spPr>
          <a:ln>
            <a:noFill/>
          </a:ln>
        </c:spPr>
        <c:crossAx val="1371563840"/>
        <c:crosses val="min"/>
        <c:crossBetween val="between"/>
      </c:valAx>
    </c:plotArea>
    <c:plotVisOnly val="0"/>
    <c:dispBlanksAs val="gap"/>
    <c:showDLblsOverMax val="1"/>
  </c:chart>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5496264674493062E-2"/>
          <c:y val="3.6287508722958828E-2"/>
          <c:w val="0.88900747065101382"/>
          <c:h val="0.92742498255408234"/>
        </c:manualLayout>
      </c:layout>
      <c:barChart>
        <c:barDir val="bar"/>
        <c:grouping val="stacked"/>
        <c:varyColors val="0"/>
        <c:ser>
          <c:idx val="0"/>
          <c:order val="0"/>
          <c:spPr>
            <a:solidFill>
              <a:schemeClr val="accent1"/>
            </a:solidFill>
            <a:ln>
              <a:noFill/>
            </a:ln>
          </c:spPr>
          <c:invertIfNegative val="0"/>
          <c:dPt>
            <c:idx val="1"/>
            <c:invertIfNegative val="0"/>
            <c:bubble3D val="0"/>
            <c:spPr>
              <a:solidFill>
                <a:schemeClr val="accent2"/>
              </a:solidFill>
              <a:ln>
                <a:noFill/>
              </a:ln>
            </c:spPr>
            <c:extLst>
              <c:ext xmlns:c16="http://schemas.microsoft.com/office/drawing/2014/chart" uri="{C3380CC4-5D6E-409C-BE32-E72D297353CC}">
                <c16:uniqueId val="{00000000-7A46-44DC-8A51-5C03A58BC6FB}"/>
              </c:ext>
            </c:extLst>
          </c:dPt>
          <c:dPt>
            <c:idx val="2"/>
            <c:invertIfNegative val="0"/>
            <c:bubble3D val="0"/>
            <c:spPr>
              <a:solidFill>
                <a:schemeClr val="accent3"/>
              </a:solidFill>
              <a:ln>
                <a:noFill/>
              </a:ln>
            </c:spPr>
            <c:extLst>
              <c:ext xmlns:c16="http://schemas.microsoft.com/office/drawing/2014/chart" uri="{C3380CC4-5D6E-409C-BE32-E72D297353CC}">
                <c16:uniqueId val="{00000001-7A46-44DC-8A51-5C03A58BC6FB}"/>
              </c:ext>
            </c:extLst>
          </c:dPt>
          <c:dPt>
            <c:idx val="3"/>
            <c:invertIfNegative val="0"/>
            <c:bubble3D val="0"/>
            <c:spPr>
              <a:solidFill>
                <a:schemeClr val="accent4"/>
              </a:solidFill>
              <a:ln>
                <a:noFill/>
              </a:ln>
            </c:spPr>
            <c:extLst>
              <c:ext xmlns:c16="http://schemas.microsoft.com/office/drawing/2014/chart" uri="{C3380CC4-5D6E-409C-BE32-E72D297353CC}">
                <c16:uniqueId val="{00000002-7A46-44DC-8A51-5C03A58BC6FB}"/>
              </c:ext>
            </c:extLst>
          </c:dPt>
          <c:val>
            <c:numRef>
              <c:f>Sheet1!$A$1:$D$1</c:f>
              <c:numCache>
                <c:formatCode>General</c:formatCode>
                <c:ptCount val="4"/>
                <c:pt idx="0">
                  <c:v>0.0345</c:v>
                </c:pt>
                <c:pt idx="1">
                  <c:v>3.5436</c:v>
                </c:pt>
                <c:pt idx="2">
                  <c:v>2.99</c:v>
                </c:pt>
                <c:pt idx="3">
                  <c:v>0.1035</c:v>
                </c:pt>
              </c:numCache>
            </c:numRef>
          </c:val>
          <c:extLst>
            <c:ext xmlns:c16="http://schemas.microsoft.com/office/drawing/2014/chart" uri="{C3380CC4-5D6E-409C-BE32-E72D297353CC}">
              <c16:uniqueId val="{00000003-7A46-44DC-8A51-5C03A58BC6FB}"/>
            </c:ext>
          </c:extLst>
        </c:ser>
        <c:dLbls>
          <c:showLegendKey val="0"/>
          <c:showVal val="0"/>
          <c:showCatName val="0"/>
          <c:showSerName val="0"/>
          <c:showPercent val="0"/>
          <c:showBubbleSize val="0"/>
        </c:dLbls>
        <c:gapWidth val="80"/>
        <c:overlap val="100"/>
        <c:axId val="530591135"/>
        <c:axId val="1"/>
      </c:barChart>
      <c:catAx>
        <c:axId val="530591135"/>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5436279454998552"/>
          <c:min val="0"/>
        </c:scaling>
        <c:delete val="0"/>
        <c:axPos val="t"/>
        <c:majorGridlines>
          <c:spPr>
            <a:ln>
              <a:noFill/>
            </a:ln>
          </c:spPr>
        </c:majorGridlines>
        <c:numFmt formatCode="General" sourceLinked="1"/>
        <c:majorTickMark val="none"/>
        <c:minorTickMark val="none"/>
        <c:tickLblPos val="none"/>
        <c:spPr>
          <a:ln>
            <a:noFill/>
          </a:ln>
        </c:spPr>
        <c:crossAx val="530591135"/>
        <c:crosses val="min"/>
        <c:crossBetween val="between"/>
      </c:valAx>
    </c:plotArea>
    <c:plotVisOnly val="0"/>
    <c:dispBlanksAs val="gap"/>
    <c:showDLblsOverMax val="1"/>
  </c:chart>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1052631578947368E-2"/>
          <c:y val="5.4336468129571575E-2"/>
          <c:w val="0.95789473684210524"/>
          <c:h val="0.8913270637408568"/>
        </c:manualLayout>
      </c:layout>
      <c:barChart>
        <c:barDir val="col"/>
        <c:grouping val="stacked"/>
        <c:varyColors val="0"/>
        <c:ser>
          <c:idx val="0"/>
          <c:order val="0"/>
          <c:spPr>
            <a:solidFill>
              <a:schemeClr val="accent3"/>
            </a:solidFill>
            <a:ln w="9525" cmpd="sng" algn="ctr">
              <a:solidFill>
                <a:schemeClr val="tx1"/>
              </a:solidFill>
              <a:prstDash val="solid"/>
            </a:ln>
          </c:spPr>
          <c:invertIfNegative val="0"/>
          <c:val>
            <c:numRef>
              <c:f>Sheet1!$A$1:$E$1</c:f>
              <c:numCache>
                <c:formatCode>General</c:formatCode>
                <c:ptCount val="5"/>
                <c:pt idx="0">
                  <c:v>875.0</c:v>
                </c:pt>
                <c:pt idx="1">
                  <c:v>900.0</c:v>
                </c:pt>
                <c:pt idx="2">
                  <c:v>925.0</c:v>
                </c:pt>
                <c:pt idx="3">
                  <c:v>954.17</c:v>
                </c:pt>
                <c:pt idx="4">
                  <c:v>983.33</c:v>
                </c:pt>
              </c:numCache>
            </c:numRef>
          </c:val>
          <c:extLst>
            <c:ext xmlns:c16="http://schemas.microsoft.com/office/drawing/2014/chart" uri="{C3380CC4-5D6E-409C-BE32-E72D297353CC}">
              <c16:uniqueId val="{00000000-1A29-4ACA-9674-FF02E6A8049A}"/>
            </c:ext>
          </c:extLst>
        </c:ser>
        <c:ser>
          <c:idx val="1"/>
          <c:order val="1"/>
          <c:spPr>
            <a:solidFill>
              <a:schemeClr val="accent5"/>
            </a:solidFill>
            <a:ln w="9525" cmpd="sng" algn="ctr">
              <a:solidFill>
                <a:schemeClr val="tx1"/>
              </a:solidFill>
              <a:prstDash val="solid"/>
            </a:ln>
          </c:spPr>
          <c:invertIfNegative val="0"/>
          <c:val>
            <c:numRef>
              <c:f>Sheet1!$A$2:$E$2</c:f>
              <c:numCache>
                <c:formatCode>General</c:formatCode>
                <c:ptCount val="5"/>
                <c:pt idx="1">
                  <c:v>108.33</c:v>
                </c:pt>
                <c:pt idx="2">
                  <c:v>216.67</c:v>
                </c:pt>
                <c:pt idx="3">
                  <c:v>383.33</c:v>
                </c:pt>
                <c:pt idx="4">
                  <c:v>545.83</c:v>
                </c:pt>
              </c:numCache>
            </c:numRef>
          </c:val>
          <c:extLst>
            <c:ext xmlns:c16="http://schemas.microsoft.com/office/drawing/2014/chart" uri="{C3380CC4-5D6E-409C-BE32-E72D297353CC}">
              <c16:uniqueId val="{00000001-1A29-4ACA-9674-FF02E6A8049A}"/>
            </c:ext>
          </c:extLst>
        </c:ser>
        <c:ser>
          <c:idx val="2"/>
          <c:order val="2"/>
          <c:spPr>
            <a:solidFill>
              <a:schemeClr val="accent1"/>
            </a:solidFill>
            <a:ln w="9525" cmpd="sng" algn="ctr">
              <a:solidFill>
                <a:schemeClr val="tx1"/>
              </a:solidFill>
              <a:prstDash val="solid"/>
            </a:ln>
          </c:spPr>
          <c:invertIfNegative val="0"/>
          <c:val>
            <c:numRef>
              <c:f>Sheet1!$A$3:$E$3</c:f>
              <c:numCache>
                <c:formatCode>General</c:formatCode>
                <c:ptCount val="5"/>
                <c:pt idx="1">
                  <c:v>83.33</c:v>
                </c:pt>
                <c:pt idx="2">
                  <c:v>166.67</c:v>
                </c:pt>
                <c:pt idx="3">
                  <c:v>300.0</c:v>
                </c:pt>
                <c:pt idx="4">
                  <c:v>437.5</c:v>
                </c:pt>
              </c:numCache>
            </c:numRef>
          </c:val>
          <c:extLst>
            <c:ext xmlns:c16="http://schemas.microsoft.com/office/drawing/2014/chart" uri="{C3380CC4-5D6E-409C-BE32-E72D297353CC}">
              <c16:uniqueId val="{00000002-1A29-4ACA-9674-FF02E6A8049A}"/>
            </c:ext>
          </c:extLst>
        </c:ser>
        <c:dLbls>
          <c:showLegendKey val="0"/>
          <c:showVal val="0"/>
          <c:showCatName val="0"/>
          <c:showSerName val="0"/>
          <c:showPercent val="0"/>
          <c:showBubbleSize val="0"/>
        </c:dLbls>
        <c:gapWidth val="80"/>
        <c:overlap val="100"/>
        <c:axId val="709861776"/>
        <c:axId val="1"/>
      </c:barChart>
      <c:catAx>
        <c:axId val="709861776"/>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966.6666666666665"/>
          <c:min val="0"/>
        </c:scaling>
        <c:delete val="0"/>
        <c:axPos val="l"/>
        <c:majorGridlines>
          <c:spPr>
            <a:ln>
              <a:noFill/>
            </a:ln>
          </c:spPr>
        </c:majorGridlines>
        <c:numFmt formatCode="General" sourceLinked="1"/>
        <c:majorTickMark val="none"/>
        <c:minorTickMark val="none"/>
        <c:tickLblPos val="none"/>
        <c:spPr>
          <a:ln>
            <a:noFill/>
          </a:ln>
        </c:spPr>
        <c:crossAx val="709861776"/>
        <c:crosses val="min"/>
        <c:crossBetween val="between"/>
      </c:valAx>
    </c:plotArea>
    <c:plotVisOnly val="0"/>
    <c:dispBlanksAs val="gap"/>
    <c:showDLblsOverMax val="1"/>
  </c:chart>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3328847016599371E-2"/>
          <c:y val="7.4934036939313983E-2"/>
          <c:w val="0.95334230596680125"/>
          <c:h val="0.85013192612137201"/>
        </c:manualLayout>
      </c:layout>
      <c:barChart>
        <c:barDir val="col"/>
        <c:grouping val="stacked"/>
        <c:varyColors val="0"/>
        <c:ser>
          <c:idx val="0"/>
          <c:order val="0"/>
          <c:spPr>
            <a:solidFill>
              <a:schemeClr val="accent4"/>
            </a:solidFill>
            <a:ln>
              <a:noFill/>
            </a:ln>
          </c:spPr>
          <c:invertIfNegative val="0"/>
          <c:dLbls>
            <c:dLbl>
              <c:idx val="0"/>
              <c:layout>
                <c:manualLayout>
                  <c:x val="0"/>
                  <c:y val="-5.2770448548812663E-4"/>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47.7</c:v>
                </c:pt>
                <c:pt idx="1">
                  <c:v>4.7</c:v>
                </c:pt>
              </c:numCache>
            </c:numRef>
          </c:val>
          <c:extLst>
            <c:ext xmlns:c16="http://schemas.microsoft.com/office/drawing/2014/chart" uri="{C3380CC4-5D6E-409C-BE32-E72D297353CC}">
              <c16:uniqueId val="{00000002-3927-442D-9D74-5F9BA8EBDA8D}"/>
            </c:ext>
          </c:extLst>
        </c:ser>
        <c:ser>
          <c:idx val="1"/>
          <c:order val="1"/>
          <c:spPr>
            <a:solidFill>
              <a:schemeClr val="accent3"/>
            </a:solidFill>
            <a:ln>
              <a:noFill/>
            </a:ln>
          </c:spPr>
          <c:invertIfNegative val="0"/>
          <c:dLbls>
            <c:dLbl>
              <c:idx val="0"/>
              <c:layout>
                <c:manualLayout>
                  <c:x val="0"/>
                  <c:y val="-5.2770448548812663E-4"/>
                </c:manualLayout>
              </c:layout>
              <c:numFmt formatCode="[&lt;3]&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Sheet1!$A$2:$B$2</c:f>
              <c:numCache>
                <c:formatCode>General</c:formatCode>
                <c:ptCount val="2"/>
                <c:pt idx="0">
                  <c:v>20.7</c:v>
                </c:pt>
                <c:pt idx="1">
                  <c:v>8.1</c:v>
                </c:pt>
              </c:numCache>
            </c:numRef>
          </c:val>
          <c:extLst>
            <c:ext xmlns:c16="http://schemas.microsoft.com/office/drawing/2014/chart" uri="{C3380CC4-5D6E-409C-BE32-E72D297353CC}">
              <c16:uniqueId val="{00000005-3927-442D-9D74-5F9BA8EBDA8D}"/>
            </c:ext>
          </c:extLst>
        </c:ser>
        <c:ser>
          <c:idx val="2"/>
          <c:order val="2"/>
          <c:spPr>
            <a:solidFill>
              <a:schemeClr val="accent2"/>
            </a:solidFill>
            <a:ln>
              <a:noFill/>
            </a:ln>
          </c:spPr>
          <c:invertIfNegative val="0"/>
          <c:dLbls>
            <c:dLbl>
              <c:idx val="0"/>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Sheet1!$A$3:$B$3</c:f>
              <c:numCache>
                <c:formatCode>General</c:formatCode>
                <c:ptCount val="2"/>
                <c:pt idx="0">
                  <c:v>26.8</c:v>
                </c:pt>
                <c:pt idx="1">
                  <c:v>82.7</c:v>
                </c:pt>
              </c:numCache>
            </c:numRef>
          </c:val>
          <c:extLst>
            <c:ext xmlns:c16="http://schemas.microsoft.com/office/drawing/2014/chart" uri="{C3380CC4-5D6E-409C-BE32-E72D297353CC}">
              <c16:uniqueId val="{00000008-3927-442D-9D74-5F9BA8EBDA8D}"/>
            </c:ext>
          </c:extLst>
        </c:ser>
        <c:ser>
          <c:idx val="3"/>
          <c:order val="3"/>
          <c:spPr>
            <a:solidFill>
              <a:schemeClr val="accent1"/>
            </a:solidFill>
            <a:ln>
              <a:noFill/>
            </a:ln>
          </c:spPr>
          <c:invertIfNegative val="0"/>
          <c:dLbls>
            <c:dLbl>
              <c:idx val="0"/>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Sheet1!$A$4:$B$4</c:f>
              <c:numCache>
                <c:formatCode>General</c:formatCode>
                <c:ptCount val="2"/>
                <c:pt idx="0">
                  <c:v>4.8</c:v>
                </c:pt>
                <c:pt idx="1">
                  <c:v>4.8</c:v>
                </c:pt>
              </c:numCache>
            </c:numRef>
          </c:val>
          <c:extLst>
            <c:ext xmlns:c16="http://schemas.microsoft.com/office/drawing/2014/chart" uri="{C3380CC4-5D6E-409C-BE32-E72D297353CC}">
              <c16:uniqueId val="{0000000B-3927-442D-9D74-5F9BA8EBDA8D}"/>
            </c:ext>
          </c:extLst>
        </c:ser>
        <c:dLbls>
          <c:showLegendKey val="0"/>
          <c:showVal val="0"/>
          <c:showCatName val="0"/>
          <c:showSerName val="0"/>
          <c:showPercent val="0"/>
          <c:showBubbleSize val="0"/>
        </c:dLbls>
        <c:gapWidth val="80"/>
        <c:overlap val="100"/>
        <c:axId val="1371563840"/>
        <c:axId val="1"/>
      </c:barChart>
      <c:catAx>
        <c:axId val="137156384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0"/>
        <c:axPos val="l"/>
        <c:majorGridlines>
          <c:spPr>
            <a:ln>
              <a:noFill/>
            </a:ln>
          </c:spPr>
        </c:majorGridlines>
        <c:numFmt formatCode="General" sourceLinked="1"/>
        <c:majorTickMark val="none"/>
        <c:minorTickMark val="none"/>
        <c:tickLblPos val="none"/>
        <c:spPr>
          <a:ln>
            <a:noFill/>
          </a:ln>
        </c:spPr>
        <c:crossAx val="1371563840"/>
        <c:crosses val="min"/>
        <c:crossBetween val="between"/>
      </c:valAx>
    </c:plotArea>
    <c:plotVisOnly val="0"/>
    <c:dispBlanksAs val="gap"/>
    <c:showDLblsOverMax val="1"/>
  </c:chart>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5496264674493062E-2"/>
          <c:y val="3.6287508722958828E-2"/>
          <c:w val="0.88900747065101382"/>
          <c:h val="0.92742498255408234"/>
        </c:manualLayout>
      </c:layout>
      <c:barChart>
        <c:barDir val="bar"/>
        <c:grouping val="stacked"/>
        <c:varyColors val="0"/>
        <c:ser>
          <c:idx val="0"/>
          <c:order val="0"/>
          <c:spPr>
            <a:solidFill>
              <a:schemeClr val="accent1"/>
            </a:solidFill>
            <a:ln>
              <a:noFill/>
            </a:ln>
          </c:spPr>
          <c:invertIfNegative val="0"/>
          <c:dPt>
            <c:idx val="1"/>
            <c:invertIfNegative val="0"/>
            <c:bubble3D val="0"/>
            <c:spPr>
              <a:solidFill>
                <a:schemeClr val="accent2"/>
              </a:solidFill>
              <a:ln>
                <a:noFill/>
              </a:ln>
            </c:spPr>
            <c:extLst>
              <c:ext xmlns:c16="http://schemas.microsoft.com/office/drawing/2014/chart" uri="{C3380CC4-5D6E-409C-BE32-E72D297353CC}">
                <c16:uniqueId val="{00000000-7A46-44DC-8A51-5C03A58BC6FB}"/>
              </c:ext>
            </c:extLst>
          </c:dPt>
          <c:dPt>
            <c:idx val="2"/>
            <c:invertIfNegative val="0"/>
            <c:bubble3D val="0"/>
            <c:spPr>
              <a:solidFill>
                <a:schemeClr val="accent3"/>
              </a:solidFill>
              <a:ln>
                <a:noFill/>
              </a:ln>
            </c:spPr>
            <c:extLst>
              <c:ext xmlns:c16="http://schemas.microsoft.com/office/drawing/2014/chart" uri="{C3380CC4-5D6E-409C-BE32-E72D297353CC}">
                <c16:uniqueId val="{00000001-7A46-44DC-8A51-5C03A58BC6FB}"/>
              </c:ext>
            </c:extLst>
          </c:dPt>
          <c:dPt>
            <c:idx val="3"/>
            <c:invertIfNegative val="0"/>
            <c:bubble3D val="0"/>
            <c:spPr>
              <a:solidFill>
                <a:schemeClr val="accent4"/>
              </a:solidFill>
              <a:ln>
                <a:noFill/>
              </a:ln>
            </c:spPr>
            <c:extLst>
              <c:ext xmlns:c16="http://schemas.microsoft.com/office/drawing/2014/chart" uri="{C3380CC4-5D6E-409C-BE32-E72D297353CC}">
                <c16:uniqueId val="{00000002-7A46-44DC-8A51-5C03A58BC6FB}"/>
              </c:ext>
            </c:extLst>
          </c:dPt>
          <c:val>
            <c:numRef>
              <c:f>Sheet1!$A$1:$D$1</c:f>
              <c:numCache>
                <c:formatCode>General</c:formatCode>
                <c:ptCount val="4"/>
                <c:pt idx="0">
                  <c:v>2.99</c:v>
                </c:pt>
                <c:pt idx="1">
                  <c:v>3.5436</c:v>
                </c:pt>
                <c:pt idx="2">
                  <c:v>1.196</c:v>
                </c:pt>
                <c:pt idx="3">
                  <c:v>0.299</c:v>
                </c:pt>
              </c:numCache>
            </c:numRef>
          </c:val>
          <c:extLst>
            <c:ext xmlns:c16="http://schemas.microsoft.com/office/drawing/2014/chart" uri="{C3380CC4-5D6E-409C-BE32-E72D297353CC}">
              <c16:uniqueId val="{00000003-7A46-44DC-8A51-5C03A58BC6FB}"/>
            </c:ext>
          </c:extLst>
        </c:ser>
        <c:dLbls>
          <c:showLegendKey val="0"/>
          <c:showVal val="0"/>
          <c:showCatName val="0"/>
          <c:showSerName val="0"/>
          <c:showPercent val="0"/>
          <c:showBubbleSize val="0"/>
        </c:dLbls>
        <c:gapWidth val="80"/>
        <c:overlap val="100"/>
        <c:axId val="530591135"/>
        <c:axId val="1"/>
      </c:barChart>
      <c:catAx>
        <c:axId val="530591135"/>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5436279454998552"/>
          <c:min val="0"/>
        </c:scaling>
        <c:delete val="0"/>
        <c:axPos val="t"/>
        <c:majorGridlines>
          <c:spPr>
            <a:ln>
              <a:noFill/>
            </a:ln>
          </c:spPr>
        </c:majorGridlines>
        <c:numFmt formatCode="General" sourceLinked="1"/>
        <c:majorTickMark val="none"/>
        <c:minorTickMark val="none"/>
        <c:tickLblPos val="none"/>
        <c:spPr>
          <a:ln>
            <a:noFill/>
          </a:ln>
        </c:spPr>
        <c:crossAx val="530591135"/>
        <c:crosses val="min"/>
        <c:crossBetween val="between"/>
      </c:valAx>
    </c:plotArea>
    <c:plotVisOnly val="0"/>
    <c:dispBlanksAs val="gap"/>
    <c:showDLblsOverMax val="1"/>
  </c:chart>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1052631578947368E-2"/>
          <c:y val="5.4336468129571575E-2"/>
          <c:w val="0.95789473684210524"/>
          <c:h val="0.8913270637408568"/>
        </c:manualLayout>
      </c:layout>
      <c:barChart>
        <c:barDir val="col"/>
        <c:grouping val="stacked"/>
        <c:varyColors val="0"/>
        <c:ser>
          <c:idx val="0"/>
          <c:order val="0"/>
          <c:spPr>
            <a:solidFill>
              <a:schemeClr val="accent3"/>
            </a:solidFill>
            <a:ln w="9525" cmpd="sng" algn="ctr">
              <a:solidFill>
                <a:schemeClr val="tx1"/>
              </a:solidFill>
              <a:prstDash val="solid"/>
            </a:ln>
          </c:spPr>
          <c:invertIfNegative val="0"/>
          <c:val>
            <c:numRef>
              <c:f>Sheet1!$A$1:$E$1</c:f>
              <c:numCache>
                <c:formatCode>General</c:formatCode>
                <c:ptCount val="5"/>
                <c:pt idx="0">
                  <c:v>221.54100707338128</c:v>
                </c:pt>
                <c:pt idx="1">
                  <c:v>228.18723728558271</c:v>
                </c:pt>
                <c:pt idx="2">
                  <c:v>235.03285440415019</c:v>
                </c:pt>
                <c:pt idx="3">
                  <c:v>242.08384003627469</c:v>
                </c:pt>
                <c:pt idx="4">
                  <c:v>249.34635523736299</c:v>
                </c:pt>
              </c:numCache>
            </c:numRef>
          </c:val>
          <c:extLst>
            <c:ext xmlns:c16="http://schemas.microsoft.com/office/drawing/2014/chart" uri="{C3380CC4-5D6E-409C-BE32-E72D297353CC}">
              <c16:uniqueId val="{00000000-1A29-4ACA-9674-FF02E6A8049A}"/>
            </c:ext>
          </c:extLst>
        </c:ser>
        <c:ser>
          <c:idx val="1"/>
          <c:order val="1"/>
          <c:spPr>
            <a:solidFill>
              <a:schemeClr val="accent5"/>
            </a:solidFill>
            <a:ln w="9525" cmpd="sng" algn="ctr">
              <a:solidFill>
                <a:schemeClr val="tx1"/>
              </a:solidFill>
              <a:prstDash val="solid"/>
            </a:ln>
          </c:spPr>
          <c:invertIfNegative val="0"/>
          <c:val>
            <c:numRef>
              <c:f>Sheet1!$A$2:$E$2</c:f>
              <c:numCache>
                <c:formatCode>General</c:formatCode>
                <c:ptCount val="5"/>
                <c:pt idx="1">
                  <c:v>51.000000000000028</c:v>
                </c:pt>
                <c:pt idx="2">
                  <c:v>139.99999999999997</c:v>
                </c:pt>
                <c:pt idx="3">
                  <c:v>254.00000000000006</c:v>
                </c:pt>
                <c:pt idx="4">
                  <c:v>365</c:v>
                </c:pt>
              </c:numCache>
            </c:numRef>
          </c:val>
          <c:extLst>
            <c:ext xmlns:c16="http://schemas.microsoft.com/office/drawing/2014/chart" uri="{C3380CC4-5D6E-409C-BE32-E72D297353CC}">
              <c16:uniqueId val="{00000001-1A29-4ACA-9674-FF02E6A8049A}"/>
            </c:ext>
          </c:extLst>
        </c:ser>
        <c:ser>
          <c:idx val="2"/>
          <c:order val="2"/>
          <c:spPr>
            <a:solidFill>
              <a:schemeClr val="accent1"/>
            </a:solidFill>
            <a:ln w="9525" cmpd="sng" algn="ctr">
              <a:solidFill>
                <a:schemeClr val="tx1"/>
              </a:solidFill>
              <a:prstDash val="solid"/>
            </a:ln>
          </c:spPr>
          <c:invertIfNegative val="0"/>
          <c:val>
            <c:numRef>
              <c:f>Sheet1!$A$3:$E$3</c:f>
              <c:numCache>
                <c:formatCode>General</c:formatCode>
                <c:ptCount val="5"/>
                <c:pt idx="1">
                  <c:v>0</c:v>
                </c:pt>
                <c:pt idx="2">
                  <c:v>20</c:v>
                </c:pt>
                <c:pt idx="3">
                  <c:v>57</c:v>
                </c:pt>
                <c:pt idx="4">
                  <c:v>92</c:v>
                </c:pt>
              </c:numCache>
            </c:numRef>
          </c:val>
          <c:extLst>
            <c:ext xmlns:c16="http://schemas.microsoft.com/office/drawing/2014/chart" uri="{C3380CC4-5D6E-409C-BE32-E72D297353CC}">
              <c16:uniqueId val="{00000002-1A29-4ACA-9674-FF02E6A8049A}"/>
            </c:ext>
          </c:extLst>
        </c:ser>
        <c:dLbls>
          <c:showLegendKey val="0"/>
          <c:showVal val="0"/>
          <c:showCatName val="0"/>
          <c:showSerName val="0"/>
          <c:showPercent val="0"/>
          <c:showBubbleSize val="0"/>
        </c:dLbls>
        <c:gapWidth val="80"/>
        <c:overlap val="100"/>
        <c:axId val="709861776"/>
        <c:axId val="1"/>
      </c:barChart>
      <c:catAx>
        <c:axId val="709861776"/>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06.34635523736301"/>
          <c:min val="0"/>
        </c:scaling>
        <c:delete val="0"/>
        <c:axPos val="l"/>
        <c:majorGridlines>
          <c:spPr>
            <a:ln>
              <a:noFill/>
            </a:ln>
          </c:spPr>
        </c:majorGridlines>
        <c:numFmt formatCode="General" sourceLinked="1"/>
        <c:majorTickMark val="none"/>
        <c:minorTickMark val="none"/>
        <c:tickLblPos val="none"/>
        <c:spPr>
          <a:ln>
            <a:noFill/>
          </a:ln>
        </c:spPr>
        <c:crossAx val="709861776"/>
        <c:crosses val="min"/>
        <c:crossBetween val="between"/>
      </c:valAx>
    </c:plotArea>
    <c:plotVisOnly val="0"/>
    <c:dispBlanksAs val="gap"/>
    <c:showDLblsOverMax val="1"/>
  </c:chart>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3328847016599371E-2"/>
          <c:y val="7.4934036939313983E-2"/>
          <c:w val="0.95334230596680125"/>
          <c:h val="0.85013192612137201"/>
        </c:manualLayout>
      </c:layout>
      <c:barChart>
        <c:barDir val="col"/>
        <c:grouping val="stacked"/>
        <c:varyColors val="0"/>
        <c:ser>
          <c:idx val="0"/>
          <c:order val="0"/>
          <c:spPr>
            <a:solidFill>
              <a:schemeClr val="accent4"/>
            </a:solidFill>
            <a:ln>
              <a:noFill/>
            </a:ln>
          </c:spPr>
          <c:invertIfNegative val="0"/>
          <c:dLbls>
            <c:dLbl>
              <c:idx val="0"/>
              <c:layout>
                <c:manualLayout>
                  <c:x val="0"/>
                  <c:y val="-5.2770448548812663E-4"/>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46.5</c:v>
                </c:pt>
                <c:pt idx="1">
                  <c:v>10.5</c:v>
                </c:pt>
              </c:numCache>
            </c:numRef>
          </c:val>
          <c:extLst>
            <c:ext xmlns:c16="http://schemas.microsoft.com/office/drawing/2014/chart" uri="{C3380CC4-5D6E-409C-BE32-E72D297353CC}">
              <c16:uniqueId val="{00000002-3927-442D-9D74-5F9BA8EBDA8D}"/>
            </c:ext>
          </c:extLst>
        </c:ser>
        <c:ser>
          <c:idx val="1"/>
          <c:order val="1"/>
          <c:spPr>
            <a:solidFill>
              <a:schemeClr val="accent3"/>
            </a:solidFill>
            <a:ln>
              <a:noFill/>
            </a:ln>
          </c:spPr>
          <c:invertIfNegative val="0"/>
          <c:dLbls>
            <c:dLbl>
              <c:idx val="0"/>
              <c:layout>
                <c:manualLayout>
                  <c:x val="0"/>
                  <c:y val="-5.2770448548812663E-4"/>
                </c:manualLayout>
              </c:layout>
              <c:numFmt formatCode="[&lt;3]&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Sheet1!$A$2:$B$2</c:f>
              <c:numCache>
                <c:formatCode>General</c:formatCode>
                <c:ptCount val="2"/>
                <c:pt idx="0">
                  <c:v>23.3</c:v>
                </c:pt>
                <c:pt idx="1">
                  <c:v>31.2</c:v>
                </c:pt>
              </c:numCache>
            </c:numRef>
          </c:val>
          <c:extLst>
            <c:ext xmlns:c16="http://schemas.microsoft.com/office/drawing/2014/chart" uri="{C3380CC4-5D6E-409C-BE32-E72D297353CC}">
              <c16:uniqueId val="{00000005-3927-442D-9D74-5F9BA8EBDA8D}"/>
            </c:ext>
          </c:extLst>
        </c:ser>
        <c:ser>
          <c:idx val="2"/>
          <c:order val="2"/>
          <c:spPr>
            <a:solidFill>
              <a:schemeClr val="accent2"/>
            </a:solidFill>
            <a:ln>
              <a:noFill/>
            </a:ln>
          </c:spPr>
          <c:invertIfNegative val="0"/>
          <c:dLbls>
            <c:dLbl>
              <c:idx val="0"/>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Sheet1!$A$3:$B$3</c:f>
              <c:numCache>
                <c:formatCode>General</c:formatCode>
                <c:ptCount val="2"/>
                <c:pt idx="0">
                  <c:v>25.4</c:v>
                </c:pt>
                <c:pt idx="1">
                  <c:v>46.2</c:v>
                </c:pt>
              </c:numCache>
            </c:numRef>
          </c:val>
          <c:extLst>
            <c:ext xmlns:c16="http://schemas.microsoft.com/office/drawing/2014/chart" uri="{C3380CC4-5D6E-409C-BE32-E72D297353CC}">
              <c16:uniqueId val="{00000008-3927-442D-9D74-5F9BA8EBDA8D}"/>
            </c:ext>
          </c:extLst>
        </c:ser>
        <c:ser>
          <c:idx val="3"/>
          <c:order val="3"/>
          <c:spPr>
            <a:solidFill>
              <a:schemeClr val="accent1"/>
            </a:solidFill>
            <a:ln>
              <a:noFill/>
            </a:ln>
          </c:spPr>
          <c:invertIfNegative val="0"/>
          <c:dLbls>
            <c:dLbl>
              <c:idx val="0"/>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Sheet1!$A$4:$B$4</c:f>
              <c:numCache>
                <c:formatCode>General</c:formatCode>
                <c:ptCount val="2"/>
                <c:pt idx="0">
                  <c:v>4.9</c:v>
                </c:pt>
                <c:pt idx="1">
                  <c:v>11.9</c:v>
                </c:pt>
              </c:numCache>
            </c:numRef>
          </c:val>
          <c:extLst>
            <c:ext xmlns:c16="http://schemas.microsoft.com/office/drawing/2014/chart" uri="{C3380CC4-5D6E-409C-BE32-E72D297353CC}">
              <c16:uniqueId val="{0000000B-3927-442D-9D74-5F9BA8EBDA8D}"/>
            </c:ext>
          </c:extLst>
        </c:ser>
        <c:dLbls>
          <c:showLegendKey val="0"/>
          <c:showVal val="0"/>
          <c:showCatName val="0"/>
          <c:showSerName val="0"/>
          <c:showPercent val="0"/>
          <c:showBubbleSize val="0"/>
        </c:dLbls>
        <c:gapWidth val="80"/>
        <c:overlap val="100"/>
        <c:axId val="1371563840"/>
        <c:axId val="1"/>
      </c:barChart>
      <c:catAx>
        <c:axId val="137156384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0"/>
        <c:axPos val="l"/>
        <c:majorGridlines>
          <c:spPr>
            <a:ln>
              <a:noFill/>
            </a:ln>
          </c:spPr>
        </c:majorGridlines>
        <c:numFmt formatCode="General" sourceLinked="1"/>
        <c:majorTickMark val="none"/>
        <c:minorTickMark val="none"/>
        <c:tickLblPos val="none"/>
        <c:spPr>
          <a:ln>
            <a:noFill/>
          </a:ln>
        </c:spPr>
        <c:crossAx val="1371563840"/>
        <c:crosses val="min"/>
        <c:crossBetween val="between"/>
      </c:valAx>
    </c:plotArea>
    <c:plotVisOnly val="0"/>
    <c:dispBlanksAs val="gap"/>
    <c:showDLblsOverMax val="1"/>
  </c:chart>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5496264674493062E-2"/>
          <c:y val="3.6287508722958828E-2"/>
          <c:w val="0.88900747065101382"/>
          <c:h val="0.92742498255408234"/>
        </c:manualLayout>
      </c:layout>
      <c:barChart>
        <c:barDir val="bar"/>
        <c:grouping val="stacked"/>
        <c:varyColors val="0"/>
        <c:ser>
          <c:idx val="0"/>
          <c:order val="0"/>
          <c:spPr>
            <a:solidFill>
              <a:schemeClr val="accent1"/>
            </a:solidFill>
            <a:ln>
              <a:noFill/>
            </a:ln>
          </c:spPr>
          <c:invertIfNegative val="0"/>
          <c:dPt>
            <c:idx val="1"/>
            <c:invertIfNegative val="0"/>
            <c:bubble3D val="0"/>
            <c:spPr>
              <a:solidFill>
                <a:schemeClr val="accent2"/>
              </a:solidFill>
              <a:ln>
                <a:noFill/>
              </a:ln>
            </c:spPr>
            <c:extLst>
              <c:ext xmlns:c16="http://schemas.microsoft.com/office/drawing/2014/chart" uri="{C3380CC4-5D6E-409C-BE32-E72D297353CC}">
                <c16:uniqueId val="{00000000-7A46-44DC-8A51-5C03A58BC6FB}"/>
              </c:ext>
            </c:extLst>
          </c:dPt>
          <c:dPt>
            <c:idx val="2"/>
            <c:invertIfNegative val="0"/>
            <c:bubble3D val="0"/>
            <c:spPr>
              <a:solidFill>
                <a:schemeClr val="accent3"/>
              </a:solidFill>
              <a:ln>
                <a:noFill/>
              </a:ln>
            </c:spPr>
            <c:extLst>
              <c:ext xmlns:c16="http://schemas.microsoft.com/office/drawing/2014/chart" uri="{C3380CC4-5D6E-409C-BE32-E72D297353CC}">
                <c16:uniqueId val="{00000001-7A46-44DC-8A51-5C03A58BC6FB}"/>
              </c:ext>
            </c:extLst>
          </c:dPt>
          <c:dPt>
            <c:idx val="3"/>
            <c:invertIfNegative val="0"/>
            <c:bubble3D val="0"/>
            <c:spPr>
              <a:solidFill>
                <a:schemeClr val="accent4"/>
              </a:solidFill>
              <a:ln>
                <a:noFill/>
              </a:ln>
            </c:spPr>
            <c:extLst>
              <c:ext xmlns:c16="http://schemas.microsoft.com/office/drawing/2014/chart" uri="{C3380CC4-5D6E-409C-BE32-E72D297353CC}">
                <c16:uniqueId val="{00000002-7A46-44DC-8A51-5C03A58BC6FB}"/>
              </c:ext>
            </c:extLst>
          </c:dPt>
          <c:val>
            <c:numRef>
              <c:f>Sheet1!$A$1:$D$1</c:f>
              <c:numCache>
                <c:formatCode>General</c:formatCode>
                <c:ptCount val="4"/>
                <c:pt idx="0">
                  <c:v>3.5436</c:v>
                </c:pt>
                <c:pt idx="1">
                  <c:v>2.6223</c:v>
                </c:pt>
                <c:pt idx="2">
                  <c:v>1.9136</c:v>
                </c:pt>
                <c:pt idx="3">
                  <c:v>0.3544</c:v>
                </c:pt>
              </c:numCache>
            </c:numRef>
          </c:val>
          <c:extLst>
            <c:ext xmlns:c16="http://schemas.microsoft.com/office/drawing/2014/chart" uri="{C3380CC4-5D6E-409C-BE32-E72D297353CC}">
              <c16:uniqueId val="{00000003-7A46-44DC-8A51-5C03A58BC6FB}"/>
            </c:ext>
          </c:extLst>
        </c:ser>
        <c:dLbls>
          <c:showLegendKey val="0"/>
          <c:showVal val="0"/>
          <c:showCatName val="0"/>
          <c:showSerName val="0"/>
          <c:showPercent val="0"/>
          <c:showBubbleSize val="0"/>
        </c:dLbls>
        <c:gapWidth val="80"/>
        <c:overlap val="100"/>
        <c:axId val="530591135"/>
        <c:axId val="1"/>
      </c:barChart>
      <c:catAx>
        <c:axId val="530591135"/>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5436279454998552"/>
          <c:min val="0"/>
        </c:scaling>
        <c:delete val="0"/>
        <c:axPos val="t"/>
        <c:majorGridlines>
          <c:spPr>
            <a:ln>
              <a:noFill/>
            </a:ln>
          </c:spPr>
        </c:majorGridlines>
        <c:numFmt formatCode="General" sourceLinked="1"/>
        <c:majorTickMark val="none"/>
        <c:minorTickMark val="none"/>
        <c:tickLblPos val="none"/>
        <c:spPr>
          <a:ln>
            <a:noFill/>
          </a:ln>
        </c:spPr>
        <c:crossAx val="530591135"/>
        <c:crosses val="min"/>
        <c:crossBetween val="between"/>
      </c:valAx>
    </c:plotArea>
    <c:plotVisOnly val="0"/>
    <c:dispBlanksAs val="gap"/>
    <c:showDLblsOverMax val="1"/>
  </c:chart>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1052631578947368E-2"/>
          <c:y val="5.4336468129571575E-2"/>
          <c:w val="0.95789473684210524"/>
          <c:h val="0.8913270637408568"/>
        </c:manualLayout>
      </c:layout>
      <c:barChart>
        <c:barDir val="col"/>
        <c:grouping val="stacked"/>
        <c:varyColors val="0"/>
        <c:ser>
          <c:idx val="0"/>
          <c:order val="0"/>
          <c:spPr>
            <a:solidFill>
              <a:schemeClr val="accent3"/>
            </a:solidFill>
            <a:ln w="9525" cmpd="sng" algn="ctr">
              <a:solidFill>
                <a:schemeClr val="tx1"/>
              </a:solidFill>
              <a:prstDash val="solid"/>
            </a:ln>
          </c:spPr>
          <c:invertIfNegative val="0"/>
          <c:val>
            <c:numRef>
              <c:f>Sheet1!$A$1:$E$1</c:f>
              <c:numCache>
                <c:formatCode>General</c:formatCode>
                <c:ptCount val="5"/>
                <c:pt idx="0">
                  <c:v>95.24</c:v>
                </c:pt>
                <c:pt idx="1">
                  <c:v>100.0</c:v>
                </c:pt>
                <c:pt idx="2">
                  <c:v>104.76</c:v>
                </c:pt>
                <c:pt idx="3">
                  <c:v>104.76</c:v>
                </c:pt>
                <c:pt idx="4">
                  <c:v>109.52</c:v>
                </c:pt>
              </c:numCache>
            </c:numRef>
          </c:val>
          <c:extLst>
            <c:ext xmlns:c16="http://schemas.microsoft.com/office/drawing/2014/chart" uri="{C3380CC4-5D6E-409C-BE32-E72D297353CC}">
              <c16:uniqueId val="{00000000-1A29-4ACA-9674-FF02E6A8049A}"/>
            </c:ext>
          </c:extLst>
        </c:ser>
        <c:ser>
          <c:idx val="1"/>
          <c:order val="1"/>
          <c:spPr>
            <a:solidFill>
              <a:schemeClr val="accent5"/>
            </a:solidFill>
            <a:ln w="9525" cmpd="sng" algn="ctr">
              <a:solidFill>
                <a:schemeClr val="tx1"/>
              </a:solidFill>
              <a:prstDash val="solid"/>
            </a:ln>
          </c:spPr>
          <c:invertIfNegative val="0"/>
          <c:val>
            <c:numRef>
              <c:f>Sheet1!$A$2:$E$2</c:f>
              <c:numCache>
                <c:formatCode>General</c:formatCode>
                <c:ptCount val="5"/>
                <c:pt idx="1">
                  <c:v>3.67</c:v>
                </c:pt>
                <c:pt idx="2">
                  <c:v>7.33</c:v>
                </c:pt>
                <c:pt idx="3">
                  <c:v>14.67</c:v>
                </c:pt>
                <c:pt idx="4">
                  <c:v>22.0</c:v>
                </c:pt>
              </c:numCache>
            </c:numRef>
          </c:val>
          <c:extLst>
            <c:ext xmlns:c16="http://schemas.microsoft.com/office/drawing/2014/chart" uri="{C3380CC4-5D6E-409C-BE32-E72D297353CC}">
              <c16:uniqueId val="{00000001-1A29-4ACA-9674-FF02E6A8049A}"/>
            </c:ext>
          </c:extLst>
        </c:ser>
        <c:ser>
          <c:idx val="2"/>
          <c:order val="2"/>
          <c:spPr>
            <a:solidFill>
              <a:schemeClr val="accent1"/>
            </a:solidFill>
            <a:ln w="9525" cmpd="sng" algn="ctr">
              <a:solidFill>
                <a:schemeClr val="tx1"/>
              </a:solidFill>
              <a:prstDash val="solid"/>
            </a:ln>
          </c:spPr>
          <c:invertIfNegative val="0"/>
          <c:val>
            <c:numRef>
              <c:f>Sheet1!$A$3:$E$3</c:f>
              <c:numCache>
                <c:formatCode>General</c:formatCode>
                <c:ptCount val="5"/>
                <c:pt idx="1">
                  <c:v>7.87</c:v>
                </c:pt>
                <c:pt idx="2">
                  <c:v>27.55</c:v>
                </c:pt>
                <c:pt idx="3">
                  <c:v>62.97</c:v>
                </c:pt>
                <c:pt idx="4">
                  <c:v>122.0</c:v>
                </c:pt>
              </c:numCache>
            </c:numRef>
          </c:val>
          <c:extLst>
            <c:ext xmlns:c16="http://schemas.microsoft.com/office/drawing/2014/chart" uri="{C3380CC4-5D6E-409C-BE32-E72D297353CC}">
              <c16:uniqueId val="{00000002-1A29-4ACA-9674-FF02E6A8049A}"/>
            </c:ext>
          </c:extLst>
        </c:ser>
        <c:dLbls>
          <c:showLegendKey val="0"/>
          <c:showVal val="0"/>
          <c:showCatName val="0"/>
          <c:showSerName val="0"/>
          <c:showPercent val="0"/>
          <c:showBubbleSize val="0"/>
        </c:dLbls>
        <c:gapWidth val="80"/>
        <c:overlap val="100"/>
        <c:axId val="709861776"/>
        <c:axId val="1"/>
      </c:barChart>
      <c:catAx>
        <c:axId val="709861776"/>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253.52380952380952"/>
          <c:min val="0"/>
        </c:scaling>
        <c:delete val="0"/>
        <c:axPos val="l"/>
        <c:majorGridlines>
          <c:spPr>
            <a:ln>
              <a:noFill/>
            </a:ln>
          </c:spPr>
        </c:majorGridlines>
        <c:numFmt formatCode="General" sourceLinked="1"/>
        <c:majorTickMark val="none"/>
        <c:minorTickMark val="none"/>
        <c:tickLblPos val="none"/>
        <c:spPr>
          <a:ln>
            <a:noFill/>
          </a:ln>
        </c:spPr>
        <c:crossAx val="709861776"/>
        <c:crosses val="min"/>
        <c:crossBetween val="between"/>
      </c:valAx>
    </c:plotArea>
    <c:plotVisOnly val="0"/>
    <c:dispBlanksAs val="gap"/>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4533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3EF8A-641A-47B2-81EC-F79D2BD454A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71793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A5041-FEE7-1C7E-28DE-1F03B1DCD4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A78EF6-2E7D-3259-C9DB-2894F6420CC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1E3648E-6843-FC78-664D-3B57CD018C6A}"/>
              </a:ext>
            </a:extLst>
          </p:cNvPr>
          <p:cNvSpPr>
            <a:spLocks noGrp="1"/>
          </p:cNvSpPr>
          <p:nvPr>
            <p:ph type="body" idx="1"/>
          </p:nvPr>
        </p:nvSpPr>
        <p:spPr/>
        <p:txBody>
          <a:bodyPr/>
          <a:lstStyle/>
          <a:p>
            <a:pPr marL="228600" indent="-228600">
              <a:buAutoNum type="arabicPeriod"/>
            </a:pPr>
            <a:endParaRPr lang="en-GB" sz="950">
              <a:ea typeface="Calibri"/>
              <a:cs typeface="Calibri"/>
            </a:endParaRPr>
          </a:p>
          <a:p>
            <a:pPr marL="228600" indent="-228600">
              <a:buAutoNum type="arabicPeriod"/>
            </a:pPr>
            <a:endParaRPr lang="en-GB" sz="950">
              <a:ea typeface="Calibri"/>
              <a:cs typeface="Calibri"/>
            </a:endParaRPr>
          </a:p>
          <a:p>
            <a:pPr marL="228600" indent="-228600">
              <a:buAutoNum type="arabicPeriod"/>
            </a:pPr>
            <a:r>
              <a:rPr lang="en-GB" sz="950">
                <a:ea typeface="Calibri"/>
                <a:cs typeface="Calibri"/>
              </a:rPr>
              <a:t/>
            </a:r>
            <a:endParaRPr lang="en-GB">
              <a:ea typeface="Calibri"/>
              <a:cs typeface="Calibri"/>
            </a:endParaRPr>
          </a:p>
          <a:p>
            <a:pPr marL="228600" indent="-228600">
              <a:buAutoNum type="arabicPeriod"/>
            </a:pPr>
            <a:r>
              <a:rPr lang="en-GB" sz="950">
                <a:ea typeface="Calibri"/>
                <a:cs typeface="Calibri"/>
              </a:rPr>
              <a:t/>
            </a:r>
          </a:p>
        </p:txBody>
      </p:sp>
      <p:sp>
        <p:nvSpPr>
          <p:cNvPr id="4" name="Slide Number Placeholder 3">
            <a:extLst>
              <a:ext uri="{FF2B5EF4-FFF2-40B4-BE49-F238E27FC236}">
                <a16:creationId xmlns:a16="http://schemas.microsoft.com/office/drawing/2014/main" id="{B103E611-C7FD-C8E5-8520-D2F1A588374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751C510-A34C-B44C-8ABF-36841DE3F03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07417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3E6BD-8626-7BC9-802E-2C76A56BB8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204322-5B86-1F3F-CE84-467B47DBA81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A15694E-F679-3FB1-FE89-C27B504BEBE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9482D37-789C-3D34-4D09-107F8363E69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751C510-A34C-B44C-8ABF-36841DE3F03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71265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3EF8A-641A-47B2-81EC-F79D2BD454A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503633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0CAED-9FDB-3756-5977-1C53F4EF02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231248-188A-5FE8-411A-D30F9CA5E71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20B9DFE-E94B-DD7A-B719-6B4999A0F26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C542AF3-28EF-ED95-085D-1376F0C1C52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3EF8A-641A-47B2-81EC-F79D2BD454A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984820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A7995-E91D-2946-D971-F9952A46C0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D5F23-38D1-6020-1663-C7826705F28F}"/>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F29BE4EE-7A62-9954-3551-C29941B59C0C}"/>
              </a:ext>
            </a:extLst>
          </p:cNvPr>
          <p:cNvSpPr>
            <a:spLocks noGrp="1"/>
          </p:cNvSpPr>
          <p:nvPr>
            <p:ph type="body" idx="1"/>
          </p:nvPr>
        </p:nvSpPr>
        <p:spPr/>
        <p:txBody>
          <a:bodyPr/>
          <a:lstStyle/>
          <a:p>
            <a:pPr marL="171450" indent="-171450">
              <a:buFont typeface="Arial"/>
              <a:buChar char="•"/>
            </a:pPr>
            <a:r>
              <a:rPr lang="en-US" sz="1200"/>
              <a:t>What are the 3–5 KPIs that truly define success in your area?</a:t>
            </a:r>
          </a:p>
          <a:p>
            <a:pPr marL="171450" indent="-171450">
              <a:buFont typeface="Arial"/>
              <a:buChar char="•"/>
            </a:pPr>
            <a:r>
              <a:rPr lang="en-US" sz="1200"/>
              <a:t>How should we measure value beyond cost savings?</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lang="en-US" sz="1200"/>
              <a:t>What does success look like at 6, 12, and 24 months?</a:t>
            </a:r>
          </a:p>
          <a:p>
            <a:pPr marL="171450" indent="-171450">
              <a:buFont typeface="Arial"/>
              <a:buChar char="•"/>
            </a:pPr>
            <a:endParaRPr lang="en-US" sz="1200"/>
          </a:p>
          <a:p>
            <a:endParaRPr lang="en-US"/>
          </a:p>
        </p:txBody>
      </p:sp>
      <p:sp>
        <p:nvSpPr>
          <p:cNvPr id="4" name="Slide Number Placeholder 3">
            <a:extLst>
              <a:ext uri="{FF2B5EF4-FFF2-40B4-BE49-F238E27FC236}">
                <a16:creationId xmlns:a16="http://schemas.microsoft.com/office/drawing/2014/main" id="{FEF66945-ED6E-0CF5-075B-03459E96D11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2E9FDA-CA54-AE46-8DF8-47D86BBBADF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602106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3EF8A-641A-47B2-81EC-F79D2BD454A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491034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svg"/><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0.svg"/><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svg"/><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9.svg"/><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5.xml"/><Relationship Id="rId1" Type="http://schemas.openxmlformats.org/officeDocument/2006/relationships/tags" Target="../tags/tag7.xml"/><Relationship Id="rId4" Type="http://schemas.openxmlformats.org/officeDocument/2006/relationships/image" Target="../media/image16.emf"/></Relationships>
</file>

<file path=ppt/slideLayouts/_rels/slideLayout12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5.xml"/><Relationship Id="rId1" Type="http://schemas.openxmlformats.org/officeDocument/2006/relationships/tags" Target="../tags/tag8.xml"/><Relationship Id="rId4" Type="http://schemas.openxmlformats.org/officeDocument/2006/relationships/image" Target="../media/image15.emf"/></Relationships>
</file>

<file path=ppt/slideLayouts/_rels/slideLayout12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5.xml"/><Relationship Id="rId1" Type="http://schemas.openxmlformats.org/officeDocument/2006/relationships/tags" Target="../tags/tag9.xml"/><Relationship Id="rId4" Type="http://schemas.openxmlformats.org/officeDocument/2006/relationships/image" Target="../media/image15.emf"/></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6.xml"/><Relationship Id="rId1" Type="http://schemas.openxmlformats.org/officeDocument/2006/relationships/tags" Target="../tags/tag11.xml"/><Relationship Id="rId4" Type="http://schemas.openxmlformats.org/officeDocument/2006/relationships/image" Target="../media/image15.emf"/></Relationships>
</file>

<file path=ppt/slideLayouts/_rels/slideLayout12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6.xml"/><Relationship Id="rId1" Type="http://schemas.openxmlformats.org/officeDocument/2006/relationships/tags" Target="../tags/tag12.xml"/><Relationship Id="rId4" Type="http://schemas.openxmlformats.org/officeDocument/2006/relationships/image" Target="../media/image15.emf"/></Relationships>
</file>

<file path=ppt/slideLayouts/_rels/slideLayout12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6.xml"/><Relationship Id="rId1" Type="http://schemas.openxmlformats.org/officeDocument/2006/relationships/tags" Target="../tags/tag13.xml"/><Relationship Id="rId4" Type="http://schemas.openxmlformats.org/officeDocument/2006/relationships/image" Target="../media/image15.emf"/></Relationships>
</file>

<file path=ppt/slideLayouts/_rels/slideLayout13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6.xml"/><Relationship Id="rId1" Type="http://schemas.openxmlformats.org/officeDocument/2006/relationships/tags" Target="../tags/tag14.xml"/><Relationship Id="rId5" Type="http://schemas.openxmlformats.org/officeDocument/2006/relationships/image" Target="../media/image12.png"/><Relationship Id="rId4" Type="http://schemas.openxmlformats.org/officeDocument/2006/relationships/image" Target="../media/image15.emf"/></Relationships>
</file>

<file path=ppt/slideLayouts/_rels/slideLayout13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6.xml"/><Relationship Id="rId1" Type="http://schemas.openxmlformats.org/officeDocument/2006/relationships/tags" Target="../tags/tag15.xml"/><Relationship Id="rId5" Type="http://schemas.openxmlformats.org/officeDocument/2006/relationships/image" Target="../media/image13.png"/><Relationship Id="rId4" Type="http://schemas.openxmlformats.org/officeDocument/2006/relationships/image" Target="../media/image15.emf"/></Relationships>
</file>

<file path=ppt/slideLayouts/_rels/slideLayout13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6.xml"/><Relationship Id="rId1" Type="http://schemas.openxmlformats.org/officeDocument/2006/relationships/tags" Target="../tags/tag16.xml"/><Relationship Id="rId4" Type="http://schemas.openxmlformats.org/officeDocument/2006/relationships/image" Target="../media/image15.emf"/></Relationships>
</file>

<file path=ppt/slideLayouts/_rels/slideLayout13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6.xml"/><Relationship Id="rId1" Type="http://schemas.openxmlformats.org/officeDocument/2006/relationships/tags" Target="../tags/tag17.xml"/><Relationship Id="rId4" Type="http://schemas.openxmlformats.org/officeDocument/2006/relationships/image" Target="../media/image15.emf"/></Relationships>
</file>

<file path=ppt/slideLayouts/_rels/slideLayout13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6.xml"/><Relationship Id="rId1" Type="http://schemas.openxmlformats.org/officeDocument/2006/relationships/tags" Target="../tags/tag18.xml"/><Relationship Id="rId4" Type="http://schemas.openxmlformats.org/officeDocument/2006/relationships/image" Target="../media/image15.emf"/></Relationships>
</file>

<file path=ppt/slideLayouts/_rels/slideLayout135.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6.xml"/><Relationship Id="rId1" Type="http://schemas.openxmlformats.org/officeDocument/2006/relationships/tags" Target="../tags/tag19.xml"/><Relationship Id="rId5" Type="http://schemas.openxmlformats.org/officeDocument/2006/relationships/image" Target="../media/image14.png"/><Relationship Id="rId4" Type="http://schemas.openxmlformats.org/officeDocument/2006/relationships/image" Target="../media/image15.emf"/></Relationships>
</file>

<file path=ppt/slideLayouts/_rels/slideLayout13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6.xml"/><Relationship Id="rId1" Type="http://schemas.openxmlformats.org/officeDocument/2006/relationships/tags" Target="../tags/tag20.xml"/><Relationship Id="rId4" Type="http://schemas.openxmlformats.org/officeDocument/2006/relationships/image" Target="../media/image15.emf"/></Relationships>
</file>

<file path=ppt/slideLayouts/_rels/slideLayout13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6.xml"/><Relationship Id="rId1" Type="http://schemas.openxmlformats.org/officeDocument/2006/relationships/tags" Target="../tags/tag21.xml"/><Relationship Id="rId4" Type="http://schemas.openxmlformats.org/officeDocument/2006/relationships/image" Target="../media/image17.emf"/></Relationships>
</file>

<file path=ppt/slideLayouts/_rels/slideLayout13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6.xml"/><Relationship Id="rId1" Type="http://schemas.openxmlformats.org/officeDocument/2006/relationships/tags" Target="../tags/tag22.xml"/><Relationship Id="rId4" Type="http://schemas.openxmlformats.org/officeDocument/2006/relationships/image" Target="../media/image15.emf"/></Relationships>
</file>

<file path=ppt/slideLayouts/_rels/slideLayout13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6.xml"/><Relationship Id="rId1" Type="http://schemas.openxmlformats.org/officeDocument/2006/relationships/tags" Target="../tags/tag23.xml"/><Relationship Id="rId5" Type="http://schemas.openxmlformats.org/officeDocument/2006/relationships/image" Target="../media/image12.png"/><Relationship Id="rId4" Type="http://schemas.openxmlformats.org/officeDocument/2006/relationships/image" Target="../media/image15.emf"/></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ark">
    <p:bg>
      <p:bgPr>
        <a:solidFill>
          <a:srgbClr val="1F4456"/>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6490" y="2924433"/>
            <a:ext cx="5400000" cy="1532237"/>
          </a:xfrm>
        </p:spPr>
        <p:txBody>
          <a:bodyPr anchor="b"/>
          <a:lstStyle>
            <a:lvl1pPr algn="l">
              <a:defRPr sz="5000">
                <a:solidFill>
                  <a:schemeClr val="bg1"/>
                </a:solidFill>
              </a:defRPr>
            </a:lvl1pPr>
          </a:lstStyle>
          <a:p>
            <a:r>
              <a:rPr lang="en-GB"/>
              <a:t>Presentation</a:t>
            </a:r>
            <a:br>
              <a:rPr lang="en-GB"/>
            </a:br>
            <a:r>
              <a:rPr lang="en-GB"/>
              <a:t>Title</a:t>
            </a:r>
            <a:endParaRPr lang="en-US"/>
          </a:p>
        </p:txBody>
      </p:sp>
      <p:sp>
        <p:nvSpPr>
          <p:cNvPr id="3" name="Subtitle 2"/>
          <p:cNvSpPr>
            <a:spLocks noGrp="1"/>
          </p:cNvSpPr>
          <p:nvPr>
            <p:ph type="subTitle" idx="1" hasCustomPrompt="1"/>
          </p:nvPr>
        </p:nvSpPr>
        <p:spPr>
          <a:xfrm>
            <a:off x="526490" y="4554666"/>
            <a:ext cx="5400000" cy="346848"/>
          </a:xfrm>
        </p:spPr>
        <p:txBody>
          <a:bodyPr/>
          <a:lstStyle>
            <a:lvl1pPr marL="0" indent="0" algn="l">
              <a:buNone/>
              <a:defRPr sz="950" cap="all" spc="5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Month year</a:t>
            </a:r>
            <a:endParaRPr lang="en-US"/>
          </a:p>
        </p:txBody>
      </p:sp>
      <p:pic>
        <p:nvPicPr>
          <p:cNvPr id="12" name="Graphic 11">
            <a:extLst>
              <a:ext uri="{FF2B5EF4-FFF2-40B4-BE49-F238E27FC236}">
                <a16:creationId xmlns:a16="http://schemas.microsoft.com/office/drawing/2014/main" id="{EF7EAAEA-1A6A-9D72-9ECE-4DA8DD2C60D2}"/>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4"/>
            <a:ext cx="3258000" cy="261176"/>
          </a:xfrm>
          <a:prstGeom prst="rect">
            <a:avLst/>
          </a:prstGeom>
        </p:spPr>
      </p:pic>
      <p:pic>
        <p:nvPicPr>
          <p:cNvPr id="15" name="Graphic 14">
            <a:extLst>
              <a:ext uri="{FF2B5EF4-FFF2-40B4-BE49-F238E27FC236}">
                <a16:creationId xmlns:a16="http://schemas.microsoft.com/office/drawing/2014/main" id="{5F9BDF4C-6A1D-134B-C022-C72A73E8CC95}"/>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526490" y="6139432"/>
            <a:ext cx="1332000" cy="240852"/>
          </a:xfrm>
          <a:prstGeom prst="rect">
            <a:avLst/>
          </a:prstGeom>
        </p:spPr>
      </p:pic>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96000" y="476284"/>
            <a:ext cx="5616000" cy="5904000"/>
          </a:xfrm>
          <a:solidFill>
            <a:schemeClr val="bg1">
              <a:lumMod val="85000"/>
            </a:schemeClr>
          </a:solidFill>
        </p:spPr>
        <p:txBody>
          <a:bodyPr/>
          <a:lstStyle/>
          <a:p>
            <a:endParaRPr lang="en-US"/>
          </a:p>
        </p:txBody>
      </p:sp>
    </p:spTree>
    <p:extLst>
      <p:ext uri="{BB962C8B-B14F-4D97-AF65-F5344CB8AC3E}">
        <p14:creationId xmlns:p14="http://schemas.microsoft.com/office/powerpoint/2010/main" val="23005297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Ligh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6490" y="2924433"/>
            <a:ext cx="5400000" cy="1532237"/>
          </a:xfrm>
        </p:spPr>
        <p:txBody>
          <a:bodyPr anchor="b"/>
          <a:lstStyle>
            <a:lvl1pPr algn="l">
              <a:defRPr sz="5000">
                <a:solidFill>
                  <a:schemeClr val="tx1"/>
                </a:solidFill>
              </a:defRPr>
            </a:lvl1pPr>
          </a:lstStyle>
          <a:p>
            <a:r>
              <a:rPr lang="en-GB"/>
              <a:t>Presentation</a:t>
            </a:r>
            <a:br>
              <a:rPr lang="en-GB"/>
            </a:br>
            <a:r>
              <a:rPr lang="en-GB"/>
              <a:t>Title</a:t>
            </a:r>
            <a:endParaRPr lang="en-US"/>
          </a:p>
        </p:txBody>
      </p:sp>
      <p:sp>
        <p:nvSpPr>
          <p:cNvPr id="3" name="Subtitle 2"/>
          <p:cNvSpPr>
            <a:spLocks noGrp="1"/>
          </p:cNvSpPr>
          <p:nvPr>
            <p:ph type="subTitle" idx="1" hasCustomPrompt="1"/>
          </p:nvPr>
        </p:nvSpPr>
        <p:spPr>
          <a:xfrm>
            <a:off x="526490" y="4554666"/>
            <a:ext cx="5400000" cy="346848"/>
          </a:xfrm>
        </p:spPr>
        <p:txBody>
          <a:bodyPr/>
          <a:lstStyle>
            <a:lvl1pPr marL="0" indent="0" algn="l">
              <a:buNone/>
              <a:defRPr sz="950" cap="all" spc="5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Month year</a:t>
            </a:r>
            <a:endParaRPr lang="en-US"/>
          </a:p>
        </p:txBody>
      </p:sp>
      <p:pic>
        <p:nvPicPr>
          <p:cNvPr id="12" name="Graphic 11">
            <a:extLst>
              <a:ext uri="{FF2B5EF4-FFF2-40B4-BE49-F238E27FC236}">
                <a16:creationId xmlns:a16="http://schemas.microsoft.com/office/drawing/2014/main" id="{EF7EAAEA-1A6A-9D72-9ECE-4DA8DD2C60D2}"/>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4"/>
            <a:ext cx="3258000" cy="261176"/>
          </a:xfrm>
          <a:prstGeom prst="rect">
            <a:avLst/>
          </a:prstGeom>
        </p:spPr>
      </p:pic>
      <p:pic>
        <p:nvPicPr>
          <p:cNvPr id="15" name="Graphic 14">
            <a:extLst>
              <a:ext uri="{FF2B5EF4-FFF2-40B4-BE49-F238E27FC236}">
                <a16:creationId xmlns:a16="http://schemas.microsoft.com/office/drawing/2014/main" id="{5F9BDF4C-6A1D-134B-C022-C72A73E8CC95}"/>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526490" y="6139432"/>
            <a:ext cx="1332000" cy="240852"/>
          </a:xfrm>
          <a:prstGeom prst="rect">
            <a:avLst/>
          </a:prstGeom>
        </p:spPr>
      </p:pic>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96000" y="476284"/>
            <a:ext cx="5616000" cy="5904000"/>
          </a:xfrm>
          <a:solidFill>
            <a:schemeClr val="bg1">
              <a:lumMod val="85000"/>
            </a:schemeClr>
          </a:solidFill>
        </p:spPr>
        <p:txBody>
          <a:bodyPr/>
          <a:lstStyle/>
          <a:p>
            <a:endParaRPr lang="en-US"/>
          </a:p>
        </p:txBody>
      </p:sp>
    </p:spTree>
    <p:extLst>
      <p:ext uri="{BB962C8B-B14F-4D97-AF65-F5344CB8AC3E}">
        <p14:creationId xmlns:p14="http://schemas.microsoft.com/office/powerpoint/2010/main" val="3389143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1655" y="476251"/>
            <a:ext cx="11134408" cy="900000"/>
          </a:xfrm>
        </p:spPr>
        <p:txBody>
          <a:bodyPr anchor="b"/>
          <a:lstStyle>
            <a:lvl1pPr algn="ctr">
              <a:defRPr sz="5000">
                <a:solidFill>
                  <a:schemeClr val="bg1"/>
                </a:solidFill>
              </a:defRPr>
            </a:lvl1pPr>
          </a:lstStyle>
          <a:p>
            <a:r>
              <a:rPr lang="en-GB"/>
              <a:t>Section Divider</a:t>
            </a:r>
            <a:endParaRPr lang="en-US"/>
          </a:p>
        </p:txBody>
      </p:sp>
      <p:sp>
        <p:nvSpPr>
          <p:cNvPr id="3" name="Text Placeholder 2"/>
          <p:cNvSpPr>
            <a:spLocks noGrp="1"/>
          </p:cNvSpPr>
          <p:nvPr>
            <p:ph type="body" idx="1" hasCustomPrompt="1"/>
          </p:nvPr>
        </p:nvSpPr>
        <p:spPr>
          <a:xfrm>
            <a:off x="541655" y="5335929"/>
            <a:ext cx="11134408" cy="1027728"/>
          </a:xfrm>
        </p:spPr>
        <p:txBody>
          <a:bodyPr/>
          <a:lstStyle>
            <a:lvl1pPr marL="0" indent="0" algn="ctr">
              <a:buNone/>
              <a:defRPr sz="5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Window Image</a:t>
            </a:r>
          </a:p>
        </p:txBody>
      </p:sp>
      <p:sp>
        <p:nvSpPr>
          <p:cNvPr id="5" name="Footer Placeholder 4"/>
          <p:cNvSpPr>
            <a:spLocks noGrp="1"/>
          </p:cNvSpPr>
          <p:nvPr>
            <p:ph type="ftr" sz="quarter" idx="11"/>
          </p:nvPr>
        </p:nvSpPr>
        <p:spPr>
          <a:xfrm>
            <a:off x="541655" y="6397792"/>
            <a:ext cx="5554345" cy="432000"/>
          </a:xfrm>
        </p:spPr>
        <p:txBody>
          <a:bodyPr/>
          <a:lstStyle>
            <a:lvl1pPr>
              <a:defRPr>
                <a:solidFill>
                  <a:schemeClr val="bg1"/>
                </a:solidFill>
              </a:defRPr>
            </a:lvl1pPr>
          </a:lstStyle>
          <a:p>
            <a:r>
              <a:rPr lang="en-US"/>
              <a:t>Document title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1944547" y="1527858"/>
            <a:ext cx="8287473" cy="3773936"/>
          </a:xfrm>
          <a:solidFill>
            <a:schemeClr val="bg1">
              <a:lumMod val="85000"/>
            </a:schemeClr>
          </a:solidFill>
        </p:spPr>
        <p:txBody>
          <a:bodyPr/>
          <a:lstStyle/>
          <a:p>
            <a:endParaRPr lang="en-US"/>
          </a:p>
        </p:txBody>
      </p:sp>
    </p:spTree>
    <p:extLst>
      <p:ext uri="{BB962C8B-B14F-4D97-AF65-F5344CB8AC3E}">
        <p14:creationId xmlns:p14="http://schemas.microsoft.com/office/powerpoint/2010/main" val="1343708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Section Divider">
    <p:bg>
      <p:bgPr>
        <a:solidFill>
          <a:schemeClr val="tx2"/>
        </a:solidFill>
        <a:effectLst/>
      </p:bgPr>
    </p:bg>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0" y="0"/>
            <a:ext cx="12204000" cy="6861568"/>
          </a:xfrm>
          <a:solidFill>
            <a:schemeClr val="bg1">
              <a:lumMod val="75000"/>
            </a:schemeClr>
          </a:solidFill>
        </p:spPr>
        <p:txBody>
          <a:bodyPr/>
          <a:lstStyle/>
          <a:p>
            <a:endParaRPr lang="en-US"/>
          </a:p>
        </p:txBody>
      </p:sp>
      <p:sp>
        <p:nvSpPr>
          <p:cNvPr id="2" name="Title 1"/>
          <p:cNvSpPr>
            <a:spLocks noGrp="1"/>
          </p:cNvSpPr>
          <p:nvPr>
            <p:ph type="title" hasCustomPrompt="1"/>
          </p:nvPr>
        </p:nvSpPr>
        <p:spPr>
          <a:xfrm>
            <a:off x="534796" y="1268413"/>
            <a:ext cx="11134408" cy="2886898"/>
          </a:xfrm>
        </p:spPr>
        <p:txBody>
          <a:bodyPr anchor="b"/>
          <a:lstStyle>
            <a:lvl1pPr algn="ctr">
              <a:defRPr sz="4800">
                <a:solidFill>
                  <a:schemeClr val="bg1"/>
                </a:solidFill>
              </a:defRPr>
            </a:lvl1pPr>
          </a:lstStyle>
          <a:p>
            <a:r>
              <a:rPr lang="en-GB"/>
              <a:t>Section Divider </a:t>
            </a:r>
            <a:br>
              <a:rPr lang="en-GB"/>
            </a:br>
            <a:r>
              <a:rPr lang="en-GB"/>
              <a:t>Full Screen Image</a:t>
            </a:r>
            <a:endParaRPr lang="en-US"/>
          </a:p>
        </p:txBody>
      </p:sp>
      <p:sp>
        <p:nvSpPr>
          <p:cNvPr id="5" name="Footer Placeholder 4"/>
          <p:cNvSpPr>
            <a:spLocks noGrp="1"/>
          </p:cNvSpPr>
          <p:nvPr>
            <p:ph type="ftr" sz="quarter" idx="11"/>
          </p:nvPr>
        </p:nvSpPr>
        <p:spPr>
          <a:xfrm>
            <a:off x="541655" y="6397792"/>
            <a:ext cx="5554345" cy="432000"/>
          </a:xfrm>
        </p:spPr>
        <p:txBody>
          <a:bodyPr/>
          <a:lstStyle>
            <a:lvl1pPr>
              <a:defRPr>
                <a:solidFill>
                  <a:schemeClr val="bg1"/>
                </a:solidFill>
              </a:defRPr>
            </a:lvl1pPr>
          </a:lstStyle>
          <a:p>
            <a:r>
              <a:rPr lang="en-US"/>
              <a:t>Document title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pic>
        <p:nvPicPr>
          <p:cNvPr id="3" name="Graphic 2">
            <a:extLst>
              <a:ext uri="{FF2B5EF4-FFF2-40B4-BE49-F238E27FC236}">
                <a16:creationId xmlns:a16="http://schemas.microsoft.com/office/drawing/2014/main" id="{5ACC2F41-D964-4B4C-4A7D-C4DCECC5827E}"/>
              </a:ext>
            </a:extLst>
          </p:cNvPr>
          <p:cNvPicPr>
            <a:picLocks noChangeAspect="1"/>
          </p:cNvPicPr>
          <p:nvPr userDrawn="1"/>
        </p:nvPicPr>
        <p:blipFill>
          <a:blip>
            <a:extLst>
              <a:ext uri="{96DAC541-7B7A-43D3-8B79-37D633B846F1}">
                <asvg:svgBlip xmlns:asvg="http://schemas.microsoft.com/office/drawing/2016/SVG/main" r:embed="rId3"/>
              </a:ext>
            </a:extLst>
          </a:blip>
          <a:srcRect l="8903" t="40386" r="9168" b="30574"/>
          <a:stretch>
            <a:fillRect/>
          </a:stretch>
        </p:blipFill>
        <p:spPr>
          <a:xfrm>
            <a:off x="526490" y="476285"/>
            <a:ext cx="1440000" cy="115433"/>
          </a:xfrm>
          <a:prstGeom prst="rect">
            <a:avLst/>
          </a:prstGeom>
        </p:spPr>
      </p:pic>
    </p:spTree>
    <p:extLst>
      <p:ext uri="{BB962C8B-B14F-4D97-AF65-F5344CB8AC3E}">
        <p14:creationId xmlns:p14="http://schemas.microsoft.com/office/powerpoint/2010/main" val="2159012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Slide x 2 Images">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791789" y="1644982"/>
            <a:ext cx="4895850" cy="1440000"/>
          </a:xfrm>
        </p:spPr>
        <p:txBody>
          <a:bodyPr/>
          <a:lstStyle/>
          <a:p>
            <a:r>
              <a:rPr lang="en-GB"/>
              <a:t>Content slide</a:t>
            </a:r>
            <a:br>
              <a:rPr lang="en-GB"/>
            </a:br>
            <a:r>
              <a:rPr lang="en-GB"/>
              <a:t>- 2 images</a:t>
            </a:r>
            <a:endParaRPr lang="en-US"/>
          </a:p>
        </p:txBody>
      </p:sp>
      <p:sp>
        <p:nvSpPr>
          <p:cNvPr id="5" name="Footer Placeholder 4"/>
          <p:cNvSpPr>
            <a:spLocks noGrp="1"/>
          </p:cNvSpPr>
          <p:nvPr>
            <p:ph type="ftr" sz="quarter" idx="11"/>
          </p:nvPr>
        </p:nvSpPr>
        <p:spPr>
          <a:xfrm>
            <a:off x="541655" y="6397240"/>
            <a:ext cx="5554345" cy="432000"/>
          </a:xfrm>
        </p:spPr>
        <p:txBody>
          <a:bodyPr/>
          <a:lstStyle/>
          <a:p>
            <a:r>
              <a:rPr lang="en-US"/>
              <a:t>Document title</a:t>
            </a:r>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791789" y="476250"/>
            <a:ext cx="4874184"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7" name="Picture Placeholder 16">
            <a:extLst>
              <a:ext uri="{FF2B5EF4-FFF2-40B4-BE49-F238E27FC236}">
                <a16:creationId xmlns:a16="http://schemas.microsoft.com/office/drawing/2014/main" id="{229710FD-8A45-2431-D079-EA74DA120F85}"/>
              </a:ext>
            </a:extLst>
          </p:cNvPr>
          <p:cNvSpPr>
            <a:spLocks noGrp="1"/>
          </p:cNvSpPr>
          <p:nvPr>
            <p:ph type="pic" sz="quarter" idx="14"/>
          </p:nvPr>
        </p:nvSpPr>
        <p:spPr>
          <a:xfrm>
            <a:off x="1033611" y="1780549"/>
            <a:ext cx="2520000" cy="3564000"/>
          </a:xfrm>
          <a:solidFill>
            <a:schemeClr val="bg1">
              <a:lumMod val="85000"/>
            </a:schemeClr>
          </a:solidFill>
        </p:spPr>
        <p:txBody>
          <a:bodyPr/>
          <a:lstStyle/>
          <a:p>
            <a:endParaRPr lang="en-US"/>
          </a:p>
        </p:txBody>
      </p:sp>
      <p:sp>
        <p:nvSpPr>
          <p:cNvPr id="18" name="Picture Placeholder 16">
            <a:extLst>
              <a:ext uri="{FF2B5EF4-FFF2-40B4-BE49-F238E27FC236}">
                <a16:creationId xmlns:a16="http://schemas.microsoft.com/office/drawing/2014/main" id="{7EAFD47E-3100-474E-D984-924BEA08459E}"/>
              </a:ext>
            </a:extLst>
          </p:cNvPr>
          <p:cNvSpPr>
            <a:spLocks noGrp="1"/>
          </p:cNvSpPr>
          <p:nvPr>
            <p:ph type="pic" sz="quarter" idx="15"/>
          </p:nvPr>
        </p:nvSpPr>
        <p:spPr>
          <a:xfrm>
            <a:off x="3685746" y="770794"/>
            <a:ext cx="2124000" cy="2700000"/>
          </a:xfrm>
          <a:solidFill>
            <a:schemeClr val="bg1">
              <a:lumMod val="85000"/>
            </a:schemeClr>
          </a:solidFill>
        </p:spPr>
        <p:txBody>
          <a:bodyPr/>
          <a:lstStyle/>
          <a:p>
            <a:endParaRPr lang="en-US"/>
          </a:p>
        </p:txBody>
      </p:sp>
      <p:sp>
        <p:nvSpPr>
          <p:cNvPr id="22" name="Text Placeholder 21">
            <a:extLst>
              <a:ext uri="{FF2B5EF4-FFF2-40B4-BE49-F238E27FC236}">
                <a16:creationId xmlns:a16="http://schemas.microsoft.com/office/drawing/2014/main" id="{EE470DD9-C1CC-3B38-6B1B-63618244468F}"/>
              </a:ext>
            </a:extLst>
          </p:cNvPr>
          <p:cNvSpPr>
            <a:spLocks noGrp="1"/>
          </p:cNvSpPr>
          <p:nvPr>
            <p:ph type="body" sz="quarter" idx="16"/>
          </p:nvPr>
        </p:nvSpPr>
        <p:spPr>
          <a:xfrm>
            <a:off x="6791789" y="3435917"/>
            <a:ext cx="4884737" cy="2514033"/>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706013978"/>
      </p:ext>
    </p:extLst>
  </p:cSld>
  <p:clrMapOvr>
    <a:masterClrMapping/>
  </p:clrMapOvr>
  <p:extLst>
    <p:ext uri="{DCECCB84-F9BA-43D5-87BE-67443E8EF086}">
      <p15:sldGuideLst xmlns:p15="http://schemas.microsoft.com/office/powerpoint/2012/main">
        <p15:guide id="1" pos="427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2125909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500"/>
            <a:ext cx="2520000" cy="360045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674C7096-C45A-30E5-B074-F9A71AEC6EDA}"/>
              </a:ext>
            </a:extLst>
          </p:cNvPr>
          <p:cNvSpPr>
            <a:spLocks noGrp="1"/>
          </p:cNvSpPr>
          <p:nvPr>
            <p:ph type="body" sz="quarter" idx="17" hasCustomPrompt="1"/>
          </p:nvPr>
        </p:nvSpPr>
        <p:spPr>
          <a:xfrm>
            <a:off x="3318827" y="2349500"/>
            <a:ext cx="8352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 </a:t>
            </a:r>
            <a:endParaRPr lang="en-US"/>
          </a:p>
        </p:txBody>
      </p:sp>
    </p:spTree>
    <p:extLst>
      <p:ext uri="{BB962C8B-B14F-4D97-AF65-F5344CB8AC3E}">
        <p14:creationId xmlns:p14="http://schemas.microsoft.com/office/powerpoint/2010/main" val="21844381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x 2 column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500"/>
            <a:ext cx="2520000" cy="360045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3299636" y="2349500"/>
            <a:ext cx="406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6" name="Text Placeholder 21">
            <a:extLst>
              <a:ext uri="{FF2B5EF4-FFF2-40B4-BE49-F238E27FC236}">
                <a16:creationId xmlns:a16="http://schemas.microsoft.com/office/drawing/2014/main" id="{FEE36CB7-E97C-CC07-F8A5-6FBAEC33F6E9}"/>
              </a:ext>
            </a:extLst>
          </p:cNvPr>
          <p:cNvSpPr>
            <a:spLocks noGrp="1"/>
          </p:cNvSpPr>
          <p:nvPr>
            <p:ph type="body" sz="quarter" idx="18" hasCustomPrompt="1"/>
          </p:nvPr>
        </p:nvSpPr>
        <p:spPr>
          <a:xfrm>
            <a:off x="7619760" y="2349500"/>
            <a:ext cx="406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Tree>
    <p:extLst>
      <p:ext uri="{BB962C8B-B14F-4D97-AF65-F5344CB8AC3E}">
        <p14:creationId xmlns:p14="http://schemas.microsoft.com/office/powerpoint/2010/main" val="2533757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x 3 column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050"/>
            <a:ext cx="2520000" cy="360000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3292016"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2" name="Text Placeholder 21">
            <a:extLst>
              <a:ext uri="{FF2B5EF4-FFF2-40B4-BE49-F238E27FC236}">
                <a16:creationId xmlns:a16="http://schemas.microsoft.com/office/drawing/2014/main" id="{F249BC02-4B69-FE1F-6A2C-6F131B54748A}"/>
              </a:ext>
            </a:extLst>
          </p:cNvPr>
          <p:cNvSpPr>
            <a:spLocks noGrp="1"/>
          </p:cNvSpPr>
          <p:nvPr>
            <p:ph type="body" sz="quarter" idx="18" hasCustomPrompt="1"/>
          </p:nvPr>
        </p:nvSpPr>
        <p:spPr>
          <a:xfrm>
            <a:off x="6164520"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3" name="Text Placeholder 21">
            <a:extLst>
              <a:ext uri="{FF2B5EF4-FFF2-40B4-BE49-F238E27FC236}">
                <a16:creationId xmlns:a16="http://schemas.microsoft.com/office/drawing/2014/main" id="{3E5D4F1E-F300-D3BD-7B02-632FF8997134}"/>
              </a:ext>
            </a:extLst>
          </p:cNvPr>
          <p:cNvSpPr>
            <a:spLocks noGrp="1"/>
          </p:cNvSpPr>
          <p:nvPr>
            <p:ph type="body" sz="quarter" idx="19" hasCustomPrompt="1"/>
          </p:nvPr>
        </p:nvSpPr>
        <p:spPr>
          <a:xfrm>
            <a:off x="9037023"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Tree>
    <p:extLst>
      <p:ext uri="{BB962C8B-B14F-4D97-AF65-F5344CB8AC3E}">
        <p14:creationId xmlns:p14="http://schemas.microsoft.com/office/powerpoint/2010/main" val="1635682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98217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Ligh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6490" y="2924433"/>
            <a:ext cx="5400000" cy="1532237"/>
          </a:xfrm>
        </p:spPr>
        <p:txBody>
          <a:bodyPr anchor="b"/>
          <a:lstStyle>
            <a:lvl1pPr algn="l">
              <a:defRPr sz="5000">
                <a:solidFill>
                  <a:schemeClr val="tx1"/>
                </a:solidFill>
              </a:defRPr>
            </a:lvl1pPr>
          </a:lstStyle>
          <a:p>
            <a:r>
              <a:rPr lang="en-GB"/>
              <a:t>Presentation</a:t>
            </a:r>
            <a:br>
              <a:rPr lang="en-GB"/>
            </a:br>
            <a:r>
              <a:rPr lang="en-GB"/>
              <a:t>Title</a:t>
            </a:r>
            <a:endParaRPr lang="en-US"/>
          </a:p>
        </p:txBody>
      </p:sp>
      <p:sp>
        <p:nvSpPr>
          <p:cNvPr id="3" name="Subtitle 2"/>
          <p:cNvSpPr>
            <a:spLocks noGrp="1"/>
          </p:cNvSpPr>
          <p:nvPr>
            <p:ph type="subTitle" idx="1" hasCustomPrompt="1"/>
          </p:nvPr>
        </p:nvSpPr>
        <p:spPr>
          <a:xfrm>
            <a:off x="526490" y="4554666"/>
            <a:ext cx="5400000" cy="346848"/>
          </a:xfrm>
        </p:spPr>
        <p:txBody>
          <a:bodyPr/>
          <a:lstStyle>
            <a:lvl1pPr marL="0" indent="0" algn="l">
              <a:buNone/>
              <a:defRPr sz="950" cap="all" spc="5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Month year</a:t>
            </a:r>
            <a:endParaRPr lang="en-US"/>
          </a:p>
        </p:txBody>
      </p:sp>
      <p:pic>
        <p:nvPicPr>
          <p:cNvPr id="12" name="Graphic 11">
            <a:extLst>
              <a:ext uri="{FF2B5EF4-FFF2-40B4-BE49-F238E27FC236}">
                <a16:creationId xmlns:a16="http://schemas.microsoft.com/office/drawing/2014/main" id="{EF7EAAEA-1A6A-9D72-9ECE-4DA8DD2C60D2}"/>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4"/>
            <a:ext cx="3258000" cy="261176"/>
          </a:xfrm>
          <a:prstGeom prst="rect">
            <a:avLst/>
          </a:prstGeom>
        </p:spPr>
      </p:pic>
      <p:pic>
        <p:nvPicPr>
          <p:cNvPr id="15" name="Graphic 14">
            <a:extLst>
              <a:ext uri="{FF2B5EF4-FFF2-40B4-BE49-F238E27FC236}">
                <a16:creationId xmlns:a16="http://schemas.microsoft.com/office/drawing/2014/main" id="{5F9BDF4C-6A1D-134B-C022-C72A73E8CC95}"/>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526490" y="6139432"/>
            <a:ext cx="1332000" cy="240852"/>
          </a:xfrm>
          <a:prstGeom prst="rect">
            <a:avLst/>
          </a:prstGeom>
        </p:spPr>
      </p:pic>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96000" y="476284"/>
            <a:ext cx="5616000" cy="5904000"/>
          </a:xfrm>
          <a:solidFill>
            <a:schemeClr val="bg1">
              <a:lumMod val="85000"/>
            </a:schemeClr>
          </a:solidFill>
        </p:spPr>
        <p:txBody>
          <a:bodyPr/>
          <a:lstStyle/>
          <a:p>
            <a:endParaRPr lang="en-US"/>
          </a:p>
        </p:txBody>
      </p:sp>
    </p:spTree>
    <p:extLst>
      <p:ext uri="{BB962C8B-B14F-4D97-AF65-F5344CB8AC3E}">
        <p14:creationId xmlns:p14="http://schemas.microsoft.com/office/powerpoint/2010/main" val="5934364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Dark">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6490" y="2924433"/>
            <a:ext cx="5400000" cy="1532237"/>
          </a:xfrm>
        </p:spPr>
        <p:txBody>
          <a:bodyPr anchor="b"/>
          <a:lstStyle>
            <a:lvl1pPr algn="l">
              <a:defRPr sz="5000">
                <a:solidFill>
                  <a:schemeClr val="bg1"/>
                </a:solidFill>
              </a:defRPr>
            </a:lvl1pPr>
          </a:lstStyle>
          <a:p>
            <a:r>
              <a:rPr lang="en-GB"/>
              <a:t>Presentation</a:t>
            </a:r>
            <a:br>
              <a:rPr lang="en-GB"/>
            </a:br>
            <a:r>
              <a:rPr lang="en-GB"/>
              <a:t>Title</a:t>
            </a:r>
            <a:endParaRPr lang="en-US"/>
          </a:p>
        </p:txBody>
      </p:sp>
      <p:sp>
        <p:nvSpPr>
          <p:cNvPr id="3" name="Subtitle 2"/>
          <p:cNvSpPr>
            <a:spLocks noGrp="1"/>
          </p:cNvSpPr>
          <p:nvPr>
            <p:ph type="subTitle" idx="1" hasCustomPrompt="1"/>
          </p:nvPr>
        </p:nvSpPr>
        <p:spPr>
          <a:xfrm>
            <a:off x="526490" y="4554666"/>
            <a:ext cx="5400000" cy="346848"/>
          </a:xfrm>
        </p:spPr>
        <p:txBody>
          <a:bodyPr/>
          <a:lstStyle>
            <a:lvl1pPr marL="0" indent="0" algn="l">
              <a:buNone/>
              <a:defRPr sz="950" cap="all" spc="5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Month year</a:t>
            </a:r>
            <a:endParaRPr lang="en-US"/>
          </a:p>
        </p:txBody>
      </p:sp>
      <p:pic>
        <p:nvPicPr>
          <p:cNvPr id="12" name="Graphic 11">
            <a:extLst>
              <a:ext uri="{FF2B5EF4-FFF2-40B4-BE49-F238E27FC236}">
                <a16:creationId xmlns:a16="http://schemas.microsoft.com/office/drawing/2014/main" id="{EF7EAAEA-1A6A-9D72-9ECE-4DA8DD2C60D2}"/>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4"/>
            <a:ext cx="3258000" cy="261176"/>
          </a:xfrm>
          <a:prstGeom prst="rect">
            <a:avLst/>
          </a:prstGeom>
        </p:spPr>
      </p:pic>
      <p:pic>
        <p:nvPicPr>
          <p:cNvPr id="15" name="Graphic 14">
            <a:extLst>
              <a:ext uri="{FF2B5EF4-FFF2-40B4-BE49-F238E27FC236}">
                <a16:creationId xmlns:a16="http://schemas.microsoft.com/office/drawing/2014/main" id="{5F9BDF4C-6A1D-134B-C022-C72A73E8CC95}"/>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526490" y="6139432"/>
            <a:ext cx="1332000" cy="240852"/>
          </a:xfrm>
          <a:prstGeom prst="rect">
            <a:avLst/>
          </a:prstGeom>
        </p:spPr>
      </p:pic>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96000" y="476284"/>
            <a:ext cx="5616000" cy="5904000"/>
          </a:xfrm>
          <a:solidFill>
            <a:schemeClr val="bg1">
              <a:lumMod val="85000"/>
            </a:schemeClr>
          </a:solidFill>
        </p:spPr>
        <p:txBody>
          <a:bodyPr/>
          <a:lstStyle/>
          <a:p>
            <a:endParaRPr lang="en-US"/>
          </a:p>
        </p:txBody>
      </p:sp>
    </p:spTree>
    <p:extLst>
      <p:ext uri="{BB962C8B-B14F-4D97-AF65-F5344CB8AC3E}">
        <p14:creationId xmlns:p14="http://schemas.microsoft.com/office/powerpoint/2010/main" val="2144754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s Slid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0765F987-6611-5826-05EC-B9A37AE389BC}"/>
              </a:ext>
            </a:extLst>
          </p:cNvPr>
          <p:cNvSpPr>
            <a:spLocks noGrp="1"/>
          </p:cNvSpPr>
          <p:nvPr>
            <p:ph type="body" sz="quarter" idx="14" hasCustomPrompt="1"/>
          </p:nvPr>
        </p:nvSpPr>
        <p:spPr>
          <a:xfrm>
            <a:off x="4441751" y="1247730"/>
            <a:ext cx="1335088" cy="849313"/>
          </a:xfrm>
        </p:spPr>
        <p:txBody>
          <a:bodyPr/>
          <a:lstStyle>
            <a:lvl1pPr marL="0" indent="0">
              <a:spcAft>
                <a:spcPts val="0"/>
              </a:spcAft>
              <a:buNone/>
              <a:defRPr sz="4000">
                <a:solidFill>
                  <a:schemeClr val="accent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01</a:t>
            </a:r>
            <a:endParaRPr lang="en-US"/>
          </a:p>
        </p:txBody>
      </p:sp>
      <p:sp>
        <p:nvSpPr>
          <p:cNvPr id="39" name="Text Placeholder 37">
            <a:extLst>
              <a:ext uri="{FF2B5EF4-FFF2-40B4-BE49-F238E27FC236}">
                <a16:creationId xmlns:a16="http://schemas.microsoft.com/office/drawing/2014/main" id="{F0D027BF-1B85-18F5-4135-81DDF44A9311}"/>
              </a:ext>
            </a:extLst>
          </p:cNvPr>
          <p:cNvSpPr>
            <a:spLocks noGrp="1"/>
          </p:cNvSpPr>
          <p:nvPr>
            <p:ph type="body" sz="quarter" idx="15" hasCustomPrompt="1"/>
          </p:nvPr>
        </p:nvSpPr>
        <p:spPr>
          <a:xfrm>
            <a:off x="4441751" y="2103604"/>
            <a:ext cx="1335088" cy="849313"/>
          </a:xfrm>
        </p:spPr>
        <p:txBody>
          <a:bodyPr/>
          <a:lstStyle>
            <a:lvl1pPr marL="0" indent="0">
              <a:spcAft>
                <a:spcPts val="0"/>
              </a:spcAft>
              <a:buNone/>
              <a:defRPr sz="4000">
                <a:solidFill>
                  <a:schemeClr val="accent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02</a:t>
            </a:r>
            <a:endParaRPr lang="en-US"/>
          </a:p>
        </p:txBody>
      </p:sp>
      <p:sp>
        <p:nvSpPr>
          <p:cNvPr id="40" name="Text Placeholder 37">
            <a:extLst>
              <a:ext uri="{FF2B5EF4-FFF2-40B4-BE49-F238E27FC236}">
                <a16:creationId xmlns:a16="http://schemas.microsoft.com/office/drawing/2014/main" id="{6EF20232-C0CB-6031-2BA3-649EAF84AC6A}"/>
              </a:ext>
            </a:extLst>
          </p:cNvPr>
          <p:cNvSpPr>
            <a:spLocks noGrp="1"/>
          </p:cNvSpPr>
          <p:nvPr>
            <p:ph type="body" sz="quarter" idx="16" hasCustomPrompt="1"/>
          </p:nvPr>
        </p:nvSpPr>
        <p:spPr>
          <a:xfrm>
            <a:off x="4441751" y="2959478"/>
            <a:ext cx="1335088" cy="849313"/>
          </a:xfrm>
        </p:spPr>
        <p:txBody>
          <a:bodyPr/>
          <a:lstStyle>
            <a:lvl1pPr marL="0" indent="0">
              <a:spcAft>
                <a:spcPts val="0"/>
              </a:spcAft>
              <a:buNone/>
              <a:defRPr sz="4000">
                <a:solidFill>
                  <a:schemeClr val="accent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03</a:t>
            </a:r>
            <a:endParaRPr lang="en-US"/>
          </a:p>
        </p:txBody>
      </p:sp>
      <p:sp>
        <p:nvSpPr>
          <p:cNvPr id="42" name="Text Placeholder 37">
            <a:extLst>
              <a:ext uri="{FF2B5EF4-FFF2-40B4-BE49-F238E27FC236}">
                <a16:creationId xmlns:a16="http://schemas.microsoft.com/office/drawing/2014/main" id="{4B71EB16-FDCD-4CA7-D34B-1232842DC200}"/>
              </a:ext>
            </a:extLst>
          </p:cNvPr>
          <p:cNvSpPr>
            <a:spLocks noGrp="1"/>
          </p:cNvSpPr>
          <p:nvPr>
            <p:ph type="body" sz="quarter" idx="17" hasCustomPrompt="1"/>
          </p:nvPr>
        </p:nvSpPr>
        <p:spPr>
          <a:xfrm>
            <a:off x="4441751" y="3815352"/>
            <a:ext cx="1335088" cy="849313"/>
          </a:xfrm>
        </p:spPr>
        <p:txBody>
          <a:bodyPr/>
          <a:lstStyle>
            <a:lvl1pPr marL="0" indent="0">
              <a:spcAft>
                <a:spcPts val="0"/>
              </a:spcAft>
              <a:buNone/>
              <a:defRPr sz="4000">
                <a:solidFill>
                  <a:schemeClr val="accent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04</a:t>
            </a:r>
            <a:endParaRPr lang="en-US"/>
          </a:p>
        </p:txBody>
      </p:sp>
      <p:sp>
        <p:nvSpPr>
          <p:cNvPr id="43" name="Text Placeholder 37">
            <a:extLst>
              <a:ext uri="{FF2B5EF4-FFF2-40B4-BE49-F238E27FC236}">
                <a16:creationId xmlns:a16="http://schemas.microsoft.com/office/drawing/2014/main" id="{D73C0D85-FED3-963B-1993-3DBA738DC59A}"/>
              </a:ext>
            </a:extLst>
          </p:cNvPr>
          <p:cNvSpPr>
            <a:spLocks noGrp="1"/>
          </p:cNvSpPr>
          <p:nvPr>
            <p:ph type="body" sz="quarter" idx="18" hasCustomPrompt="1"/>
          </p:nvPr>
        </p:nvSpPr>
        <p:spPr>
          <a:xfrm>
            <a:off x="5776839" y="1247730"/>
            <a:ext cx="5720912" cy="849313"/>
          </a:xfrm>
        </p:spPr>
        <p:txBody>
          <a:bodyPr/>
          <a:lstStyle>
            <a:lvl1pPr marL="0" indent="0">
              <a:spcAft>
                <a:spcPts val="0"/>
              </a:spcAft>
              <a:buNone/>
              <a:defRPr sz="4000">
                <a:solidFill>
                  <a:schemeClr val="tx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Content Item</a:t>
            </a:r>
            <a:endParaRPr lang="en-US"/>
          </a:p>
        </p:txBody>
      </p:sp>
      <p:sp>
        <p:nvSpPr>
          <p:cNvPr id="44" name="Text Placeholder 37">
            <a:extLst>
              <a:ext uri="{FF2B5EF4-FFF2-40B4-BE49-F238E27FC236}">
                <a16:creationId xmlns:a16="http://schemas.microsoft.com/office/drawing/2014/main" id="{EA0DF1CF-C6DE-6D92-A17B-A56B11B9B543}"/>
              </a:ext>
            </a:extLst>
          </p:cNvPr>
          <p:cNvSpPr>
            <a:spLocks noGrp="1"/>
          </p:cNvSpPr>
          <p:nvPr>
            <p:ph type="body" sz="quarter" idx="19" hasCustomPrompt="1"/>
          </p:nvPr>
        </p:nvSpPr>
        <p:spPr>
          <a:xfrm>
            <a:off x="5776839" y="2103604"/>
            <a:ext cx="5720912" cy="849313"/>
          </a:xfrm>
        </p:spPr>
        <p:txBody>
          <a:bodyPr/>
          <a:lstStyle>
            <a:lvl1pPr marL="0" indent="0">
              <a:spcAft>
                <a:spcPts val="0"/>
              </a:spcAft>
              <a:buNone/>
              <a:defRPr sz="4000">
                <a:solidFill>
                  <a:schemeClr val="tx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Content Item</a:t>
            </a:r>
            <a:endParaRPr lang="en-US"/>
          </a:p>
        </p:txBody>
      </p:sp>
      <p:sp>
        <p:nvSpPr>
          <p:cNvPr id="45" name="Text Placeholder 37">
            <a:extLst>
              <a:ext uri="{FF2B5EF4-FFF2-40B4-BE49-F238E27FC236}">
                <a16:creationId xmlns:a16="http://schemas.microsoft.com/office/drawing/2014/main" id="{A0332E3A-5D5F-D7B2-5A9B-D19016D5B93A}"/>
              </a:ext>
            </a:extLst>
          </p:cNvPr>
          <p:cNvSpPr>
            <a:spLocks noGrp="1"/>
          </p:cNvSpPr>
          <p:nvPr>
            <p:ph type="body" sz="quarter" idx="20" hasCustomPrompt="1"/>
          </p:nvPr>
        </p:nvSpPr>
        <p:spPr>
          <a:xfrm>
            <a:off x="5776839" y="2959478"/>
            <a:ext cx="5720912" cy="849313"/>
          </a:xfrm>
        </p:spPr>
        <p:txBody>
          <a:bodyPr/>
          <a:lstStyle>
            <a:lvl1pPr marL="0" indent="0">
              <a:spcAft>
                <a:spcPts val="0"/>
              </a:spcAft>
              <a:buNone/>
              <a:defRPr sz="4000">
                <a:solidFill>
                  <a:schemeClr val="tx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Content Item</a:t>
            </a:r>
            <a:endParaRPr lang="en-US"/>
          </a:p>
        </p:txBody>
      </p:sp>
      <p:sp>
        <p:nvSpPr>
          <p:cNvPr id="46" name="Text Placeholder 37">
            <a:extLst>
              <a:ext uri="{FF2B5EF4-FFF2-40B4-BE49-F238E27FC236}">
                <a16:creationId xmlns:a16="http://schemas.microsoft.com/office/drawing/2014/main" id="{7E0FA794-6E70-3C3D-2431-AC01C1E312F1}"/>
              </a:ext>
            </a:extLst>
          </p:cNvPr>
          <p:cNvSpPr>
            <a:spLocks noGrp="1"/>
          </p:cNvSpPr>
          <p:nvPr>
            <p:ph type="body" sz="quarter" idx="21" hasCustomPrompt="1"/>
          </p:nvPr>
        </p:nvSpPr>
        <p:spPr>
          <a:xfrm>
            <a:off x="5776839" y="3815352"/>
            <a:ext cx="5720912" cy="849313"/>
          </a:xfrm>
        </p:spPr>
        <p:txBody>
          <a:bodyPr/>
          <a:lstStyle>
            <a:lvl1pPr marL="0" indent="0">
              <a:spcAft>
                <a:spcPts val="0"/>
              </a:spcAft>
              <a:buNone/>
              <a:defRPr sz="4000">
                <a:solidFill>
                  <a:schemeClr val="tx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Content Item</a:t>
            </a:r>
            <a:endParaRPr lang="en-US"/>
          </a:p>
        </p:txBody>
      </p:sp>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15936" y="1268413"/>
            <a:ext cx="3600000" cy="1440000"/>
          </a:xfrm>
        </p:spPr>
        <p:txBody>
          <a:bodyPr/>
          <a:lstStyle/>
          <a:p>
            <a:r>
              <a:rPr lang="en-GB"/>
              <a:t>Contents</a:t>
            </a:r>
            <a:endParaRPr lang="en-US"/>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635750" y="476250"/>
            <a:ext cx="5030223"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grpSp>
        <p:nvGrpSpPr>
          <p:cNvPr id="36" name="Group 35">
            <a:extLst>
              <a:ext uri="{FF2B5EF4-FFF2-40B4-BE49-F238E27FC236}">
                <a16:creationId xmlns:a16="http://schemas.microsoft.com/office/drawing/2014/main" id="{6F7F0560-66ED-39BF-1B48-2296B67771A8}"/>
              </a:ext>
            </a:extLst>
          </p:cNvPr>
          <p:cNvGrpSpPr/>
          <p:nvPr userDrawn="1"/>
        </p:nvGrpSpPr>
        <p:grpSpPr>
          <a:xfrm>
            <a:off x="4441751" y="1247864"/>
            <a:ext cx="7056000" cy="3425018"/>
            <a:chOff x="4441751" y="1247864"/>
            <a:chExt cx="7056000" cy="3425018"/>
          </a:xfrm>
        </p:grpSpPr>
        <p:cxnSp>
          <p:nvCxnSpPr>
            <p:cNvPr id="31" name="Straight Connector 30">
              <a:extLst>
                <a:ext uri="{FF2B5EF4-FFF2-40B4-BE49-F238E27FC236}">
                  <a16:creationId xmlns:a16="http://schemas.microsoft.com/office/drawing/2014/main" id="{424C8716-64CB-B222-E494-41205496D202}"/>
                </a:ext>
              </a:extLst>
            </p:cNvPr>
            <p:cNvCxnSpPr>
              <a:cxnSpLocks/>
            </p:cNvCxnSpPr>
            <p:nvPr userDrawn="1"/>
          </p:nvCxnSpPr>
          <p:spPr>
            <a:xfrm>
              <a:off x="4441751" y="1247864"/>
              <a:ext cx="705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01DC8087-D3FA-8C7D-1732-D42D5855654F}"/>
                </a:ext>
              </a:extLst>
            </p:cNvPr>
            <p:cNvCxnSpPr>
              <a:cxnSpLocks/>
            </p:cNvCxnSpPr>
            <p:nvPr userDrawn="1"/>
          </p:nvCxnSpPr>
          <p:spPr>
            <a:xfrm>
              <a:off x="4441751" y="2104119"/>
              <a:ext cx="705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1921AA0B-322D-A6D2-1AC2-E67159B8A7EF}"/>
                </a:ext>
              </a:extLst>
            </p:cNvPr>
            <p:cNvCxnSpPr>
              <a:cxnSpLocks/>
            </p:cNvCxnSpPr>
            <p:nvPr userDrawn="1"/>
          </p:nvCxnSpPr>
          <p:spPr>
            <a:xfrm>
              <a:off x="4441751" y="2960374"/>
              <a:ext cx="705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7C830663-9213-4F74-EADD-8C97ACD75A78}"/>
                </a:ext>
              </a:extLst>
            </p:cNvPr>
            <p:cNvCxnSpPr>
              <a:cxnSpLocks/>
            </p:cNvCxnSpPr>
            <p:nvPr userDrawn="1"/>
          </p:nvCxnSpPr>
          <p:spPr>
            <a:xfrm>
              <a:off x="4441751" y="3816629"/>
              <a:ext cx="705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BB93942F-1BAA-D291-6DFE-5D5396CCAF31}"/>
                </a:ext>
              </a:extLst>
            </p:cNvPr>
            <p:cNvCxnSpPr>
              <a:cxnSpLocks/>
            </p:cNvCxnSpPr>
            <p:nvPr userDrawn="1"/>
          </p:nvCxnSpPr>
          <p:spPr>
            <a:xfrm>
              <a:off x="4441751" y="4672882"/>
              <a:ext cx="705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47" name="Text Placeholder 37">
            <a:extLst>
              <a:ext uri="{FF2B5EF4-FFF2-40B4-BE49-F238E27FC236}">
                <a16:creationId xmlns:a16="http://schemas.microsoft.com/office/drawing/2014/main" id="{071B429B-A813-2228-8D88-D0FA31728AD0}"/>
              </a:ext>
            </a:extLst>
          </p:cNvPr>
          <p:cNvSpPr>
            <a:spLocks noGrp="1"/>
          </p:cNvSpPr>
          <p:nvPr>
            <p:ph type="body" sz="quarter" idx="22" hasCustomPrompt="1"/>
          </p:nvPr>
        </p:nvSpPr>
        <p:spPr>
          <a:xfrm>
            <a:off x="4441751" y="4671228"/>
            <a:ext cx="1335088" cy="849313"/>
          </a:xfrm>
        </p:spPr>
        <p:txBody>
          <a:bodyPr/>
          <a:lstStyle>
            <a:lvl1pPr marL="0" indent="0">
              <a:spcAft>
                <a:spcPts val="0"/>
              </a:spcAft>
              <a:buNone/>
              <a:defRPr sz="4000">
                <a:solidFill>
                  <a:schemeClr val="accent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05</a:t>
            </a:r>
            <a:endParaRPr lang="en-US"/>
          </a:p>
        </p:txBody>
      </p:sp>
      <p:sp>
        <p:nvSpPr>
          <p:cNvPr id="48" name="Text Placeholder 37">
            <a:extLst>
              <a:ext uri="{FF2B5EF4-FFF2-40B4-BE49-F238E27FC236}">
                <a16:creationId xmlns:a16="http://schemas.microsoft.com/office/drawing/2014/main" id="{9A57FEBE-54BA-1BEA-53B0-B6937E62C91E}"/>
              </a:ext>
            </a:extLst>
          </p:cNvPr>
          <p:cNvSpPr>
            <a:spLocks noGrp="1"/>
          </p:cNvSpPr>
          <p:nvPr>
            <p:ph type="body" sz="quarter" idx="23" hasCustomPrompt="1"/>
          </p:nvPr>
        </p:nvSpPr>
        <p:spPr>
          <a:xfrm>
            <a:off x="5776839" y="4671228"/>
            <a:ext cx="5720912" cy="849313"/>
          </a:xfrm>
        </p:spPr>
        <p:txBody>
          <a:bodyPr/>
          <a:lstStyle>
            <a:lvl1pPr marL="0" indent="0">
              <a:spcAft>
                <a:spcPts val="0"/>
              </a:spcAft>
              <a:buNone/>
              <a:defRPr sz="4000">
                <a:solidFill>
                  <a:schemeClr val="tx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Content Item</a:t>
            </a:r>
            <a:endParaRPr lang="en-US"/>
          </a:p>
        </p:txBody>
      </p:sp>
    </p:spTree>
    <p:extLst>
      <p:ext uri="{BB962C8B-B14F-4D97-AF65-F5344CB8AC3E}">
        <p14:creationId xmlns:p14="http://schemas.microsoft.com/office/powerpoint/2010/main" val="42118581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Section Divi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1655" y="476251"/>
            <a:ext cx="11134408" cy="900000"/>
          </a:xfrm>
        </p:spPr>
        <p:txBody>
          <a:bodyPr anchor="b"/>
          <a:lstStyle>
            <a:lvl1pPr algn="ctr">
              <a:defRPr sz="5000">
                <a:solidFill>
                  <a:schemeClr val="tx1"/>
                </a:solidFill>
              </a:defRPr>
            </a:lvl1pPr>
          </a:lstStyle>
          <a:p>
            <a:r>
              <a:rPr lang="en-GB"/>
              <a:t>Section Divider</a:t>
            </a:r>
            <a:endParaRPr lang="en-US"/>
          </a:p>
        </p:txBody>
      </p:sp>
      <p:sp>
        <p:nvSpPr>
          <p:cNvPr id="3" name="Text Placeholder 2"/>
          <p:cNvSpPr>
            <a:spLocks noGrp="1"/>
          </p:cNvSpPr>
          <p:nvPr>
            <p:ph type="body" idx="1" hasCustomPrompt="1"/>
          </p:nvPr>
        </p:nvSpPr>
        <p:spPr>
          <a:xfrm>
            <a:off x="541655" y="5335929"/>
            <a:ext cx="11134408" cy="1027728"/>
          </a:xfrm>
        </p:spPr>
        <p:txBody>
          <a:bodyPr/>
          <a:lstStyle>
            <a:lvl1pPr marL="0" indent="0" algn="ctr">
              <a:buNone/>
              <a:defRPr sz="50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Window Image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tx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1944547" y="1527858"/>
            <a:ext cx="8287473" cy="3773936"/>
          </a:xfrm>
          <a:solidFill>
            <a:schemeClr val="bg1">
              <a:lumMod val="85000"/>
            </a:schemeClr>
          </a:solidFill>
        </p:spPr>
        <p:txBody>
          <a:bodyPr/>
          <a:lstStyle/>
          <a:p>
            <a:endParaRPr lang="en-US"/>
          </a:p>
        </p:txBody>
      </p:sp>
      <p:pic>
        <p:nvPicPr>
          <p:cNvPr id="4" name="Graphic 3">
            <a:extLst>
              <a:ext uri="{FF2B5EF4-FFF2-40B4-BE49-F238E27FC236}">
                <a16:creationId xmlns:a16="http://schemas.microsoft.com/office/drawing/2014/main" id="{373B7848-383C-386D-49E5-E7424283339F}"/>
              </a:ext>
            </a:extLst>
          </p:cNvPr>
          <p:cNvPicPr>
            <a:picLocks noChangeAspect="1"/>
          </p:cNvPicPr>
          <p:nvPr userDrawn="1"/>
        </p:nvPicPr>
        <p:blipFill>
          <a:blip>
            <a:lum bright="-100000"/>
            <a:extLst>
              <a:ext uri="{96DAC541-7B7A-43D3-8B79-37D633B846F1}">
                <asvg:svgBlip xmlns:asvg="http://schemas.microsoft.com/office/drawing/2016/SVG/main" r:embed="rId3"/>
              </a:ext>
            </a:extLst>
          </a:blip>
          <a:srcRect l="8903" t="40386" r="9168" b="30574"/>
          <a:stretch>
            <a:fillRect/>
          </a:stretch>
        </p:blipFill>
        <p:spPr>
          <a:xfrm>
            <a:off x="526490" y="476285"/>
            <a:ext cx="1440000" cy="115433"/>
          </a:xfrm>
          <a:prstGeom prst="rect">
            <a:avLst/>
          </a:prstGeom>
        </p:spPr>
      </p:pic>
      <p:pic>
        <p:nvPicPr>
          <p:cNvPr id="5" name="Graphic 4">
            <a:extLst>
              <a:ext uri="{FF2B5EF4-FFF2-40B4-BE49-F238E27FC236}">
                <a16:creationId xmlns:a16="http://schemas.microsoft.com/office/drawing/2014/main" id="{004E34D7-A790-33B6-52E6-1818515AB6EF}"/>
              </a:ext>
            </a:extLst>
          </p:cNvPr>
          <p:cNvPicPr>
            <a:picLocks noChangeAspect="1"/>
          </p:cNvPicPr>
          <p:nvPr userDrawn="1"/>
        </p:nvPicPr>
        <p:blipFill>
          <a:blip>
            <a:lum bright="-100000"/>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spTree>
    <p:extLst>
      <p:ext uri="{BB962C8B-B14F-4D97-AF65-F5344CB8AC3E}">
        <p14:creationId xmlns:p14="http://schemas.microsoft.com/office/powerpoint/2010/main" val="15477703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1655" y="476251"/>
            <a:ext cx="11134408" cy="900000"/>
          </a:xfrm>
        </p:spPr>
        <p:txBody>
          <a:bodyPr anchor="b"/>
          <a:lstStyle>
            <a:lvl1pPr algn="ctr">
              <a:defRPr sz="5000">
                <a:solidFill>
                  <a:schemeClr val="bg1"/>
                </a:solidFill>
              </a:defRPr>
            </a:lvl1pPr>
          </a:lstStyle>
          <a:p>
            <a:r>
              <a:rPr lang="en-GB"/>
              <a:t>Section Divider</a:t>
            </a:r>
            <a:endParaRPr lang="en-US"/>
          </a:p>
        </p:txBody>
      </p:sp>
      <p:sp>
        <p:nvSpPr>
          <p:cNvPr id="3" name="Text Placeholder 2"/>
          <p:cNvSpPr>
            <a:spLocks noGrp="1"/>
          </p:cNvSpPr>
          <p:nvPr>
            <p:ph type="body" idx="1" hasCustomPrompt="1"/>
          </p:nvPr>
        </p:nvSpPr>
        <p:spPr>
          <a:xfrm>
            <a:off x="541655" y="5335929"/>
            <a:ext cx="11134408" cy="1027728"/>
          </a:xfrm>
        </p:spPr>
        <p:txBody>
          <a:bodyPr/>
          <a:lstStyle>
            <a:lvl1pPr marL="0" indent="0" algn="ctr">
              <a:buNone/>
              <a:defRPr sz="5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Window Image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1944547" y="1527858"/>
            <a:ext cx="8287473" cy="3773936"/>
          </a:xfrm>
          <a:solidFill>
            <a:schemeClr val="bg1">
              <a:lumMod val="85000"/>
            </a:schemeClr>
          </a:solidFill>
        </p:spPr>
        <p:txBody>
          <a:bodyPr/>
          <a:lstStyle/>
          <a:p>
            <a:endParaRPr lang="en-US"/>
          </a:p>
        </p:txBody>
      </p:sp>
      <p:pic>
        <p:nvPicPr>
          <p:cNvPr id="4" name="Graphic 3">
            <a:extLst>
              <a:ext uri="{FF2B5EF4-FFF2-40B4-BE49-F238E27FC236}">
                <a16:creationId xmlns:a16="http://schemas.microsoft.com/office/drawing/2014/main" id="{373B7848-383C-386D-49E5-E7424283339F}"/>
              </a:ext>
            </a:extLst>
          </p:cNvPr>
          <p:cNvPicPr>
            <a:picLocks noChangeAspect="1"/>
          </p:cNvPicPr>
          <p:nvPr userDrawn="1"/>
        </p:nvPicPr>
        <p:blipFill>
          <a:blip>
            <a:extLst>
              <a:ext uri="{96DAC541-7B7A-43D3-8B79-37D633B846F1}">
                <asvg:svgBlip xmlns:asvg="http://schemas.microsoft.com/office/drawing/2016/SVG/main" r:embed="rId3"/>
              </a:ext>
            </a:extLst>
          </a:blip>
          <a:srcRect l="8903" t="40386" r="9168" b="30574"/>
          <a:stretch>
            <a:fillRect/>
          </a:stretch>
        </p:blipFill>
        <p:spPr>
          <a:xfrm>
            <a:off x="526490" y="476285"/>
            <a:ext cx="1440000" cy="115433"/>
          </a:xfrm>
          <a:prstGeom prst="rect">
            <a:avLst/>
          </a:prstGeom>
        </p:spPr>
      </p:pic>
    </p:spTree>
    <p:extLst>
      <p:ext uri="{BB962C8B-B14F-4D97-AF65-F5344CB8AC3E}">
        <p14:creationId xmlns:p14="http://schemas.microsoft.com/office/powerpoint/2010/main" val="16369538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Divider - Full Screen Image">
    <p:bg>
      <p:bgPr>
        <a:solidFill>
          <a:schemeClr val="tx2"/>
        </a:solidFill>
        <a:effectLst/>
      </p:bgPr>
    </p:bg>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0" y="0"/>
            <a:ext cx="12204000" cy="6861568"/>
          </a:xfrm>
          <a:solidFill>
            <a:schemeClr val="bg1">
              <a:lumMod val="75000"/>
            </a:schemeClr>
          </a:solidFill>
        </p:spPr>
        <p:txBody>
          <a:bodyPr/>
          <a:lstStyle/>
          <a:p>
            <a:endParaRPr lang="en-US"/>
          </a:p>
        </p:txBody>
      </p:sp>
      <p:sp>
        <p:nvSpPr>
          <p:cNvPr id="2" name="Title 1"/>
          <p:cNvSpPr>
            <a:spLocks noGrp="1"/>
          </p:cNvSpPr>
          <p:nvPr>
            <p:ph type="title" hasCustomPrompt="1"/>
          </p:nvPr>
        </p:nvSpPr>
        <p:spPr>
          <a:xfrm>
            <a:off x="534796" y="1268413"/>
            <a:ext cx="11134408" cy="2886898"/>
          </a:xfrm>
        </p:spPr>
        <p:txBody>
          <a:bodyPr anchor="b"/>
          <a:lstStyle>
            <a:lvl1pPr algn="ctr">
              <a:defRPr sz="4800">
                <a:solidFill>
                  <a:schemeClr val="bg1"/>
                </a:solidFill>
              </a:defRPr>
            </a:lvl1pPr>
          </a:lstStyle>
          <a:p>
            <a:r>
              <a:rPr lang="en-GB"/>
              <a:t>Section Divider </a:t>
            </a:r>
            <a:br>
              <a:rPr lang="en-GB"/>
            </a:br>
            <a:r>
              <a:rPr lang="en-GB"/>
              <a:t>Full Screen Image</a:t>
            </a:r>
            <a:endParaRPr lang="en-US"/>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pic>
        <p:nvPicPr>
          <p:cNvPr id="3" name="Graphic 2">
            <a:extLst>
              <a:ext uri="{FF2B5EF4-FFF2-40B4-BE49-F238E27FC236}">
                <a16:creationId xmlns:a16="http://schemas.microsoft.com/office/drawing/2014/main" id="{5ACC2F41-D964-4B4C-4A7D-C4DCECC5827E}"/>
              </a:ext>
            </a:extLst>
          </p:cNvPr>
          <p:cNvPicPr>
            <a:picLocks noChangeAspect="1"/>
          </p:cNvPicPr>
          <p:nvPr userDrawn="1"/>
        </p:nvPicPr>
        <p:blipFill>
          <a:blip>
            <a:extLst>
              <a:ext uri="{96DAC541-7B7A-43D3-8B79-37D633B846F1}">
                <asvg:svgBlip xmlns:asvg="http://schemas.microsoft.com/office/drawing/2016/SVG/main" r:embed="rId3"/>
              </a:ext>
            </a:extLst>
          </a:blip>
          <a:srcRect l="8903" t="40386" r="9168" b="30574"/>
          <a:stretch>
            <a:fillRect/>
          </a:stretch>
        </p:blipFill>
        <p:spPr>
          <a:xfrm>
            <a:off x="526490" y="476285"/>
            <a:ext cx="1440000" cy="115433"/>
          </a:xfrm>
          <a:prstGeom prst="rect">
            <a:avLst/>
          </a:prstGeom>
        </p:spPr>
      </p:pic>
    </p:spTree>
    <p:extLst>
      <p:ext uri="{BB962C8B-B14F-4D97-AF65-F5344CB8AC3E}">
        <p14:creationId xmlns:p14="http://schemas.microsoft.com/office/powerpoint/2010/main" val="5186942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8439889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219D73-5B6D-1E03-9A9C-7EAD171EA246}"/>
              </a:ext>
            </a:extLst>
          </p:cNvPr>
          <p:cNvSpPr/>
          <p:nvPr userDrawn="1"/>
        </p:nvSpPr>
        <p:spPr>
          <a:xfrm>
            <a:off x="-425" y="0"/>
            <a:ext cx="12204000" cy="639779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lvl1pPr>
              <a:defRPr>
                <a:solidFill>
                  <a:schemeClr val="bg1"/>
                </a:solidFill>
              </a:defRPr>
            </a:lvl1pPr>
          </a:lstStyle>
          <a:p>
            <a:r>
              <a:rPr lang="en-GB"/>
              <a:t>Slide Title</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lum bright="100000"/>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bg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13587926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219D73-5B6D-1E03-9A9C-7EAD171EA246}"/>
              </a:ext>
            </a:extLst>
          </p:cNvPr>
          <p:cNvSpPr/>
          <p:nvPr userDrawn="1"/>
        </p:nvSpPr>
        <p:spPr>
          <a:xfrm>
            <a:off x="-12000" y="-36000"/>
            <a:ext cx="12204000" cy="639779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lvl1pPr>
              <a:defRPr>
                <a:solidFill>
                  <a:schemeClr val="bg1"/>
                </a:solidFill>
              </a:defRPr>
            </a:lvl1pPr>
          </a:lstStyle>
          <a:p>
            <a:r>
              <a:rPr lang="en-GB"/>
              <a:t>Slide Title</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bg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5315605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 Long Paragraph">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25668" y="1299410"/>
            <a:ext cx="5603213" cy="1200722"/>
          </a:xfrm>
        </p:spPr>
        <p:txBody>
          <a:bodyPr/>
          <a:lstStyle>
            <a:lvl1pPr marL="0" marR="0" indent="0" algn="l" defTabSz="914400" rtl="0" eaLnBrk="1" fontAlgn="auto" latinLnBrk="0" hangingPunct="1">
              <a:lnSpc>
                <a:spcPct val="90000"/>
              </a:lnSpc>
              <a:spcBef>
                <a:spcPct val="0"/>
              </a:spcBef>
              <a:spcAft>
                <a:spcPts val="0"/>
              </a:spcAft>
              <a:buClrTx/>
              <a:buSzTx/>
              <a:buFontTx/>
              <a:buNone/>
              <a:tabLst/>
              <a:defRPr lang="en-GB" b="0" i="0" smtClean="0">
                <a:effectLst/>
              </a:defRPr>
            </a:lvl1pPr>
          </a:lstStyle>
          <a:p>
            <a:r>
              <a:rPr lang="en-GB"/>
              <a:t>This is a slide for </a:t>
            </a:r>
            <a:br>
              <a:rPr lang="en-GB"/>
            </a:br>
            <a:r>
              <a:rPr lang="en-GB"/>
              <a:t>long paragraph</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525668" y="3067741"/>
            <a:ext cx="2796769" cy="2882209"/>
          </a:xfrm>
        </p:spPr>
        <p:txBody>
          <a:bodyPr/>
          <a:lstStyle>
            <a:lvl1pPr marL="0" indent="0">
              <a:lnSpc>
                <a:spcPct val="90000"/>
              </a:lnSpc>
              <a:spcAft>
                <a:spcPts val="1000"/>
              </a:spcAft>
              <a:buNone/>
              <a:defRPr sz="11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5" name="Text Placeholder 21">
            <a:extLst>
              <a:ext uri="{FF2B5EF4-FFF2-40B4-BE49-F238E27FC236}">
                <a16:creationId xmlns:a16="http://schemas.microsoft.com/office/drawing/2014/main" id="{14B8DB10-79D2-FD01-4E5A-968BBC567A8F}"/>
              </a:ext>
            </a:extLst>
          </p:cNvPr>
          <p:cNvSpPr>
            <a:spLocks noGrp="1"/>
          </p:cNvSpPr>
          <p:nvPr>
            <p:ph type="body" sz="quarter" idx="18" hasCustomPrompt="1"/>
          </p:nvPr>
        </p:nvSpPr>
        <p:spPr>
          <a:xfrm>
            <a:off x="5643606" y="3947583"/>
            <a:ext cx="2796769" cy="2002367"/>
          </a:xfrm>
        </p:spPr>
        <p:txBody>
          <a:bodyPr/>
          <a:lstStyle>
            <a:lvl1pPr marL="0" indent="0">
              <a:lnSpc>
                <a:spcPct val="95000"/>
              </a:lnSpc>
              <a:spcAft>
                <a:spcPts val="1000"/>
              </a:spcAft>
              <a:buNone/>
              <a:defRPr sz="11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6" name="Picture Placeholder 16">
            <a:extLst>
              <a:ext uri="{FF2B5EF4-FFF2-40B4-BE49-F238E27FC236}">
                <a16:creationId xmlns:a16="http://schemas.microsoft.com/office/drawing/2014/main" id="{6DC885EA-D5A0-FA2B-4254-3724890BBBE8}"/>
              </a:ext>
            </a:extLst>
          </p:cNvPr>
          <p:cNvSpPr>
            <a:spLocks noGrp="1"/>
          </p:cNvSpPr>
          <p:nvPr>
            <p:ph type="pic" sz="quarter" idx="14"/>
          </p:nvPr>
        </p:nvSpPr>
        <p:spPr>
          <a:xfrm>
            <a:off x="8557154" y="1299410"/>
            <a:ext cx="2880000" cy="4212000"/>
          </a:xfrm>
          <a:solidFill>
            <a:schemeClr val="bg1">
              <a:lumMod val="85000"/>
            </a:schemeClr>
          </a:solidFill>
        </p:spPr>
        <p:txBody>
          <a:bodyPr/>
          <a:lstStyle/>
          <a:p>
            <a:endParaRPr lang="en-US"/>
          </a:p>
        </p:txBody>
      </p:sp>
    </p:spTree>
    <p:extLst>
      <p:ext uri="{BB962C8B-B14F-4D97-AF65-F5344CB8AC3E}">
        <p14:creationId xmlns:p14="http://schemas.microsoft.com/office/powerpoint/2010/main" val="18367953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 Short Paragraph">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27511" y="1299410"/>
            <a:ext cx="5603213" cy="1200722"/>
          </a:xfrm>
        </p:spPr>
        <p:txBody>
          <a:bodyPr/>
          <a:lstStyle>
            <a:lvl1pPr marL="0" marR="0" indent="0" algn="l" defTabSz="914400" rtl="0" eaLnBrk="1" fontAlgn="auto" latinLnBrk="0" hangingPunct="1">
              <a:lnSpc>
                <a:spcPct val="90000"/>
              </a:lnSpc>
              <a:spcBef>
                <a:spcPct val="0"/>
              </a:spcBef>
              <a:spcAft>
                <a:spcPts val="0"/>
              </a:spcAft>
              <a:buClrTx/>
              <a:buSzTx/>
              <a:buFontTx/>
              <a:buNone/>
              <a:tabLst/>
              <a:defRPr lang="en-GB" b="0" i="0" smtClean="0">
                <a:effectLst/>
              </a:defRPr>
            </a:lvl1pPr>
          </a:lstStyle>
          <a:p>
            <a:r>
              <a:rPr lang="en-GB" b="0" i="0">
                <a:solidFill>
                  <a:srgbClr val="000000"/>
                </a:solidFill>
                <a:effectLst/>
              </a:rPr>
              <a:t>This is a slide for </a:t>
            </a:r>
            <a:br>
              <a:rPr lang="en-GB" b="0" i="0">
                <a:solidFill>
                  <a:srgbClr val="000000"/>
                </a:solidFill>
                <a:effectLst/>
              </a:rPr>
            </a:br>
            <a:r>
              <a:rPr lang="en-GB" b="0" i="0">
                <a:solidFill>
                  <a:srgbClr val="000000"/>
                </a:solidFill>
                <a:effectLst/>
              </a:rPr>
              <a:t>short paragraph</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527511" y="3147952"/>
            <a:ext cx="2796769" cy="879842"/>
          </a:xfrm>
        </p:spPr>
        <p:txBody>
          <a:bodyPr/>
          <a:lstStyle>
            <a:lvl1pPr marL="0" indent="0">
              <a:lnSpc>
                <a:spcPct val="90000"/>
              </a:lnSpc>
              <a:spcAft>
                <a:spcPts val="1000"/>
              </a:spcAft>
              <a:buNone/>
              <a:defRPr lang="en-GB" sz="2600" b="0" i="0" smtClean="0">
                <a:effectLst/>
              </a:defRPr>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Lorem ipsum </a:t>
            </a:r>
            <a:br>
              <a:rPr lang="en-GB"/>
            </a:br>
            <a:r>
              <a:rPr lang="en-GB"/>
              <a:t>dolor sit amet</a:t>
            </a:r>
            <a:endParaRPr lang="en-US"/>
          </a:p>
        </p:txBody>
      </p:sp>
      <p:sp>
        <p:nvSpPr>
          <p:cNvPr id="15" name="Text Placeholder 21">
            <a:extLst>
              <a:ext uri="{FF2B5EF4-FFF2-40B4-BE49-F238E27FC236}">
                <a16:creationId xmlns:a16="http://schemas.microsoft.com/office/drawing/2014/main" id="{14B8DB10-79D2-FD01-4E5A-968BBC567A8F}"/>
              </a:ext>
            </a:extLst>
          </p:cNvPr>
          <p:cNvSpPr>
            <a:spLocks noGrp="1"/>
          </p:cNvSpPr>
          <p:nvPr>
            <p:ph type="body" sz="quarter" idx="18" hasCustomPrompt="1"/>
          </p:nvPr>
        </p:nvSpPr>
        <p:spPr>
          <a:xfrm>
            <a:off x="527511" y="4034771"/>
            <a:ext cx="2796769" cy="2002367"/>
          </a:xfrm>
        </p:spPr>
        <p:txBody>
          <a:bodyPr/>
          <a:lstStyle>
            <a:lvl1pPr marL="0" indent="0">
              <a:lnSpc>
                <a:spcPct val="95000"/>
              </a:lnSpc>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6" name="Picture Placeholder 16">
            <a:extLst>
              <a:ext uri="{FF2B5EF4-FFF2-40B4-BE49-F238E27FC236}">
                <a16:creationId xmlns:a16="http://schemas.microsoft.com/office/drawing/2014/main" id="{6DC885EA-D5A0-FA2B-4254-3724890BBBE8}"/>
              </a:ext>
            </a:extLst>
          </p:cNvPr>
          <p:cNvSpPr>
            <a:spLocks noGrp="1"/>
          </p:cNvSpPr>
          <p:nvPr>
            <p:ph type="pic" sz="quarter" idx="14"/>
          </p:nvPr>
        </p:nvSpPr>
        <p:spPr>
          <a:xfrm>
            <a:off x="8110512" y="1299411"/>
            <a:ext cx="3568344" cy="4657518"/>
          </a:xfrm>
          <a:solidFill>
            <a:schemeClr val="bg1">
              <a:lumMod val="85000"/>
            </a:schemeClr>
          </a:solidFill>
        </p:spPr>
        <p:txBody>
          <a:bodyPr/>
          <a:lstStyle/>
          <a:p>
            <a:endParaRPr lang="en-US"/>
          </a:p>
        </p:txBody>
      </p:sp>
      <p:sp>
        <p:nvSpPr>
          <p:cNvPr id="12" name="Text Placeholder 21">
            <a:extLst>
              <a:ext uri="{FF2B5EF4-FFF2-40B4-BE49-F238E27FC236}">
                <a16:creationId xmlns:a16="http://schemas.microsoft.com/office/drawing/2014/main" id="{2BE9BA69-E5D6-5E44-4F44-4441AFBF5FE7}"/>
              </a:ext>
            </a:extLst>
          </p:cNvPr>
          <p:cNvSpPr>
            <a:spLocks noGrp="1"/>
          </p:cNvSpPr>
          <p:nvPr>
            <p:ph type="body" sz="quarter" idx="19" hasCustomPrompt="1"/>
          </p:nvPr>
        </p:nvSpPr>
        <p:spPr>
          <a:xfrm>
            <a:off x="3793500" y="4034771"/>
            <a:ext cx="2796769" cy="2002367"/>
          </a:xfrm>
        </p:spPr>
        <p:txBody>
          <a:bodyPr/>
          <a:lstStyle>
            <a:lvl1pPr marL="0" indent="0">
              <a:lnSpc>
                <a:spcPct val="95000"/>
              </a:lnSpc>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Tree>
    <p:extLst>
      <p:ext uri="{BB962C8B-B14F-4D97-AF65-F5344CB8AC3E}">
        <p14:creationId xmlns:p14="http://schemas.microsoft.com/office/powerpoint/2010/main" val="21426122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arge Statment - Split Image">
    <p:bg>
      <p:bgPr>
        <a:solidFill>
          <a:schemeClr val="tx2"/>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49510" y="5058"/>
            <a:ext cx="6142490" cy="6876000"/>
          </a:xfrm>
          <a:solidFill>
            <a:schemeClr val="bg1">
              <a:lumMod val="85000"/>
            </a:schemeClr>
          </a:solidFill>
        </p:spPr>
        <p:txBody>
          <a:bodyPr/>
          <a:lstStyle/>
          <a:p>
            <a:endParaRPr lang="en-US"/>
          </a:p>
        </p:txBody>
      </p:sp>
      <p:pic>
        <p:nvPicPr>
          <p:cNvPr id="6" name="Graphic 5">
            <a:extLst>
              <a:ext uri="{FF2B5EF4-FFF2-40B4-BE49-F238E27FC236}">
                <a16:creationId xmlns:a16="http://schemas.microsoft.com/office/drawing/2014/main" id="{02F718EE-F749-6245-360C-62743886D2EA}"/>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8" name="Slide Number Placeholder 5">
            <a:extLst>
              <a:ext uri="{FF2B5EF4-FFF2-40B4-BE49-F238E27FC236}">
                <a16:creationId xmlns:a16="http://schemas.microsoft.com/office/drawing/2014/main" id="{55227DA8-49BF-BC91-6F9E-8D36260C6086}"/>
              </a:ext>
            </a:extLst>
          </p:cNvPr>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sp>
        <p:nvSpPr>
          <p:cNvPr id="11" name="Text Placeholder 10">
            <a:extLst>
              <a:ext uri="{FF2B5EF4-FFF2-40B4-BE49-F238E27FC236}">
                <a16:creationId xmlns:a16="http://schemas.microsoft.com/office/drawing/2014/main" id="{C3CD4768-C978-97ED-767A-3070AEC53FE7}"/>
              </a:ext>
            </a:extLst>
          </p:cNvPr>
          <p:cNvSpPr>
            <a:spLocks noGrp="1"/>
          </p:cNvSpPr>
          <p:nvPr>
            <p:ph type="body" sz="quarter" idx="14" hasCustomPrompt="1"/>
          </p:nvPr>
        </p:nvSpPr>
        <p:spPr>
          <a:xfrm>
            <a:off x="515938" y="1933575"/>
            <a:ext cx="5156200" cy="2522538"/>
          </a:xfrm>
        </p:spPr>
        <p:txBody>
          <a:bodyPr anchor="b"/>
          <a:lstStyle>
            <a:lvl1pPr marL="0" indent="0" algn="ctr">
              <a:lnSpc>
                <a:spcPct val="90000"/>
              </a:lnSpc>
              <a:spcAft>
                <a:spcPts val="0"/>
              </a:spcAft>
              <a:buNone/>
              <a:defRPr lang="en-GB" sz="5000" b="0" i="0" smtClean="0">
                <a:solidFill>
                  <a:schemeClr val="bg1"/>
                </a:solidFill>
                <a:effectLst/>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en-GB"/>
              <a:t>Large statement</a:t>
            </a:r>
            <a:br>
              <a:rPr lang="en-GB"/>
            </a:br>
            <a:r>
              <a:rPr lang="en-GB"/>
              <a:t>half &amp; half</a:t>
            </a:r>
            <a:br>
              <a:rPr lang="en-GB"/>
            </a:br>
            <a:r>
              <a:rPr lang="en-GB"/>
              <a:t>split image</a:t>
            </a:r>
            <a:endParaRPr lang="en-US"/>
          </a:p>
        </p:txBody>
      </p:sp>
    </p:spTree>
    <p:extLst>
      <p:ext uri="{BB962C8B-B14F-4D97-AF65-F5344CB8AC3E}">
        <p14:creationId xmlns:p14="http://schemas.microsoft.com/office/powerpoint/2010/main" val="27025404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Slide - 3 Columns in tabl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41655" y="1303138"/>
            <a:ext cx="4099793" cy="1440000"/>
          </a:xfrm>
        </p:spPr>
        <p:txBody>
          <a:bodyPr/>
          <a:lstStyle/>
          <a:p>
            <a:r>
              <a:rPr lang="en-GB"/>
              <a:t>Content slide</a:t>
            </a:r>
            <a:br>
              <a:rPr lang="en-GB"/>
            </a:br>
            <a:r>
              <a:rPr lang="en-GB"/>
              <a:t>- 3 Columns</a:t>
            </a:r>
            <a:endParaRPr lang="en-US"/>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791789" y="476250"/>
            <a:ext cx="4874184"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22" name="Text Placeholder 21">
            <a:extLst>
              <a:ext uri="{FF2B5EF4-FFF2-40B4-BE49-F238E27FC236}">
                <a16:creationId xmlns:a16="http://schemas.microsoft.com/office/drawing/2014/main" id="{EE470DD9-C1CC-3B38-6B1B-63618244468F}"/>
              </a:ext>
            </a:extLst>
          </p:cNvPr>
          <p:cNvSpPr>
            <a:spLocks noGrp="1"/>
          </p:cNvSpPr>
          <p:nvPr>
            <p:ph type="body" sz="quarter" idx="16" hasCustomPrompt="1"/>
          </p:nvPr>
        </p:nvSpPr>
        <p:spPr>
          <a:xfrm>
            <a:off x="529618" y="3973350"/>
            <a:ext cx="2734945" cy="1941876"/>
          </a:xfrm>
        </p:spPr>
        <p:txBody>
          <a:bodyPr/>
          <a:lstStyle>
            <a:lvl1pPr marL="0" indent="0">
              <a:lnSpc>
                <a:spcPct val="90000"/>
              </a:lnSpc>
              <a:spcAft>
                <a:spcPts val="1000"/>
              </a:spcAft>
              <a:buNone/>
              <a:defRPr sz="1200"/>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a:t>Lorem ipsum </a:t>
            </a:r>
            <a:br>
              <a:rPr lang="en-GB"/>
            </a:br>
            <a:r>
              <a:rPr lang="en-GB"/>
              <a:t>dolor sit amet</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2713453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Slide - icons">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41655" y="1303138"/>
            <a:ext cx="4099793" cy="1009850"/>
          </a:xfrm>
        </p:spPr>
        <p:txBody>
          <a:bodyPr/>
          <a:lstStyle>
            <a:lvl1pPr>
              <a:defRPr sz="2600"/>
            </a:lvl1pPr>
          </a:lstStyle>
          <a:p>
            <a:r>
              <a:rPr lang="en-GB"/>
              <a:t>Content slide</a:t>
            </a:r>
            <a:br>
              <a:rPr lang="en-GB"/>
            </a:br>
            <a:r>
              <a:rPr lang="en-GB"/>
              <a:t>- icons</a:t>
            </a:r>
            <a:endParaRPr lang="en-US"/>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791789" y="476250"/>
            <a:ext cx="4874184"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22" name="Text Placeholder 21">
            <a:extLst>
              <a:ext uri="{FF2B5EF4-FFF2-40B4-BE49-F238E27FC236}">
                <a16:creationId xmlns:a16="http://schemas.microsoft.com/office/drawing/2014/main" id="{EE470DD9-C1CC-3B38-6B1B-63618244468F}"/>
              </a:ext>
            </a:extLst>
          </p:cNvPr>
          <p:cNvSpPr>
            <a:spLocks noGrp="1"/>
          </p:cNvSpPr>
          <p:nvPr>
            <p:ph type="body" sz="quarter" idx="16" hasCustomPrompt="1"/>
          </p:nvPr>
        </p:nvSpPr>
        <p:spPr>
          <a:xfrm>
            <a:off x="1536355" y="3451901"/>
            <a:ext cx="2340000" cy="90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a:t>Sed </a:t>
            </a:r>
            <a:r>
              <a:rPr lang="en-GB" err="1"/>
              <a:t>ut</a:t>
            </a:r>
            <a:r>
              <a:rPr lang="en-GB"/>
              <a:t> </a:t>
            </a:r>
            <a:r>
              <a:rPr lang="en-GB" err="1"/>
              <a:t>perspiciatis</a:t>
            </a:r>
            <a:r>
              <a:rPr lang="en-GB"/>
              <a:t> </a:t>
            </a:r>
            <a:r>
              <a:rPr lang="en-GB" err="1"/>
              <a:t>unde</a:t>
            </a:r>
            <a:r>
              <a:rPr lang="en-GB"/>
              <a:t> omnis </a:t>
            </a:r>
            <a:br>
              <a:rPr lang="en-GB"/>
            </a:br>
            <a:r>
              <a:rPr lang="en-GB" err="1"/>
              <a:t>iste</a:t>
            </a:r>
            <a:r>
              <a:rPr lang="en-GB"/>
              <a:t> </a:t>
            </a:r>
            <a:r>
              <a:rPr lang="en-GB" err="1"/>
              <a:t>natus</a:t>
            </a:r>
            <a:r>
              <a:rPr lang="en-GB"/>
              <a:t> error sit </a:t>
            </a:r>
            <a:r>
              <a:rPr lang="en-GB" err="1"/>
              <a:t>voluptatem</a:t>
            </a:r>
            <a:r>
              <a:rPr lang="en-GB"/>
              <a:t> </a:t>
            </a:r>
            <a:br>
              <a:rPr lang="en-GB"/>
            </a:br>
            <a:r>
              <a:rPr lang="en-GB" err="1"/>
              <a:t>accusanti</a:t>
            </a:r>
            <a:r>
              <a:rPr lang="en-GB"/>
              <a:t> </a:t>
            </a:r>
            <a:r>
              <a:rPr lang="en-GB" err="1"/>
              <a:t>doloremque</a:t>
            </a:r>
            <a:r>
              <a:rPr lang="en-GB"/>
              <a:t> </a:t>
            </a:r>
            <a:r>
              <a:rPr lang="en-GB" err="1"/>
              <a:t>laudanti</a:t>
            </a:r>
            <a:r>
              <a:rPr lang="en-GB"/>
              <a:t>, </a:t>
            </a:r>
            <a:br>
              <a:rPr lang="en-GB"/>
            </a:br>
            <a:r>
              <a:rPr lang="en-GB" err="1"/>
              <a:t>totam</a:t>
            </a:r>
            <a:r>
              <a:rPr lang="en-GB"/>
              <a:t> rem </a:t>
            </a:r>
            <a:r>
              <a:rPr lang="en-GB" err="1"/>
              <a:t>aperiam</a:t>
            </a:r>
            <a:r>
              <a:rPr lang="en-GB"/>
              <a:t>, </a:t>
            </a:r>
            <a:r>
              <a:rPr lang="en-GB" err="1"/>
              <a:t>eaque</a:t>
            </a:r>
            <a:r>
              <a:rPr lang="en-GB"/>
              <a:t> </a:t>
            </a:r>
            <a:r>
              <a:rPr lang="en-GB" err="1"/>
              <a:t>ips</a:t>
            </a:r>
            <a:r>
              <a:rPr lang="en-GB"/>
              <a:t>.</a:t>
            </a:r>
          </a:p>
        </p:txBody>
      </p:sp>
      <p:sp>
        <p:nvSpPr>
          <p:cNvPr id="12" name="Text Placeholder 21">
            <a:extLst>
              <a:ext uri="{FF2B5EF4-FFF2-40B4-BE49-F238E27FC236}">
                <a16:creationId xmlns:a16="http://schemas.microsoft.com/office/drawing/2014/main" id="{A19E6088-A809-42EE-6F48-4C0CF020A0AE}"/>
              </a:ext>
            </a:extLst>
          </p:cNvPr>
          <p:cNvSpPr>
            <a:spLocks noGrp="1"/>
          </p:cNvSpPr>
          <p:nvPr>
            <p:ph type="body" sz="quarter" idx="24" hasCustomPrompt="1"/>
          </p:nvPr>
        </p:nvSpPr>
        <p:spPr>
          <a:xfrm>
            <a:off x="1536355" y="2665724"/>
            <a:ext cx="2340000" cy="763276"/>
          </a:xfrm>
        </p:spPr>
        <p:txBody>
          <a:bodyPr/>
          <a:lstStyle>
            <a:lvl1pPr marL="0" indent="0">
              <a:lnSpc>
                <a:spcPct val="90000"/>
              </a:lnSpc>
              <a:spcAft>
                <a:spcPts val="1000"/>
              </a:spcAft>
              <a:buNone/>
              <a:defRPr lang="en-GB"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Negotiated </a:t>
            </a:r>
            <a:br>
              <a:rPr lang="en-GB" b="0" i="0">
                <a:solidFill>
                  <a:srgbClr val="000000"/>
                </a:solidFill>
                <a:effectLst/>
              </a:rPr>
            </a:br>
            <a:r>
              <a:rPr lang="en-GB" b="0" i="0">
                <a:solidFill>
                  <a:srgbClr val="000000"/>
                </a:solidFill>
                <a:effectLst/>
              </a:rPr>
              <a:t>Pricing</a:t>
            </a:r>
            <a:endParaRPr lang="en-US"/>
          </a:p>
        </p:txBody>
      </p:sp>
      <p:sp>
        <p:nvSpPr>
          <p:cNvPr id="8" name="Text Placeholder 21">
            <a:extLst>
              <a:ext uri="{FF2B5EF4-FFF2-40B4-BE49-F238E27FC236}">
                <a16:creationId xmlns:a16="http://schemas.microsoft.com/office/drawing/2014/main" id="{54361270-642D-39E4-3982-5A003805CD85}"/>
              </a:ext>
            </a:extLst>
          </p:cNvPr>
          <p:cNvSpPr>
            <a:spLocks noGrp="1"/>
          </p:cNvSpPr>
          <p:nvPr>
            <p:ph type="body" sz="quarter" idx="25" hasCustomPrompt="1"/>
          </p:nvPr>
        </p:nvSpPr>
        <p:spPr>
          <a:xfrm>
            <a:off x="5429094" y="3451901"/>
            <a:ext cx="2340000" cy="90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a:t>Sed ut perspiciatis unde omnis </a:t>
            </a:r>
            <a:br>
              <a:rPr lang="en-GB"/>
            </a:br>
            <a:r>
              <a:rPr lang="en-GB"/>
              <a:t>iste natus error sit voluptatem </a:t>
            </a:r>
            <a:br>
              <a:rPr lang="en-GB"/>
            </a:br>
            <a:r>
              <a:rPr lang="en-GB"/>
              <a:t>accusanti doloremque </a:t>
            </a:r>
            <a:r>
              <a:rPr lang="en-GB" err="1"/>
              <a:t>laudanti</a:t>
            </a:r>
            <a:r>
              <a:rPr lang="en-GB"/>
              <a:t>, </a:t>
            </a:r>
            <a:br>
              <a:rPr lang="en-GB"/>
            </a:br>
            <a:r>
              <a:rPr lang="en-GB"/>
              <a:t>totam rem aperiam, eaque </a:t>
            </a:r>
            <a:r>
              <a:rPr lang="en-GB" err="1"/>
              <a:t>ips</a:t>
            </a:r>
            <a:r>
              <a:rPr lang="en-GB"/>
              <a:t>.</a:t>
            </a:r>
          </a:p>
        </p:txBody>
      </p:sp>
      <p:sp>
        <p:nvSpPr>
          <p:cNvPr id="10" name="Text Placeholder 21">
            <a:extLst>
              <a:ext uri="{FF2B5EF4-FFF2-40B4-BE49-F238E27FC236}">
                <a16:creationId xmlns:a16="http://schemas.microsoft.com/office/drawing/2014/main" id="{396587BB-587D-7309-431E-7FC5409CC282}"/>
              </a:ext>
            </a:extLst>
          </p:cNvPr>
          <p:cNvSpPr>
            <a:spLocks noGrp="1"/>
          </p:cNvSpPr>
          <p:nvPr>
            <p:ph type="body" sz="quarter" idx="26" hasCustomPrompt="1"/>
          </p:nvPr>
        </p:nvSpPr>
        <p:spPr>
          <a:xfrm>
            <a:off x="5429094" y="2665724"/>
            <a:ext cx="2340000" cy="763276"/>
          </a:xfrm>
        </p:spPr>
        <p:txBody>
          <a:bodyPr/>
          <a:lstStyle>
            <a:lvl1pPr marL="0" indent="0">
              <a:lnSpc>
                <a:spcPct val="90000"/>
              </a:lnSpc>
              <a:spcAft>
                <a:spcPts val="1000"/>
              </a:spcAft>
              <a:buNone/>
              <a:defRPr lang="en-GB"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Rebates</a:t>
            </a:r>
            <a:endParaRPr lang="en-US"/>
          </a:p>
        </p:txBody>
      </p:sp>
      <p:sp>
        <p:nvSpPr>
          <p:cNvPr id="17" name="Text Placeholder 21">
            <a:extLst>
              <a:ext uri="{FF2B5EF4-FFF2-40B4-BE49-F238E27FC236}">
                <a16:creationId xmlns:a16="http://schemas.microsoft.com/office/drawing/2014/main" id="{1F79419B-5F52-419F-EB63-35F2E957CA4A}"/>
              </a:ext>
            </a:extLst>
          </p:cNvPr>
          <p:cNvSpPr>
            <a:spLocks noGrp="1"/>
          </p:cNvSpPr>
          <p:nvPr>
            <p:ph type="body" sz="quarter" idx="27" hasCustomPrompt="1"/>
          </p:nvPr>
        </p:nvSpPr>
        <p:spPr>
          <a:xfrm>
            <a:off x="9325973" y="3451901"/>
            <a:ext cx="2340000" cy="90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a:t>Sed ut perspiciatis unde omnis </a:t>
            </a:r>
            <a:br>
              <a:rPr lang="en-GB"/>
            </a:br>
            <a:r>
              <a:rPr lang="en-GB"/>
              <a:t>iste natus error sit voluptatem </a:t>
            </a:r>
            <a:br>
              <a:rPr lang="en-GB"/>
            </a:br>
            <a:r>
              <a:rPr lang="en-GB"/>
              <a:t>accusanti doloremque </a:t>
            </a:r>
            <a:r>
              <a:rPr lang="en-GB" err="1"/>
              <a:t>laudanti</a:t>
            </a:r>
            <a:r>
              <a:rPr lang="en-GB"/>
              <a:t>, </a:t>
            </a:r>
            <a:br>
              <a:rPr lang="en-GB"/>
            </a:br>
            <a:r>
              <a:rPr lang="en-GB"/>
              <a:t>totam rem aperiam, eaque </a:t>
            </a:r>
            <a:r>
              <a:rPr lang="en-GB" err="1"/>
              <a:t>ips</a:t>
            </a:r>
            <a:r>
              <a:rPr lang="en-GB"/>
              <a:t>.</a:t>
            </a:r>
          </a:p>
        </p:txBody>
      </p:sp>
      <p:sp>
        <p:nvSpPr>
          <p:cNvPr id="18" name="Text Placeholder 21">
            <a:extLst>
              <a:ext uri="{FF2B5EF4-FFF2-40B4-BE49-F238E27FC236}">
                <a16:creationId xmlns:a16="http://schemas.microsoft.com/office/drawing/2014/main" id="{DD3D497E-5597-BD9A-4CA8-FEBF23245174}"/>
              </a:ext>
            </a:extLst>
          </p:cNvPr>
          <p:cNvSpPr>
            <a:spLocks noGrp="1"/>
          </p:cNvSpPr>
          <p:nvPr>
            <p:ph type="body" sz="quarter" idx="28" hasCustomPrompt="1"/>
          </p:nvPr>
        </p:nvSpPr>
        <p:spPr>
          <a:xfrm>
            <a:off x="9325973" y="2665724"/>
            <a:ext cx="2340000" cy="763276"/>
          </a:xfrm>
        </p:spPr>
        <p:txBody>
          <a:bodyPr/>
          <a:lstStyle>
            <a:lvl1pPr marL="0" indent="0">
              <a:lnSpc>
                <a:spcPct val="90000"/>
              </a:lnSpc>
              <a:spcAft>
                <a:spcPts val="1000"/>
              </a:spcAft>
              <a:buNone/>
              <a:defRPr lang="en-GB"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Dedicated </a:t>
            </a:r>
            <a:br>
              <a:rPr lang="en-GB" b="0" i="0">
                <a:solidFill>
                  <a:srgbClr val="000000"/>
                </a:solidFill>
                <a:effectLst/>
              </a:rPr>
            </a:br>
            <a:r>
              <a:rPr lang="en-GB" b="0" i="0">
                <a:solidFill>
                  <a:srgbClr val="000000"/>
                </a:solidFill>
                <a:effectLst/>
              </a:rPr>
              <a:t>Support</a:t>
            </a:r>
            <a:endParaRPr lang="en-US"/>
          </a:p>
        </p:txBody>
      </p:sp>
      <p:sp>
        <p:nvSpPr>
          <p:cNvPr id="25" name="Text Placeholder 21">
            <a:extLst>
              <a:ext uri="{FF2B5EF4-FFF2-40B4-BE49-F238E27FC236}">
                <a16:creationId xmlns:a16="http://schemas.microsoft.com/office/drawing/2014/main" id="{3B93C8D2-AED3-2AB9-B0F5-1672AA992DC0}"/>
              </a:ext>
            </a:extLst>
          </p:cNvPr>
          <p:cNvSpPr>
            <a:spLocks noGrp="1"/>
          </p:cNvSpPr>
          <p:nvPr>
            <p:ph type="body" sz="quarter" idx="29" hasCustomPrompt="1"/>
          </p:nvPr>
        </p:nvSpPr>
        <p:spPr>
          <a:xfrm>
            <a:off x="1536355" y="5160979"/>
            <a:ext cx="2340000" cy="90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a:t>Sed ut perspiciatis unde omnis </a:t>
            </a:r>
            <a:br>
              <a:rPr lang="en-GB"/>
            </a:br>
            <a:r>
              <a:rPr lang="en-GB"/>
              <a:t>iste natus error sit voluptatem </a:t>
            </a:r>
            <a:br>
              <a:rPr lang="en-GB"/>
            </a:br>
            <a:r>
              <a:rPr lang="en-GB"/>
              <a:t>accusanti doloremque </a:t>
            </a:r>
            <a:r>
              <a:rPr lang="en-GB" err="1"/>
              <a:t>laudanti</a:t>
            </a:r>
            <a:r>
              <a:rPr lang="en-GB"/>
              <a:t>, </a:t>
            </a:r>
            <a:br>
              <a:rPr lang="en-GB"/>
            </a:br>
            <a:r>
              <a:rPr lang="en-GB"/>
              <a:t>totam rem aperiam, eaque </a:t>
            </a:r>
            <a:r>
              <a:rPr lang="en-GB" err="1"/>
              <a:t>ips</a:t>
            </a:r>
            <a:r>
              <a:rPr lang="en-GB"/>
              <a:t>.</a:t>
            </a:r>
          </a:p>
        </p:txBody>
      </p:sp>
      <p:sp>
        <p:nvSpPr>
          <p:cNvPr id="27" name="Text Placeholder 21">
            <a:extLst>
              <a:ext uri="{FF2B5EF4-FFF2-40B4-BE49-F238E27FC236}">
                <a16:creationId xmlns:a16="http://schemas.microsoft.com/office/drawing/2014/main" id="{FA49DE0A-9167-5E5E-23B4-892A7DE9A70A}"/>
              </a:ext>
            </a:extLst>
          </p:cNvPr>
          <p:cNvSpPr>
            <a:spLocks noGrp="1"/>
          </p:cNvSpPr>
          <p:nvPr>
            <p:ph type="body" sz="quarter" idx="31" hasCustomPrompt="1"/>
          </p:nvPr>
        </p:nvSpPr>
        <p:spPr>
          <a:xfrm>
            <a:off x="5429094" y="5160979"/>
            <a:ext cx="2340000" cy="90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a:t>Sed ut perspiciatis unde omnis </a:t>
            </a:r>
            <a:br>
              <a:rPr lang="en-GB"/>
            </a:br>
            <a:r>
              <a:rPr lang="en-GB"/>
              <a:t>iste natus error sit voluptatem </a:t>
            </a:r>
            <a:br>
              <a:rPr lang="en-GB"/>
            </a:br>
            <a:r>
              <a:rPr lang="en-GB"/>
              <a:t>accusanti doloremque </a:t>
            </a:r>
            <a:r>
              <a:rPr lang="en-GB" err="1"/>
              <a:t>laudanti</a:t>
            </a:r>
            <a:r>
              <a:rPr lang="en-GB"/>
              <a:t>, </a:t>
            </a:r>
            <a:br>
              <a:rPr lang="en-GB"/>
            </a:br>
            <a:r>
              <a:rPr lang="en-GB"/>
              <a:t>totam rem aperiam, eaque </a:t>
            </a:r>
            <a:r>
              <a:rPr lang="en-GB" err="1"/>
              <a:t>ips</a:t>
            </a:r>
            <a:r>
              <a:rPr lang="en-GB"/>
              <a:t>.</a:t>
            </a:r>
          </a:p>
        </p:txBody>
      </p:sp>
      <p:sp>
        <p:nvSpPr>
          <p:cNvPr id="28" name="Text Placeholder 21">
            <a:extLst>
              <a:ext uri="{FF2B5EF4-FFF2-40B4-BE49-F238E27FC236}">
                <a16:creationId xmlns:a16="http://schemas.microsoft.com/office/drawing/2014/main" id="{AD2217CA-90C3-0603-D715-3F36410F2B06}"/>
              </a:ext>
            </a:extLst>
          </p:cNvPr>
          <p:cNvSpPr>
            <a:spLocks noGrp="1"/>
          </p:cNvSpPr>
          <p:nvPr>
            <p:ph type="body" sz="quarter" idx="32" hasCustomPrompt="1"/>
          </p:nvPr>
        </p:nvSpPr>
        <p:spPr>
          <a:xfrm>
            <a:off x="5429094" y="4374802"/>
            <a:ext cx="2340000" cy="763276"/>
          </a:xfrm>
        </p:spPr>
        <p:txBody>
          <a:bodyPr/>
          <a:lstStyle>
            <a:lvl1pPr marL="0" indent="0">
              <a:lnSpc>
                <a:spcPct val="90000"/>
              </a:lnSpc>
              <a:spcAft>
                <a:spcPts val="1000"/>
              </a:spcAft>
              <a:buNone/>
              <a:defRPr lang="en-GB"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Priority Inventory Allocation</a:t>
            </a:r>
            <a:endParaRPr lang="en-US"/>
          </a:p>
        </p:txBody>
      </p:sp>
      <p:sp>
        <p:nvSpPr>
          <p:cNvPr id="29" name="Text Placeholder 21">
            <a:extLst>
              <a:ext uri="{FF2B5EF4-FFF2-40B4-BE49-F238E27FC236}">
                <a16:creationId xmlns:a16="http://schemas.microsoft.com/office/drawing/2014/main" id="{96C4312F-35D9-1855-48F2-8743790ECC7F}"/>
              </a:ext>
            </a:extLst>
          </p:cNvPr>
          <p:cNvSpPr>
            <a:spLocks noGrp="1"/>
          </p:cNvSpPr>
          <p:nvPr>
            <p:ph type="body" sz="quarter" idx="33" hasCustomPrompt="1"/>
          </p:nvPr>
        </p:nvSpPr>
        <p:spPr>
          <a:xfrm>
            <a:off x="9325973" y="5160979"/>
            <a:ext cx="2340000" cy="90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a:t>Sed ut perspiciatis unde omnis </a:t>
            </a:r>
            <a:br>
              <a:rPr lang="en-GB"/>
            </a:br>
            <a:r>
              <a:rPr lang="en-GB"/>
              <a:t>iste natus error sit voluptatem </a:t>
            </a:r>
            <a:br>
              <a:rPr lang="en-GB"/>
            </a:br>
            <a:r>
              <a:rPr lang="en-GB"/>
              <a:t>accusanti doloremque </a:t>
            </a:r>
            <a:r>
              <a:rPr lang="en-GB" err="1"/>
              <a:t>laudanti</a:t>
            </a:r>
            <a:r>
              <a:rPr lang="en-GB"/>
              <a:t>, </a:t>
            </a:r>
            <a:br>
              <a:rPr lang="en-GB"/>
            </a:br>
            <a:r>
              <a:rPr lang="en-GB"/>
              <a:t>totam rem aperiam, eaque </a:t>
            </a:r>
            <a:r>
              <a:rPr lang="en-GB" err="1"/>
              <a:t>ips</a:t>
            </a:r>
            <a:r>
              <a:rPr lang="en-GB"/>
              <a:t>.</a:t>
            </a:r>
          </a:p>
        </p:txBody>
      </p:sp>
      <p:sp>
        <p:nvSpPr>
          <p:cNvPr id="30" name="Text Placeholder 21">
            <a:extLst>
              <a:ext uri="{FF2B5EF4-FFF2-40B4-BE49-F238E27FC236}">
                <a16:creationId xmlns:a16="http://schemas.microsoft.com/office/drawing/2014/main" id="{57167064-2D79-2646-F1CA-B518AAA4EA06}"/>
              </a:ext>
            </a:extLst>
          </p:cNvPr>
          <p:cNvSpPr>
            <a:spLocks noGrp="1"/>
          </p:cNvSpPr>
          <p:nvPr>
            <p:ph type="body" sz="quarter" idx="34" hasCustomPrompt="1"/>
          </p:nvPr>
        </p:nvSpPr>
        <p:spPr>
          <a:xfrm>
            <a:off x="9325973" y="4374802"/>
            <a:ext cx="2340000" cy="763276"/>
          </a:xfrm>
        </p:spPr>
        <p:txBody>
          <a:bodyPr/>
          <a:lstStyle>
            <a:lvl1pPr marL="0" indent="0">
              <a:lnSpc>
                <a:spcPct val="90000"/>
              </a:lnSpc>
              <a:spcAft>
                <a:spcPts val="1000"/>
              </a:spcAft>
              <a:buNone/>
              <a:defRPr lang="en-GB"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Tools and </a:t>
            </a:r>
            <a:br>
              <a:rPr lang="en-GB" b="0" i="0">
                <a:solidFill>
                  <a:srgbClr val="000000"/>
                </a:solidFill>
                <a:effectLst/>
              </a:rPr>
            </a:br>
            <a:r>
              <a:rPr lang="en-GB" b="0" i="0">
                <a:solidFill>
                  <a:srgbClr val="000000"/>
                </a:solidFill>
                <a:effectLst/>
              </a:rPr>
              <a:t>Reporting</a:t>
            </a:r>
            <a:endParaRPr lang="en-US"/>
          </a:p>
        </p:txBody>
      </p:sp>
      <p:sp>
        <p:nvSpPr>
          <p:cNvPr id="34" name="Text Placeholder 21">
            <a:extLst>
              <a:ext uri="{FF2B5EF4-FFF2-40B4-BE49-F238E27FC236}">
                <a16:creationId xmlns:a16="http://schemas.microsoft.com/office/drawing/2014/main" id="{655A7C08-A93D-7FAF-0DE7-DD89E3296CB9}"/>
              </a:ext>
            </a:extLst>
          </p:cNvPr>
          <p:cNvSpPr>
            <a:spLocks noGrp="1"/>
          </p:cNvSpPr>
          <p:nvPr>
            <p:ph type="body" sz="quarter" idx="35" hasCustomPrompt="1"/>
          </p:nvPr>
        </p:nvSpPr>
        <p:spPr>
          <a:xfrm>
            <a:off x="1532215" y="4397703"/>
            <a:ext cx="2340000" cy="763276"/>
          </a:xfrm>
        </p:spPr>
        <p:txBody>
          <a:bodyPr/>
          <a:lstStyle>
            <a:lvl1pPr marL="0" indent="0">
              <a:lnSpc>
                <a:spcPct val="90000"/>
              </a:lnSpc>
              <a:spcAft>
                <a:spcPts val="1000"/>
              </a:spcAft>
              <a:buNone/>
              <a:defRPr lang="en-GB"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Purchasing </a:t>
            </a:r>
            <a:br>
              <a:rPr lang="en-GB" b="0" i="0">
                <a:solidFill>
                  <a:srgbClr val="000000"/>
                </a:solidFill>
                <a:effectLst/>
              </a:rPr>
            </a:br>
            <a:r>
              <a:rPr lang="en-GB" b="0" i="0">
                <a:solidFill>
                  <a:srgbClr val="000000"/>
                </a:solidFill>
                <a:effectLst/>
              </a:rPr>
              <a:t>Power</a:t>
            </a:r>
            <a:endParaRPr lang="en-US"/>
          </a:p>
        </p:txBody>
      </p:sp>
    </p:spTree>
    <p:extLst>
      <p:ext uri="{BB962C8B-B14F-4D97-AF65-F5344CB8AC3E}">
        <p14:creationId xmlns:p14="http://schemas.microsoft.com/office/powerpoint/2010/main" val="37352186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Slide x 2 Images - icons">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642799" y="1298071"/>
            <a:ext cx="5023174" cy="1044575"/>
          </a:xfrm>
        </p:spPr>
        <p:txBody>
          <a:bodyPr/>
          <a:lstStyle>
            <a:lvl1pPr>
              <a:defRPr sz="2600"/>
            </a:lvl1pPr>
          </a:lstStyle>
          <a:p>
            <a:r>
              <a:rPr lang="en-GB"/>
              <a:t>Content slide</a:t>
            </a:r>
            <a:br>
              <a:rPr lang="en-GB"/>
            </a:br>
            <a:r>
              <a:rPr lang="en-GB"/>
              <a:t>- icons</a:t>
            </a:r>
            <a:endParaRPr lang="en-US"/>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635750" y="476250"/>
            <a:ext cx="5030223"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7" name="Picture Placeholder 16">
            <a:extLst>
              <a:ext uri="{FF2B5EF4-FFF2-40B4-BE49-F238E27FC236}">
                <a16:creationId xmlns:a16="http://schemas.microsoft.com/office/drawing/2014/main" id="{229710FD-8A45-2431-D079-EA74DA120F85}"/>
              </a:ext>
            </a:extLst>
          </p:cNvPr>
          <p:cNvSpPr>
            <a:spLocks noGrp="1"/>
          </p:cNvSpPr>
          <p:nvPr>
            <p:ph type="pic" sz="quarter" idx="14"/>
          </p:nvPr>
        </p:nvSpPr>
        <p:spPr>
          <a:xfrm>
            <a:off x="891250" y="1268413"/>
            <a:ext cx="2592000" cy="3454640"/>
          </a:xfrm>
          <a:solidFill>
            <a:schemeClr val="bg1">
              <a:lumMod val="85000"/>
            </a:schemeClr>
          </a:solidFill>
        </p:spPr>
        <p:txBody>
          <a:bodyPr/>
          <a:lstStyle/>
          <a:p>
            <a:endParaRPr lang="en-US"/>
          </a:p>
        </p:txBody>
      </p:sp>
      <p:sp>
        <p:nvSpPr>
          <p:cNvPr id="18" name="Picture Placeholder 16">
            <a:extLst>
              <a:ext uri="{FF2B5EF4-FFF2-40B4-BE49-F238E27FC236}">
                <a16:creationId xmlns:a16="http://schemas.microsoft.com/office/drawing/2014/main" id="{7EAFD47E-3100-474E-D984-924BEA08459E}"/>
              </a:ext>
            </a:extLst>
          </p:cNvPr>
          <p:cNvSpPr>
            <a:spLocks noGrp="1"/>
          </p:cNvSpPr>
          <p:nvPr>
            <p:ph type="pic" sz="quarter" idx="15"/>
          </p:nvPr>
        </p:nvSpPr>
        <p:spPr>
          <a:xfrm>
            <a:off x="3639447" y="2512847"/>
            <a:ext cx="1980000" cy="2736000"/>
          </a:xfrm>
          <a:solidFill>
            <a:schemeClr val="bg1">
              <a:lumMod val="85000"/>
            </a:schemeClr>
          </a:solidFill>
        </p:spPr>
        <p:txBody>
          <a:bodyPr/>
          <a:lstStyle/>
          <a:p>
            <a:endParaRPr lang="en-US"/>
          </a:p>
        </p:txBody>
      </p:sp>
      <p:sp>
        <p:nvSpPr>
          <p:cNvPr id="4" name="Text Placeholder 21">
            <a:extLst>
              <a:ext uri="{FF2B5EF4-FFF2-40B4-BE49-F238E27FC236}">
                <a16:creationId xmlns:a16="http://schemas.microsoft.com/office/drawing/2014/main" id="{F8BE5913-5162-CCD4-4293-7D233AD39EC0}"/>
              </a:ext>
            </a:extLst>
          </p:cNvPr>
          <p:cNvSpPr>
            <a:spLocks noGrp="1"/>
          </p:cNvSpPr>
          <p:nvPr>
            <p:ph type="body" sz="quarter" idx="17" hasCustomPrompt="1"/>
          </p:nvPr>
        </p:nvSpPr>
        <p:spPr>
          <a:xfrm>
            <a:off x="7237720" y="2508374"/>
            <a:ext cx="4428253" cy="54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ut perspiciatis unde omnis iste natus error </a:t>
            </a:r>
            <a:br>
              <a:rPr lang="en-GB" b="0" i="0">
                <a:solidFill>
                  <a:srgbClr val="000000"/>
                </a:solidFill>
                <a:effectLst/>
              </a:rPr>
            </a:br>
            <a:r>
              <a:rPr lang="en-GB" b="0" i="0">
                <a:solidFill>
                  <a:srgbClr val="000000"/>
                </a:solidFill>
                <a:effectLst/>
              </a:rPr>
              <a:t>sit voluptatem accusanti doloremque </a:t>
            </a:r>
            <a:r>
              <a:rPr lang="en-GB" b="0" i="0" err="1">
                <a:solidFill>
                  <a:srgbClr val="000000"/>
                </a:solidFill>
                <a:effectLst/>
              </a:rPr>
              <a:t>laudanti</a:t>
            </a:r>
            <a:r>
              <a:rPr lang="en-GB" b="0" i="0">
                <a:solidFill>
                  <a:srgbClr val="000000"/>
                </a:solidFill>
                <a:effectLst/>
              </a:rPr>
              <a:t>.</a:t>
            </a:r>
            <a:endParaRPr lang="en-GB"/>
          </a:p>
        </p:txBody>
      </p:sp>
      <p:sp>
        <p:nvSpPr>
          <p:cNvPr id="7" name="Text Placeholder 21">
            <a:extLst>
              <a:ext uri="{FF2B5EF4-FFF2-40B4-BE49-F238E27FC236}">
                <a16:creationId xmlns:a16="http://schemas.microsoft.com/office/drawing/2014/main" id="{257F753F-EED8-E20A-F3D8-5444B331A76A}"/>
              </a:ext>
            </a:extLst>
          </p:cNvPr>
          <p:cNvSpPr>
            <a:spLocks noGrp="1"/>
          </p:cNvSpPr>
          <p:nvPr>
            <p:ph type="body" sz="quarter" idx="18" hasCustomPrompt="1"/>
          </p:nvPr>
        </p:nvSpPr>
        <p:spPr>
          <a:xfrm>
            <a:off x="7237720" y="3298717"/>
            <a:ext cx="4428253" cy="54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ut perspiciatis unde omnis iste natus error </a:t>
            </a:r>
            <a:br>
              <a:rPr lang="en-GB" b="0" i="0">
                <a:solidFill>
                  <a:srgbClr val="000000"/>
                </a:solidFill>
                <a:effectLst/>
              </a:rPr>
            </a:br>
            <a:r>
              <a:rPr lang="en-GB" b="0" i="0">
                <a:solidFill>
                  <a:srgbClr val="000000"/>
                </a:solidFill>
                <a:effectLst/>
              </a:rPr>
              <a:t>sit voluptatem accusanti doloremque </a:t>
            </a:r>
            <a:r>
              <a:rPr lang="en-GB" b="0" i="0" err="1">
                <a:solidFill>
                  <a:srgbClr val="000000"/>
                </a:solidFill>
                <a:effectLst/>
              </a:rPr>
              <a:t>laudanti</a:t>
            </a:r>
            <a:r>
              <a:rPr lang="en-GB" b="0" i="0">
                <a:solidFill>
                  <a:srgbClr val="000000"/>
                </a:solidFill>
                <a:effectLst/>
              </a:rPr>
              <a:t>.</a:t>
            </a:r>
            <a:endParaRPr lang="en-GB"/>
          </a:p>
        </p:txBody>
      </p:sp>
      <p:sp>
        <p:nvSpPr>
          <p:cNvPr id="8" name="Text Placeholder 21">
            <a:extLst>
              <a:ext uri="{FF2B5EF4-FFF2-40B4-BE49-F238E27FC236}">
                <a16:creationId xmlns:a16="http://schemas.microsoft.com/office/drawing/2014/main" id="{6C7392FB-2448-4759-5036-DE475281EB42}"/>
              </a:ext>
            </a:extLst>
          </p:cNvPr>
          <p:cNvSpPr>
            <a:spLocks noGrp="1"/>
          </p:cNvSpPr>
          <p:nvPr>
            <p:ph type="body" sz="quarter" idx="19" hasCustomPrompt="1"/>
          </p:nvPr>
        </p:nvSpPr>
        <p:spPr>
          <a:xfrm>
            <a:off x="7237720" y="4089060"/>
            <a:ext cx="4428253" cy="54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ut perspiciatis unde omnis iste natus error </a:t>
            </a:r>
            <a:br>
              <a:rPr lang="en-GB" b="0" i="0">
                <a:solidFill>
                  <a:srgbClr val="000000"/>
                </a:solidFill>
                <a:effectLst/>
              </a:rPr>
            </a:br>
            <a:r>
              <a:rPr lang="en-GB" b="0" i="0">
                <a:solidFill>
                  <a:srgbClr val="000000"/>
                </a:solidFill>
                <a:effectLst/>
              </a:rPr>
              <a:t>sit voluptatem accusanti doloremque </a:t>
            </a:r>
            <a:r>
              <a:rPr lang="en-GB" b="0" i="0" err="1">
                <a:solidFill>
                  <a:srgbClr val="000000"/>
                </a:solidFill>
                <a:effectLst/>
              </a:rPr>
              <a:t>laudanti</a:t>
            </a:r>
            <a:r>
              <a:rPr lang="en-GB" b="0" i="0">
                <a:solidFill>
                  <a:srgbClr val="000000"/>
                </a:solidFill>
                <a:effectLst/>
              </a:rPr>
              <a:t>.</a:t>
            </a:r>
            <a:endParaRPr lang="en-GB"/>
          </a:p>
        </p:txBody>
      </p:sp>
      <p:sp>
        <p:nvSpPr>
          <p:cNvPr id="9" name="Text Placeholder 21">
            <a:extLst>
              <a:ext uri="{FF2B5EF4-FFF2-40B4-BE49-F238E27FC236}">
                <a16:creationId xmlns:a16="http://schemas.microsoft.com/office/drawing/2014/main" id="{C44CBE30-ACCE-13BA-C2CA-72150D909586}"/>
              </a:ext>
            </a:extLst>
          </p:cNvPr>
          <p:cNvSpPr>
            <a:spLocks noGrp="1"/>
          </p:cNvSpPr>
          <p:nvPr>
            <p:ph type="body" sz="quarter" idx="20" hasCustomPrompt="1"/>
          </p:nvPr>
        </p:nvSpPr>
        <p:spPr>
          <a:xfrm>
            <a:off x="7237720" y="4879403"/>
            <a:ext cx="4428253" cy="54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ut perspiciatis unde omnis iste natus error </a:t>
            </a:r>
            <a:br>
              <a:rPr lang="en-GB" b="0" i="0">
                <a:solidFill>
                  <a:srgbClr val="000000"/>
                </a:solidFill>
                <a:effectLst/>
              </a:rPr>
            </a:br>
            <a:r>
              <a:rPr lang="en-GB" b="0" i="0">
                <a:solidFill>
                  <a:srgbClr val="000000"/>
                </a:solidFill>
                <a:effectLst/>
              </a:rPr>
              <a:t>sit voluptatem accusanti doloremque </a:t>
            </a:r>
            <a:r>
              <a:rPr lang="en-GB" b="0" i="0" err="1">
                <a:solidFill>
                  <a:srgbClr val="000000"/>
                </a:solidFill>
                <a:effectLst/>
              </a:rPr>
              <a:t>laudanti</a:t>
            </a:r>
            <a:r>
              <a:rPr lang="en-GB" b="0" i="0">
                <a:solidFill>
                  <a:srgbClr val="000000"/>
                </a:solidFill>
                <a:effectLst/>
              </a:rPr>
              <a:t>.</a:t>
            </a:r>
            <a:endParaRPr lang="en-GB"/>
          </a:p>
        </p:txBody>
      </p:sp>
      <p:sp>
        <p:nvSpPr>
          <p:cNvPr id="10" name="Text Placeholder 21">
            <a:extLst>
              <a:ext uri="{FF2B5EF4-FFF2-40B4-BE49-F238E27FC236}">
                <a16:creationId xmlns:a16="http://schemas.microsoft.com/office/drawing/2014/main" id="{CADF10BB-1B84-A597-53CB-A1F3EEA37992}"/>
              </a:ext>
            </a:extLst>
          </p:cNvPr>
          <p:cNvSpPr>
            <a:spLocks noGrp="1"/>
          </p:cNvSpPr>
          <p:nvPr>
            <p:ph type="body" sz="quarter" idx="21" hasCustomPrompt="1"/>
          </p:nvPr>
        </p:nvSpPr>
        <p:spPr>
          <a:xfrm>
            <a:off x="7237720" y="5669746"/>
            <a:ext cx="4428253" cy="54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ut perspiciatis unde omnis iste natus error </a:t>
            </a:r>
            <a:br>
              <a:rPr lang="en-GB" b="0" i="0">
                <a:solidFill>
                  <a:srgbClr val="000000"/>
                </a:solidFill>
                <a:effectLst/>
              </a:rPr>
            </a:br>
            <a:r>
              <a:rPr lang="en-GB" b="0" i="0">
                <a:solidFill>
                  <a:srgbClr val="000000"/>
                </a:solidFill>
                <a:effectLst/>
              </a:rPr>
              <a:t>sit voluptatem accusanti doloremque </a:t>
            </a:r>
            <a:r>
              <a:rPr lang="en-GB" b="0" i="0" err="1">
                <a:solidFill>
                  <a:srgbClr val="000000"/>
                </a:solidFill>
                <a:effectLst/>
              </a:rPr>
              <a:t>laudanti</a:t>
            </a:r>
            <a:r>
              <a:rPr lang="en-GB" b="0" i="0">
                <a:solidFill>
                  <a:srgbClr val="000000"/>
                </a:solidFill>
                <a:effectLst/>
              </a:rPr>
              <a:t>.</a:t>
            </a:r>
            <a:endParaRPr lang="en-GB"/>
          </a:p>
        </p:txBody>
      </p:sp>
    </p:spTree>
    <p:extLst>
      <p:ext uri="{BB962C8B-B14F-4D97-AF65-F5344CB8AC3E}">
        <p14:creationId xmlns:p14="http://schemas.microsoft.com/office/powerpoint/2010/main" val="20243233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Slide - 2 Images">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635749" y="1628544"/>
            <a:ext cx="5040313" cy="1044575"/>
          </a:xfrm>
        </p:spPr>
        <p:txBody>
          <a:bodyPr/>
          <a:lstStyle>
            <a:lvl1pPr>
              <a:defRPr sz="4000"/>
            </a:lvl1pPr>
          </a:lstStyle>
          <a:p>
            <a:r>
              <a:rPr lang="en-GB"/>
              <a:t>Content slide</a:t>
            </a:r>
            <a:br>
              <a:rPr lang="en-GB"/>
            </a:br>
            <a:r>
              <a:rPr lang="en-GB"/>
              <a:t>- 2 images</a:t>
            </a:r>
            <a:endParaRPr lang="en-US"/>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635750" y="476250"/>
            <a:ext cx="5030223"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7" name="Picture Placeholder 16">
            <a:extLst>
              <a:ext uri="{FF2B5EF4-FFF2-40B4-BE49-F238E27FC236}">
                <a16:creationId xmlns:a16="http://schemas.microsoft.com/office/drawing/2014/main" id="{229710FD-8A45-2431-D079-EA74DA120F85}"/>
              </a:ext>
            </a:extLst>
          </p:cNvPr>
          <p:cNvSpPr>
            <a:spLocks noGrp="1"/>
          </p:cNvSpPr>
          <p:nvPr>
            <p:ph type="pic" sz="quarter" idx="14"/>
          </p:nvPr>
        </p:nvSpPr>
        <p:spPr>
          <a:xfrm>
            <a:off x="541653" y="1033280"/>
            <a:ext cx="2880000" cy="3672000"/>
          </a:xfrm>
          <a:solidFill>
            <a:schemeClr val="bg1">
              <a:lumMod val="85000"/>
            </a:schemeClr>
          </a:solidFill>
        </p:spPr>
        <p:txBody>
          <a:bodyPr/>
          <a:lstStyle/>
          <a:p>
            <a:endParaRPr lang="en-US"/>
          </a:p>
        </p:txBody>
      </p:sp>
      <p:sp>
        <p:nvSpPr>
          <p:cNvPr id="18" name="Picture Placeholder 16">
            <a:extLst>
              <a:ext uri="{FF2B5EF4-FFF2-40B4-BE49-F238E27FC236}">
                <a16:creationId xmlns:a16="http://schemas.microsoft.com/office/drawing/2014/main" id="{7EAFD47E-3100-474E-D984-924BEA08459E}"/>
              </a:ext>
            </a:extLst>
          </p:cNvPr>
          <p:cNvSpPr>
            <a:spLocks noGrp="1"/>
          </p:cNvSpPr>
          <p:nvPr>
            <p:ph type="pic" sz="quarter" idx="15"/>
          </p:nvPr>
        </p:nvSpPr>
        <p:spPr>
          <a:xfrm>
            <a:off x="3593149" y="1033280"/>
            <a:ext cx="1980000" cy="2448000"/>
          </a:xfrm>
          <a:solidFill>
            <a:schemeClr val="bg1">
              <a:lumMod val="85000"/>
            </a:schemeClr>
          </a:solidFill>
        </p:spPr>
        <p:txBody>
          <a:bodyPr/>
          <a:lstStyle/>
          <a:p>
            <a:endParaRPr lang="en-US"/>
          </a:p>
        </p:txBody>
      </p:sp>
      <p:sp>
        <p:nvSpPr>
          <p:cNvPr id="4" name="Text Placeholder 21">
            <a:extLst>
              <a:ext uri="{FF2B5EF4-FFF2-40B4-BE49-F238E27FC236}">
                <a16:creationId xmlns:a16="http://schemas.microsoft.com/office/drawing/2014/main" id="{F8BE5913-5162-CCD4-4293-7D233AD39EC0}"/>
              </a:ext>
            </a:extLst>
          </p:cNvPr>
          <p:cNvSpPr>
            <a:spLocks noGrp="1"/>
          </p:cNvSpPr>
          <p:nvPr>
            <p:ph type="body" sz="quarter" idx="17" hasCustomPrompt="1"/>
          </p:nvPr>
        </p:nvSpPr>
        <p:spPr>
          <a:xfrm>
            <a:off x="6635749" y="3428267"/>
            <a:ext cx="5040313" cy="791339"/>
          </a:xfrm>
        </p:spPr>
        <p:txBody>
          <a:bodyPr/>
          <a:lstStyle>
            <a:lvl1pPr marL="0" indent="0">
              <a:lnSpc>
                <a:spcPct val="90000"/>
              </a:lnSpc>
              <a:spcAft>
                <a:spcPts val="1000"/>
              </a:spcAft>
              <a:buNone/>
              <a:defRPr lang="en-GB" sz="26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Lorem ipsum </a:t>
            </a:r>
            <a:br>
              <a:rPr lang="en-GB" b="0" i="0">
                <a:solidFill>
                  <a:srgbClr val="000000"/>
                </a:solidFill>
                <a:effectLst/>
              </a:rPr>
            </a:br>
            <a:r>
              <a:rPr lang="en-GB" b="0" i="0">
                <a:solidFill>
                  <a:srgbClr val="000000"/>
                </a:solidFill>
                <a:effectLst/>
              </a:rPr>
              <a:t>dolor sit amet</a:t>
            </a:r>
            <a:endParaRPr lang="en-US"/>
          </a:p>
        </p:txBody>
      </p:sp>
      <p:sp>
        <p:nvSpPr>
          <p:cNvPr id="7" name="Text Placeholder 21">
            <a:extLst>
              <a:ext uri="{FF2B5EF4-FFF2-40B4-BE49-F238E27FC236}">
                <a16:creationId xmlns:a16="http://schemas.microsoft.com/office/drawing/2014/main" id="{257F753F-EED8-E20A-F3D8-5444B331A76A}"/>
              </a:ext>
            </a:extLst>
          </p:cNvPr>
          <p:cNvSpPr>
            <a:spLocks noGrp="1"/>
          </p:cNvSpPr>
          <p:nvPr>
            <p:ph type="body" sz="quarter" idx="18" hasCustomPrompt="1"/>
          </p:nvPr>
        </p:nvSpPr>
        <p:spPr>
          <a:xfrm>
            <a:off x="6635749" y="4308407"/>
            <a:ext cx="2202862" cy="1135504"/>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a:t>
            </a:r>
            <a:r>
              <a:rPr lang="en-GB" b="0" i="0" err="1">
                <a:solidFill>
                  <a:srgbClr val="000000"/>
                </a:solidFill>
                <a:effectLst/>
              </a:rPr>
              <a:t>ut</a:t>
            </a:r>
            <a:r>
              <a:rPr lang="en-GB" b="0" i="0">
                <a:solidFill>
                  <a:srgbClr val="000000"/>
                </a:solidFill>
                <a:effectLst/>
              </a:rPr>
              <a:t> </a:t>
            </a:r>
            <a:r>
              <a:rPr lang="en-GB" b="0" i="0" err="1">
                <a:solidFill>
                  <a:srgbClr val="000000"/>
                </a:solidFill>
                <a:effectLst/>
              </a:rPr>
              <a:t>perspiciatis</a:t>
            </a:r>
            <a:r>
              <a:rPr lang="en-GB" b="0" i="0">
                <a:solidFill>
                  <a:srgbClr val="000000"/>
                </a:solidFill>
                <a:effectLst/>
              </a:rPr>
              <a:t> </a:t>
            </a:r>
            <a:r>
              <a:rPr lang="en-GB" b="0" i="0" err="1">
                <a:solidFill>
                  <a:srgbClr val="000000"/>
                </a:solidFill>
                <a:effectLst/>
              </a:rPr>
              <a:t>unde</a:t>
            </a:r>
            <a:r>
              <a:rPr lang="en-GB" b="0" i="0">
                <a:solidFill>
                  <a:srgbClr val="000000"/>
                </a:solidFill>
                <a:effectLst/>
              </a:rPr>
              <a:t> omni </a:t>
            </a:r>
            <a:br>
              <a:rPr lang="en-GB" b="0" i="0">
                <a:solidFill>
                  <a:srgbClr val="000000"/>
                </a:solidFill>
                <a:effectLst/>
              </a:rPr>
            </a:br>
            <a:r>
              <a:rPr lang="en-GB" b="0" i="0" err="1">
                <a:solidFill>
                  <a:srgbClr val="000000"/>
                </a:solidFill>
                <a:effectLst/>
              </a:rPr>
              <a:t>iste</a:t>
            </a:r>
            <a:r>
              <a:rPr lang="en-GB" b="0" i="0">
                <a:solidFill>
                  <a:srgbClr val="000000"/>
                </a:solidFill>
                <a:effectLst/>
              </a:rPr>
              <a:t> </a:t>
            </a:r>
            <a:r>
              <a:rPr lang="en-GB" b="0" i="0" err="1">
                <a:solidFill>
                  <a:srgbClr val="000000"/>
                </a:solidFill>
                <a:effectLst/>
              </a:rPr>
              <a:t>natus</a:t>
            </a:r>
            <a:r>
              <a:rPr lang="en-GB" b="0" i="0">
                <a:solidFill>
                  <a:srgbClr val="000000"/>
                </a:solidFill>
                <a:effectLst/>
              </a:rPr>
              <a:t> error sit </a:t>
            </a:r>
            <a:r>
              <a:rPr lang="en-GB" b="0" i="0" err="1">
                <a:solidFill>
                  <a:srgbClr val="000000"/>
                </a:solidFill>
                <a:effectLst/>
              </a:rPr>
              <a:t>voluptatem</a:t>
            </a:r>
            <a:r>
              <a:rPr lang="en-GB" b="0" i="0">
                <a:solidFill>
                  <a:srgbClr val="000000"/>
                </a:solidFill>
                <a:effectLst/>
              </a:rPr>
              <a:t> </a:t>
            </a:r>
            <a:r>
              <a:rPr lang="en-GB" b="0" i="0" err="1">
                <a:solidFill>
                  <a:srgbClr val="000000"/>
                </a:solidFill>
                <a:effectLst/>
              </a:rPr>
              <a:t>accusantium</a:t>
            </a:r>
            <a:r>
              <a:rPr lang="en-GB" b="0" i="0">
                <a:solidFill>
                  <a:srgbClr val="000000"/>
                </a:solidFill>
                <a:effectLst/>
              </a:rPr>
              <a:t> </a:t>
            </a:r>
            <a:r>
              <a:rPr lang="en-GB" b="0" i="0" err="1">
                <a:solidFill>
                  <a:srgbClr val="000000"/>
                </a:solidFill>
                <a:effectLst/>
              </a:rPr>
              <a:t>doloremque</a:t>
            </a:r>
            <a:r>
              <a:rPr lang="en-GB" b="0" i="0">
                <a:solidFill>
                  <a:srgbClr val="000000"/>
                </a:solidFill>
                <a:effectLst/>
              </a:rPr>
              <a:t> </a:t>
            </a:r>
            <a:r>
              <a:rPr lang="en-GB" b="0" i="0" err="1">
                <a:solidFill>
                  <a:srgbClr val="000000"/>
                </a:solidFill>
                <a:effectLst/>
              </a:rPr>
              <a:t>laudantium</a:t>
            </a:r>
            <a:r>
              <a:rPr lang="en-GB" b="0" i="0">
                <a:solidFill>
                  <a:srgbClr val="000000"/>
                </a:solidFill>
                <a:effectLst/>
              </a:rPr>
              <a:t>, </a:t>
            </a:r>
            <a:r>
              <a:rPr lang="en-GB" b="0" i="0" err="1">
                <a:solidFill>
                  <a:srgbClr val="000000"/>
                </a:solidFill>
                <a:effectLst/>
              </a:rPr>
              <a:t>totam</a:t>
            </a:r>
            <a:r>
              <a:rPr lang="en-GB" b="0" i="0">
                <a:solidFill>
                  <a:srgbClr val="000000"/>
                </a:solidFill>
                <a:effectLst/>
              </a:rPr>
              <a:t> rem </a:t>
            </a:r>
            <a:r>
              <a:rPr lang="en-GB" b="0" i="0" err="1">
                <a:solidFill>
                  <a:srgbClr val="000000"/>
                </a:solidFill>
                <a:effectLst/>
              </a:rPr>
              <a:t>aperia</a:t>
            </a:r>
            <a:r>
              <a:rPr lang="en-GB" b="0" i="0">
                <a:solidFill>
                  <a:srgbClr val="000000"/>
                </a:solidFill>
                <a:effectLst/>
              </a:rPr>
              <a:t>, </a:t>
            </a:r>
            <a:r>
              <a:rPr lang="en-GB" b="0" i="0" err="1">
                <a:solidFill>
                  <a:srgbClr val="000000"/>
                </a:solidFill>
                <a:effectLst/>
              </a:rPr>
              <a:t>eaque</a:t>
            </a:r>
            <a:r>
              <a:rPr lang="en-GB" b="0" i="0">
                <a:solidFill>
                  <a:srgbClr val="000000"/>
                </a:solidFill>
                <a:effectLst/>
              </a:rPr>
              <a:t> ipsa </a:t>
            </a:r>
            <a:r>
              <a:rPr lang="en-GB" b="0" i="0" err="1">
                <a:solidFill>
                  <a:srgbClr val="000000"/>
                </a:solidFill>
                <a:effectLst/>
              </a:rPr>
              <a:t>quae</a:t>
            </a:r>
            <a:r>
              <a:rPr lang="en-GB" b="0" i="0">
                <a:solidFill>
                  <a:srgbClr val="000000"/>
                </a:solidFill>
                <a:effectLst/>
              </a:rPr>
              <a:t> ab </a:t>
            </a:r>
            <a:r>
              <a:rPr lang="en-GB" b="0" i="0" err="1">
                <a:solidFill>
                  <a:srgbClr val="000000"/>
                </a:solidFill>
                <a:effectLst/>
              </a:rPr>
              <a:t>illo</a:t>
            </a:r>
            <a:r>
              <a:rPr lang="en-GB" b="0" i="0">
                <a:solidFill>
                  <a:srgbClr val="000000"/>
                </a:solidFill>
                <a:effectLst/>
              </a:rPr>
              <a:t> invent </a:t>
            </a:r>
            <a:r>
              <a:rPr lang="en-GB" b="0" i="0" err="1">
                <a:solidFill>
                  <a:srgbClr val="000000"/>
                </a:solidFill>
                <a:effectLst/>
              </a:rPr>
              <a:t>veritatis</a:t>
            </a:r>
            <a:r>
              <a:rPr lang="en-GB" b="0" i="0">
                <a:solidFill>
                  <a:srgbClr val="000000"/>
                </a:solidFill>
                <a:effectLst/>
              </a:rPr>
              <a:t> et quasi.</a:t>
            </a:r>
            <a:endParaRPr lang="en-GB"/>
          </a:p>
        </p:txBody>
      </p:sp>
      <p:sp>
        <p:nvSpPr>
          <p:cNvPr id="13" name="Text Placeholder 21">
            <a:extLst>
              <a:ext uri="{FF2B5EF4-FFF2-40B4-BE49-F238E27FC236}">
                <a16:creationId xmlns:a16="http://schemas.microsoft.com/office/drawing/2014/main" id="{60720017-6C1B-6F45-EDCA-FC5D32D005DF}"/>
              </a:ext>
            </a:extLst>
          </p:cNvPr>
          <p:cNvSpPr>
            <a:spLocks noGrp="1"/>
          </p:cNvSpPr>
          <p:nvPr>
            <p:ph type="body" sz="quarter" idx="22" hasCustomPrompt="1"/>
          </p:nvPr>
        </p:nvSpPr>
        <p:spPr>
          <a:xfrm>
            <a:off x="8940800" y="4308407"/>
            <a:ext cx="2202862" cy="1135504"/>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ut perspiciatis unde omni </a:t>
            </a:r>
            <a:br>
              <a:rPr lang="en-GB" b="0" i="0">
                <a:solidFill>
                  <a:srgbClr val="000000"/>
                </a:solidFill>
                <a:effectLst/>
              </a:rPr>
            </a:br>
            <a:r>
              <a:rPr lang="en-GB" b="0" i="0">
                <a:solidFill>
                  <a:srgbClr val="000000"/>
                </a:solidFill>
                <a:effectLst/>
              </a:rPr>
              <a:t>iste natus error sit voluptatem </a:t>
            </a:r>
            <a:r>
              <a:rPr lang="en-GB" b="0" i="0" err="1">
                <a:solidFill>
                  <a:srgbClr val="000000"/>
                </a:solidFill>
                <a:effectLst/>
              </a:rPr>
              <a:t>accusantium</a:t>
            </a:r>
            <a:r>
              <a:rPr lang="en-GB" b="0" i="0">
                <a:solidFill>
                  <a:srgbClr val="000000"/>
                </a:solidFill>
                <a:effectLst/>
              </a:rPr>
              <a:t> doloremque laudantium, totam rem </a:t>
            </a:r>
            <a:r>
              <a:rPr lang="en-GB" b="0" i="0" err="1">
                <a:solidFill>
                  <a:srgbClr val="000000"/>
                </a:solidFill>
                <a:effectLst/>
              </a:rPr>
              <a:t>aperia</a:t>
            </a:r>
            <a:r>
              <a:rPr lang="en-GB" b="0" i="0">
                <a:solidFill>
                  <a:srgbClr val="000000"/>
                </a:solidFill>
                <a:effectLst/>
              </a:rPr>
              <a:t>, eaque ipsa </a:t>
            </a:r>
            <a:r>
              <a:rPr lang="en-GB" b="0" i="0" err="1">
                <a:solidFill>
                  <a:srgbClr val="000000"/>
                </a:solidFill>
                <a:effectLst/>
              </a:rPr>
              <a:t>quae</a:t>
            </a:r>
            <a:r>
              <a:rPr lang="en-GB" b="0" i="0">
                <a:solidFill>
                  <a:srgbClr val="000000"/>
                </a:solidFill>
                <a:effectLst/>
              </a:rPr>
              <a:t> ab </a:t>
            </a:r>
            <a:r>
              <a:rPr lang="en-GB" b="0" i="0" err="1">
                <a:solidFill>
                  <a:srgbClr val="000000"/>
                </a:solidFill>
                <a:effectLst/>
              </a:rPr>
              <a:t>illo</a:t>
            </a:r>
            <a:r>
              <a:rPr lang="en-GB" b="0" i="0">
                <a:solidFill>
                  <a:srgbClr val="000000"/>
                </a:solidFill>
                <a:effectLst/>
              </a:rPr>
              <a:t> invent </a:t>
            </a:r>
            <a:r>
              <a:rPr lang="en-GB" b="0" i="0" err="1">
                <a:solidFill>
                  <a:srgbClr val="000000"/>
                </a:solidFill>
                <a:effectLst/>
              </a:rPr>
              <a:t>veritatis</a:t>
            </a:r>
            <a:r>
              <a:rPr lang="en-GB" b="0" i="0">
                <a:solidFill>
                  <a:srgbClr val="000000"/>
                </a:solidFill>
                <a:effectLst/>
              </a:rPr>
              <a:t> et quasi.</a:t>
            </a:r>
            <a:endParaRPr lang="en-GB"/>
          </a:p>
        </p:txBody>
      </p:sp>
    </p:spTree>
    <p:extLst>
      <p:ext uri="{BB962C8B-B14F-4D97-AF65-F5344CB8AC3E}">
        <p14:creationId xmlns:p14="http://schemas.microsoft.com/office/powerpoint/2010/main" val="11393166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Slide - 4 rows in tabl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41655" y="1303138"/>
            <a:ext cx="4099793" cy="1440000"/>
          </a:xfrm>
        </p:spPr>
        <p:txBody>
          <a:bodyPr/>
          <a:lstStyle/>
          <a:p>
            <a:r>
              <a:rPr lang="en-GB"/>
              <a:t>Content slide</a:t>
            </a:r>
            <a:br>
              <a:rPr lang="en-GB"/>
            </a:br>
            <a:r>
              <a:rPr lang="en-GB"/>
              <a:t>- 4 rows</a:t>
            </a:r>
            <a:endParaRPr lang="en-US"/>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791789" y="476250"/>
            <a:ext cx="4874184"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22" name="Text Placeholder 21">
            <a:extLst>
              <a:ext uri="{FF2B5EF4-FFF2-40B4-BE49-F238E27FC236}">
                <a16:creationId xmlns:a16="http://schemas.microsoft.com/office/drawing/2014/main" id="{EE470DD9-C1CC-3B38-6B1B-63618244468F}"/>
              </a:ext>
            </a:extLst>
          </p:cNvPr>
          <p:cNvSpPr>
            <a:spLocks noGrp="1"/>
          </p:cNvSpPr>
          <p:nvPr>
            <p:ph type="body" sz="quarter" idx="16" hasCustomPrompt="1"/>
          </p:nvPr>
        </p:nvSpPr>
        <p:spPr>
          <a:xfrm>
            <a:off x="534925" y="4032875"/>
            <a:ext cx="2808000" cy="1908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ut perspiciatis unde omni </a:t>
            </a:r>
            <a:br>
              <a:rPr lang="en-GB" b="0" i="0">
                <a:solidFill>
                  <a:srgbClr val="000000"/>
                </a:solidFill>
                <a:effectLst/>
              </a:rPr>
            </a:br>
            <a:r>
              <a:rPr lang="en-GB" b="0" i="0">
                <a:solidFill>
                  <a:srgbClr val="000000"/>
                </a:solidFill>
                <a:effectLst/>
              </a:rPr>
              <a:t>iste natus error sit voluptatem </a:t>
            </a:r>
            <a:r>
              <a:rPr lang="en-GB" b="0" i="0" err="1">
                <a:solidFill>
                  <a:srgbClr val="000000"/>
                </a:solidFill>
                <a:effectLst/>
              </a:rPr>
              <a:t>accusantium</a:t>
            </a:r>
            <a:r>
              <a:rPr lang="en-GB" b="0" i="0">
                <a:solidFill>
                  <a:srgbClr val="000000"/>
                </a:solidFill>
                <a:effectLst/>
              </a:rPr>
              <a:t> doloremque </a:t>
            </a:r>
            <a:br>
              <a:rPr lang="en-GB" b="0" i="0">
                <a:solidFill>
                  <a:srgbClr val="000000"/>
                </a:solidFill>
                <a:effectLst/>
              </a:rPr>
            </a:br>
            <a:r>
              <a:rPr lang="en-GB" b="0" i="0">
                <a:solidFill>
                  <a:srgbClr val="000000"/>
                </a:solidFill>
                <a:effectLst/>
              </a:rPr>
              <a:t>laudantium, totam rem </a:t>
            </a:r>
            <a:r>
              <a:rPr lang="en-GB" b="0" i="0" err="1">
                <a:solidFill>
                  <a:srgbClr val="000000"/>
                </a:solidFill>
                <a:effectLst/>
              </a:rPr>
              <a:t>aperia</a:t>
            </a:r>
            <a:r>
              <a:rPr lang="en-GB" b="0" i="0">
                <a:solidFill>
                  <a:srgbClr val="000000"/>
                </a:solidFill>
                <a:effectLst/>
              </a:rPr>
              <a:t>, </a:t>
            </a:r>
            <a:br>
              <a:rPr lang="en-GB" b="0" i="0">
                <a:solidFill>
                  <a:srgbClr val="000000"/>
                </a:solidFill>
                <a:effectLst/>
              </a:rPr>
            </a:br>
            <a:r>
              <a:rPr lang="en-GB" b="0" i="0">
                <a:solidFill>
                  <a:srgbClr val="000000"/>
                </a:solidFill>
                <a:effectLst/>
              </a:rPr>
              <a:t>eaque ipsa </a:t>
            </a:r>
            <a:r>
              <a:rPr lang="en-GB" b="0" i="0" err="1">
                <a:solidFill>
                  <a:srgbClr val="000000"/>
                </a:solidFill>
                <a:effectLst/>
              </a:rPr>
              <a:t>quae</a:t>
            </a:r>
            <a:r>
              <a:rPr lang="en-GB" b="0" i="0">
                <a:solidFill>
                  <a:srgbClr val="000000"/>
                </a:solidFill>
                <a:effectLst/>
              </a:rPr>
              <a:t> ab </a:t>
            </a:r>
            <a:r>
              <a:rPr lang="en-GB" b="0" i="0" err="1">
                <a:solidFill>
                  <a:srgbClr val="000000"/>
                </a:solidFill>
                <a:effectLst/>
              </a:rPr>
              <a:t>illo</a:t>
            </a:r>
            <a:r>
              <a:rPr lang="en-GB" b="0" i="0">
                <a:solidFill>
                  <a:srgbClr val="000000"/>
                </a:solidFill>
                <a:effectLst/>
              </a:rPr>
              <a:t> invent </a:t>
            </a:r>
            <a:br>
              <a:rPr lang="en-GB" b="0" i="0">
                <a:solidFill>
                  <a:srgbClr val="000000"/>
                </a:solidFill>
                <a:effectLst/>
              </a:rPr>
            </a:br>
            <a:r>
              <a:rPr lang="en-GB" b="0" i="0" err="1">
                <a:solidFill>
                  <a:srgbClr val="000000"/>
                </a:solidFill>
                <a:effectLst/>
              </a:rPr>
              <a:t>veritatis</a:t>
            </a:r>
            <a:r>
              <a:rPr lang="en-GB" b="0" i="0">
                <a:solidFill>
                  <a:srgbClr val="000000"/>
                </a:solidFill>
                <a:effectLst/>
              </a:rPr>
              <a:t> et quasi.</a:t>
            </a:r>
            <a:endParaRPr lang="en-US"/>
          </a:p>
        </p:txBody>
      </p:sp>
      <p:sp>
        <p:nvSpPr>
          <p:cNvPr id="10" name="Text Placeholder 21">
            <a:extLst>
              <a:ext uri="{FF2B5EF4-FFF2-40B4-BE49-F238E27FC236}">
                <a16:creationId xmlns:a16="http://schemas.microsoft.com/office/drawing/2014/main" id="{41152381-9B36-13FF-A874-09D4BC7E3059}"/>
              </a:ext>
            </a:extLst>
          </p:cNvPr>
          <p:cNvSpPr>
            <a:spLocks noGrp="1"/>
          </p:cNvSpPr>
          <p:nvPr>
            <p:ph type="body" sz="quarter" idx="29" hasCustomPrompt="1"/>
          </p:nvPr>
        </p:nvSpPr>
        <p:spPr>
          <a:xfrm>
            <a:off x="534925" y="3175163"/>
            <a:ext cx="2808000" cy="792000"/>
          </a:xfrm>
        </p:spPr>
        <p:txBody>
          <a:bodyPr/>
          <a:lstStyle>
            <a:lvl1pPr marL="0" indent="0">
              <a:lnSpc>
                <a:spcPct val="90000"/>
              </a:lnSpc>
              <a:spcAft>
                <a:spcPts val="1000"/>
              </a:spcAft>
              <a:buNone/>
              <a:defRPr lang="en-GB" sz="26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Lorem ipsum </a:t>
            </a:r>
            <a:br>
              <a:rPr lang="en-GB" b="0" i="0">
                <a:solidFill>
                  <a:srgbClr val="000000"/>
                </a:solidFill>
                <a:effectLst/>
              </a:rPr>
            </a:br>
            <a:r>
              <a:rPr lang="en-GB" b="0" i="0">
                <a:solidFill>
                  <a:srgbClr val="000000"/>
                </a:solidFill>
                <a:effectLst/>
              </a:rPr>
              <a:t>dolor sit amet</a:t>
            </a:r>
            <a:endParaRPr lang="en-US"/>
          </a:p>
        </p:txBody>
      </p:sp>
    </p:spTree>
    <p:extLst>
      <p:ext uri="{BB962C8B-B14F-4D97-AF65-F5344CB8AC3E}">
        <p14:creationId xmlns:p14="http://schemas.microsoft.com/office/powerpoint/2010/main" val="27190382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Slide - icons 1 row">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41655" y="1303138"/>
            <a:ext cx="4099793" cy="1009850"/>
          </a:xfrm>
        </p:spPr>
        <p:txBody>
          <a:bodyPr/>
          <a:lstStyle>
            <a:lvl1pPr>
              <a:defRPr sz="2600"/>
            </a:lvl1pPr>
          </a:lstStyle>
          <a:p>
            <a:r>
              <a:rPr lang="en-GB"/>
              <a:t>Content slide</a:t>
            </a:r>
            <a:br>
              <a:rPr lang="en-GB"/>
            </a:br>
            <a:r>
              <a:rPr lang="en-GB"/>
              <a:t>- icons</a:t>
            </a:r>
            <a:endParaRPr lang="en-US"/>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791789" y="476250"/>
            <a:ext cx="4874184"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25" name="Text Placeholder 21">
            <a:extLst>
              <a:ext uri="{FF2B5EF4-FFF2-40B4-BE49-F238E27FC236}">
                <a16:creationId xmlns:a16="http://schemas.microsoft.com/office/drawing/2014/main" id="{3B93C8D2-AED3-2AB9-B0F5-1672AA992DC0}"/>
              </a:ext>
            </a:extLst>
          </p:cNvPr>
          <p:cNvSpPr>
            <a:spLocks noGrp="1"/>
          </p:cNvSpPr>
          <p:nvPr>
            <p:ph type="body" sz="quarter" idx="29" hasCustomPrompt="1"/>
          </p:nvPr>
        </p:nvSpPr>
        <p:spPr>
          <a:xfrm>
            <a:off x="529355" y="4987356"/>
            <a:ext cx="2340000" cy="90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a:t>
            </a:r>
            <a:r>
              <a:rPr lang="en-GB" b="0" i="0" err="1">
                <a:solidFill>
                  <a:srgbClr val="000000"/>
                </a:solidFill>
                <a:effectLst/>
              </a:rPr>
              <a:t>ut</a:t>
            </a:r>
            <a:r>
              <a:rPr lang="en-GB" b="0" i="0">
                <a:solidFill>
                  <a:srgbClr val="000000"/>
                </a:solidFill>
                <a:effectLst/>
              </a:rPr>
              <a:t> </a:t>
            </a:r>
            <a:r>
              <a:rPr lang="en-GB" b="0" i="0" err="1">
                <a:solidFill>
                  <a:srgbClr val="000000"/>
                </a:solidFill>
                <a:effectLst/>
              </a:rPr>
              <a:t>perspiciatis</a:t>
            </a:r>
            <a:r>
              <a:rPr lang="en-GB" b="0" i="0">
                <a:solidFill>
                  <a:srgbClr val="000000"/>
                </a:solidFill>
                <a:effectLst/>
              </a:rPr>
              <a:t> </a:t>
            </a:r>
            <a:r>
              <a:rPr lang="en-GB" b="0" i="0" err="1">
                <a:solidFill>
                  <a:srgbClr val="000000"/>
                </a:solidFill>
                <a:effectLst/>
              </a:rPr>
              <a:t>unde</a:t>
            </a:r>
            <a:r>
              <a:rPr lang="en-GB" b="0" i="0">
                <a:solidFill>
                  <a:srgbClr val="000000"/>
                </a:solidFill>
                <a:effectLst/>
              </a:rPr>
              <a:t> omnis </a:t>
            </a:r>
            <a:r>
              <a:rPr lang="en-GB" b="0" i="0" err="1">
                <a:solidFill>
                  <a:srgbClr val="000000"/>
                </a:solidFill>
                <a:effectLst/>
              </a:rPr>
              <a:t>iste</a:t>
            </a:r>
            <a:r>
              <a:rPr lang="en-GB" b="0" i="0">
                <a:solidFill>
                  <a:srgbClr val="000000"/>
                </a:solidFill>
                <a:effectLst/>
              </a:rPr>
              <a:t> </a:t>
            </a:r>
            <a:r>
              <a:rPr lang="en-GB" b="0" i="0" err="1">
                <a:solidFill>
                  <a:srgbClr val="000000"/>
                </a:solidFill>
                <a:effectLst/>
              </a:rPr>
              <a:t>natus</a:t>
            </a:r>
            <a:r>
              <a:rPr lang="en-GB" b="0" i="0">
                <a:solidFill>
                  <a:srgbClr val="000000"/>
                </a:solidFill>
                <a:effectLst/>
              </a:rPr>
              <a:t> error sit </a:t>
            </a:r>
            <a:r>
              <a:rPr lang="en-GB" b="0" i="0" err="1">
                <a:solidFill>
                  <a:srgbClr val="000000"/>
                </a:solidFill>
                <a:effectLst/>
              </a:rPr>
              <a:t>voluptatem</a:t>
            </a:r>
            <a:r>
              <a:rPr lang="en-GB" b="0" i="0">
                <a:solidFill>
                  <a:srgbClr val="000000"/>
                </a:solidFill>
                <a:effectLst/>
              </a:rPr>
              <a:t> </a:t>
            </a:r>
            <a:r>
              <a:rPr lang="en-GB" b="0" i="0" err="1">
                <a:solidFill>
                  <a:srgbClr val="000000"/>
                </a:solidFill>
                <a:effectLst/>
              </a:rPr>
              <a:t>accusanti</a:t>
            </a:r>
            <a:r>
              <a:rPr lang="en-GB" b="0" i="0">
                <a:solidFill>
                  <a:srgbClr val="000000"/>
                </a:solidFill>
                <a:effectLst/>
              </a:rPr>
              <a:t> </a:t>
            </a:r>
            <a:r>
              <a:rPr lang="en-GB" b="0" i="0" err="1">
                <a:solidFill>
                  <a:srgbClr val="000000"/>
                </a:solidFill>
                <a:effectLst/>
              </a:rPr>
              <a:t>doloremque</a:t>
            </a:r>
            <a:r>
              <a:rPr lang="en-GB" b="0" i="0">
                <a:solidFill>
                  <a:srgbClr val="000000"/>
                </a:solidFill>
                <a:effectLst/>
              </a:rPr>
              <a:t> </a:t>
            </a:r>
            <a:r>
              <a:rPr lang="en-GB" b="0" i="0" err="1">
                <a:solidFill>
                  <a:srgbClr val="000000"/>
                </a:solidFill>
                <a:effectLst/>
              </a:rPr>
              <a:t>laudantium</a:t>
            </a:r>
            <a:r>
              <a:rPr lang="en-GB" b="0" i="0">
                <a:solidFill>
                  <a:srgbClr val="000000"/>
                </a:solidFill>
                <a:effectLst/>
              </a:rPr>
              <a:t>, </a:t>
            </a:r>
            <a:r>
              <a:rPr lang="en-GB" b="0" i="0" err="1">
                <a:solidFill>
                  <a:srgbClr val="000000"/>
                </a:solidFill>
                <a:effectLst/>
              </a:rPr>
              <a:t>totam</a:t>
            </a:r>
            <a:r>
              <a:rPr lang="en-GB" b="0" i="0">
                <a:solidFill>
                  <a:srgbClr val="000000"/>
                </a:solidFill>
                <a:effectLst/>
              </a:rPr>
              <a:t> rem </a:t>
            </a:r>
            <a:r>
              <a:rPr lang="en-GB" b="0" i="0" err="1">
                <a:solidFill>
                  <a:srgbClr val="000000"/>
                </a:solidFill>
                <a:effectLst/>
              </a:rPr>
              <a:t>aperiam</a:t>
            </a:r>
            <a:r>
              <a:rPr lang="en-GB" b="0" i="0">
                <a:solidFill>
                  <a:srgbClr val="000000"/>
                </a:solidFill>
                <a:effectLst/>
              </a:rPr>
              <a:t>, </a:t>
            </a:r>
            <a:r>
              <a:rPr lang="en-GB" b="0" i="0" err="1">
                <a:solidFill>
                  <a:srgbClr val="000000"/>
                </a:solidFill>
                <a:effectLst/>
              </a:rPr>
              <a:t>eaque</a:t>
            </a:r>
            <a:r>
              <a:rPr lang="en-GB" b="0" i="0">
                <a:solidFill>
                  <a:srgbClr val="000000"/>
                </a:solidFill>
                <a:effectLst/>
              </a:rPr>
              <a:t> ipsa.</a:t>
            </a:r>
            <a:endParaRPr lang="en-GB"/>
          </a:p>
        </p:txBody>
      </p:sp>
      <p:sp>
        <p:nvSpPr>
          <p:cNvPr id="27" name="Text Placeholder 21">
            <a:extLst>
              <a:ext uri="{FF2B5EF4-FFF2-40B4-BE49-F238E27FC236}">
                <a16:creationId xmlns:a16="http://schemas.microsoft.com/office/drawing/2014/main" id="{FA49DE0A-9167-5E5E-23B4-892A7DE9A70A}"/>
              </a:ext>
            </a:extLst>
          </p:cNvPr>
          <p:cNvSpPr>
            <a:spLocks noGrp="1"/>
          </p:cNvSpPr>
          <p:nvPr>
            <p:ph type="body" sz="quarter" idx="31" hasCustomPrompt="1"/>
          </p:nvPr>
        </p:nvSpPr>
        <p:spPr>
          <a:xfrm>
            <a:off x="4389439" y="4987356"/>
            <a:ext cx="2340000" cy="90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ut perspiciatis unde omnis iste natus error sit voluptatem accusanti doloremque laudantium, totam rem aperiam, eaque ipsa.</a:t>
            </a:r>
            <a:endParaRPr lang="en-GB"/>
          </a:p>
        </p:txBody>
      </p:sp>
      <p:sp>
        <p:nvSpPr>
          <p:cNvPr id="28" name="Text Placeholder 21">
            <a:extLst>
              <a:ext uri="{FF2B5EF4-FFF2-40B4-BE49-F238E27FC236}">
                <a16:creationId xmlns:a16="http://schemas.microsoft.com/office/drawing/2014/main" id="{AD2217CA-90C3-0603-D715-3F36410F2B06}"/>
              </a:ext>
            </a:extLst>
          </p:cNvPr>
          <p:cNvSpPr>
            <a:spLocks noGrp="1"/>
          </p:cNvSpPr>
          <p:nvPr>
            <p:ph type="body" sz="quarter" idx="32" hasCustomPrompt="1"/>
          </p:nvPr>
        </p:nvSpPr>
        <p:spPr>
          <a:xfrm>
            <a:off x="4387369" y="4455824"/>
            <a:ext cx="2340000" cy="468000"/>
          </a:xfrm>
        </p:spPr>
        <p:txBody>
          <a:bodyPr/>
          <a:lstStyle>
            <a:lvl1pPr marL="0" indent="0">
              <a:lnSpc>
                <a:spcPct val="90000"/>
              </a:lnSpc>
              <a:spcAft>
                <a:spcPts val="1000"/>
              </a:spcAft>
              <a:buNone/>
              <a:defRPr lang="en-GB" sz="18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HPS</a:t>
            </a:r>
            <a:endParaRPr lang="en-US"/>
          </a:p>
        </p:txBody>
      </p:sp>
      <p:sp>
        <p:nvSpPr>
          <p:cNvPr id="29" name="Text Placeholder 21">
            <a:extLst>
              <a:ext uri="{FF2B5EF4-FFF2-40B4-BE49-F238E27FC236}">
                <a16:creationId xmlns:a16="http://schemas.microsoft.com/office/drawing/2014/main" id="{96C4312F-35D9-1855-48F2-8743790ECC7F}"/>
              </a:ext>
            </a:extLst>
          </p:cNvPr>
          <p:cNvSpPr>
            <a:spLocks noGrp="1"/>
          </p:cNvSpPr>
          <p:nvPr>
            <p:ph type="body" sz="quarter" idx="33" hasCustomPrompt="1"/>
          </p:nvPr>
        </p:nvSpPr>
        <p:spPr>
          <a:xfrm>
            <a:off x="8249523" y="4987356"/>
            <a:ext cx="2340000" cy="90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ut perspiciatis unde omnis iste natus error sit voluptatem accusanti doloremque laudantium, totam rem aperiam, eaque ipsa.</a:t>
            </a:r>
            <a:endParaRPr lang="en-GB"/>
          </a:p>
        </p:txBody>
      </p:sp>
      <p:sp>
        <p:nvSpPr>
          <p:cNvPr id="30" name="Text Placeholder 21">
            <a:extLst>
              <a:ext uri="{FF2B5EF4-FFF2-40B4-BE49-F238E27FC236}">
                <a16:creationId xmlns:a16="http://schemas.microsoft.com/office/drawing/2014/main" id="{57167064-2D79-2646-F1CA-B518AAA4EA06}"/>
              </a:ext>
            </a:extLst>
          </p:cNvPr>
          <p:cNvSpPr>
            <a:spLocks noGrp="1"/>
          </p:cNvSpPr>
          <p:nvPr>
            <p:ph type="body" sz="quarter" idx="34" hasCustomPrompt="1"/>
          </p:nvPr>
        </p:nvSpPr>
        <p:spPr>
          <a:xfrm>
            <a:off x="8249523" y="4455824"/>
            <a:ext cx="2340000" cy="468000"/>
          </a:xfrm>
        </p:spPr>
        <p:txBody>
          <a:bodyPr/>
          <a:lstStyle>
            <a:lvl1pPr marL="0" indent="0">
              <a:lnSpc>
                <a:spcPct val="90000"/>
              </a:lnSpc>
              <a:spcAft>
                <a:spcPts val="1000"/>
              </a:spcAft>
              <a:buNone/>
              <a:defRPr lang="en-GB" sz="18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Engineering</a:t>
            </a:r>
            <a:endParaRPr lang="en-US"/>
          </a:p>
        </p:txBody>
      </p:sp>
      <p:sp>
        <p:nvSpPr>
          <p:cNvPr id="34" name="Text Placeholder 21">
            <a:extLst>
              <a:ext uri="{FF2B5EF4-FFF2-40B4-BE49-F238E27FC236}">
                <a16:creationId xmlns:a16="http://schemas.microsoft.com/office/drawing/2014/main" id="{655A7C08-A93D-7FAF-0DE7-DD89E3296CB9}"/>
              </a:ext>
            </a:extLst>
          </p:cNvPr>
          <p:cNvSpPr>
            <a:spLocks noGrp="1"/>
          </p:cNvSpPr>
          <p:nvPr>
            <p:ph type="body" sz="quarter" idx="35" hasCustomPrompt="1"/>
          </p:nvPr>
        </p:nvSpPr>
        <p:spPr>
          <a:xfrm>
            <a:off x="525215" y="4455824"/>
            <a:ext cx="2340000" cy="468000"/>
          </a:xfrm>
        </p:spPr>
        <p:txBody>
          <a:bodyPr/>
          <a:lstStyle>
            <a:lvl1pPr marL="0" indent="0">
              <a:lnSpc>
                <a:spcPct val="90000"/>
              </a:lnSpc>
              <a:spcAft>
                <a:spcPts val="1000"/>
              </a:spcAft>
              <a:buNone/>
              <a:defRPr lang="en-GB" sz="18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FF&amp;E</a:t>
            </a:r>
            <a:endParaRPr lang="en-US"/>
          </a:p>
        </p:txBody>
      </p:sp>
    </p:spTree>
    <p:extLst>
      <p:ext uri="{BB962C8B-B14F-4D97-AF65-F5344CB8AC3E}">
        <p14:creationId xmlns:p14="http://schemas.microsoft.com/office/powerpoint/2010/main" val="13222180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agram slide - char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22058" y="1299410"/>
            <a:ext cx="5603213" cy="1200722"/>
          </a:xfrm>
        </p:spPr>
        <p:txBody>
          <a:bodyPr/>
          <a:lstStyle>
            <a:lvl1pPr marL="0" marR="0" indent="0" algn="l" defTabSz="914400" rtl="0" eaLnBrk="1" fontAlgn="auto" latinLnBrk="0" hangingPunct="1">
              <a:lnSpc>
                <a:spcPct val="90000"/>
              </a:lnSpc>
              <a:spcBef>
                <a:spcPct val="0"/>
              </a:spcBef>
              <a:spcAft>
                <a:spcPts val="0"/>
              </a:spcAft>
              <a:buClrTx/>
              <a:buSzTx/>
              <a:buFontTx/>
              <a:buNone/>
              <a:tabLst/>
              <a:defRPr lang="en-GB" b="0" i="0" smtClean="0">
                <a:effectLst/>
              </a:defRPr>
            </a:lvl1pPr>
          </a:lstStyle>
          <a:p>
            <a:r>
              <a:rPr lang="en-GB" b="0" i="0">
                <a:solidFill>
                  <a:srgbClr val="000000"/>
                </a:solidFill>
                <a:effectLst/>
              </a:rPr>
              <a:t>Diagram slide</a:t>
            </a:r>
            <a:br>
              <a:rPr lang="en-GB" b="0" i="0">
                <a:solidFill>
                  <a:srgbClr val="000000"/>
                </a:solidFill>
                <a:effectLst/>
              </a:rPr>
            </a:br>
            <a:r>
              <a:rPr lang="en-GB" b="0" i="0">
                <a:solidFill>
                  <a:srgbClr val="000000"/>
                </a:solidFill>
                <a:effectLst/>
              </a:rPr>
              <a:t>- bar chart</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522058" y="3177194"/>
            <a:ext cx="2796769" cy="713199"/>
          </a:xfrm>
        </p:spPr>
        <p:txBody>
          <a:bodyPr/>
          <a:lstStyle>
            <a:lvl1pPr marL="0" indent="0">
              <a:lnSpc>
                <a:spcPct val="90000"/>
              </a:lnSpc>
              <a:spcAft>
                <a:spcPts val="1000"/>
              </a:spcAft>
              <a:buNone/>
              <a:defRPr lang="en-GB" sz="2600" b="0" i="0" smtClean="0">
                <a:effectLst/>
              </a:defRPr>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Lorem ipsum </a:t>
            </a:r>
            <a:br>
              <a:rPr lang="en-GB"/>
            </a:br>
            <a:r>
              <a:rPr lang="en-GB"/>
              <a:t>dolor sit amet</a:t>
            </a:r>
            <a:endParaRPr lang="en-US"/>
          </a:p>
        </p:txBody>
      </p:sp>
      <p:sp>
        <p:nvSpPr>
          <p:cNvPr id="15" name="Text Placeholder 21">
            <a:extLst>
              <a:ext uri="{FF2B5EF4-FFF2-40B4-BE49-F238E27FC236}">
                <a16:creationId xmlns:a16="http://schemas.microsoft.com/office/drawing/2014/main" id="{14B8DB10-79D2-FD01-4E5A-968BBC567A8F}"/>
              </a:ext>
            </a:extLst>
          </p:cNvPr>
          <p:cNvSpPr>
            <a:spLocks noGrp="1"/>
          </p:cNvSpPr>
          <p:nvPr>
            <p:ph type="body" sz="quarter" idx="18" hasCustomPrompt="1"/>
          </p:nvPr>
        </p:nvSpPr>
        <p:spPr>
          <a:xfrm>
            <a:off x="522058" y="4043137"/>
            <a:ext cx="2796769" cy="1906813"/>
          </a:xfrm>
        </p:spPr>
        <p:txBody>
          <a:bodyPr/>
          <a:lstStyle>
            <a:lvl1pPr marL="216000" indent="-108000">
              <a:lnSpc>
                <a:spcPct val="95000"/>
              </a:lnSpc>
              <a:spcAft>
                <a:spcPts val="1000"/>
              </a:spcAft>
              <a:buFont typeface="Arial" panose="020B0604020202020204" pitchFamily="34" charset="0"/>
              <a:buChar char="•"/>
              <a:tabLst/>
              <a:defRPr lang="en-GB" sz="1200" b="0" i="0" smtClean="0">
                <a:effectLst/>
              </a:defRPr>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r>
              <a:rPr lang="en-GB" b="0" i="0">
                <a:solidFill>
                  <a:srgbClr val="000000"/>
                </a:solidFill>
                <a:effectLst/>
              </a:rPr>
              <a:t>Sed ut perspiciatis unde omni </a:t>
            </a:r>
            <a:br>
              <a:rPr lang="en-GB" b="0" i="0">
                <a:solidFill>
                  <a:srgbClr val="000000"/>
                </a:solidFill>
                <a:effectLst/>
              </a:rPr>
            </a:br>
            <a:r>
              <a:rPr lang="en-GB" b="0" i="0">
                <a:solidFill>
                  <a:srgbClr val="000000"/>
                </a:solidFill>
                <a:effectLst/>
              </a:rPr>
              <a:t>iste natus error sit</a:t>
            </a:r>
          </a:p>
          <a:p>
            <a:r>
              <a:rPr lang="en-GB" b="0" i="0">
                <a:solidFill>
                  <a:srgbClr val="000000"/>
                </a:solidFill>
                <a:effectLst/>
              </a:rPr>
              <a:t>Sed ut perspiciatis unde omni </a:t>
            </a:r>
            <a:br>
              <a:rPr lang="en-GB" b="0" i="0">
                <a:solidFill>
                  <a:srgbClr val="000000"/>
                </a:solidFill>
                <a:effectLst/>
              </a:rPr>
            </a:br>
            <a:r>
              <a:rPr lang="en-GB" b="0" i="0">
                <a:solidFill>
                  <a:srgbClr val="000000"/>
                </a:solidFill>
                <a:effectLst/>
              </a:rPr>
              <a:t>iste natus error sit </a:t>
            </a:r>
          </a:p>
          <a:p>
            <a:r>
              <a:rPr lang="en-GB" b="0" i="0">
                <a:solidFill>
                  <a:srgbClr val="000000"/>
                </a:solidFill>
                <a:effectLst/>
              </a:rPr>
              <a:t>Sed ut perspiciatis unde omni </a:t>
            </a:r>
            <a:br>
              <a:rPr lang="en-GB" b="0" i="0">
                <a:solidFill>
                  <a:srgbClr val="000000"/>
                </a:solidFill>
                <a:effectLst/>
              </a:rPr>
            </a:br>
            <a:r>
              <a:rPr lang="en-GB" b="0" i="0">
                <a:solidFill>
                  <a:srgbClr val="000000"/>
                </a:solidFill>
                <a:effectLst/>
              </a:rPr>
              <a:t>iste natus error sit </a:t>
            </a:r>
          </a:p>
          <a:p>
            <a:r>
              <a:rPr lang="en-GB" b="0" i="0">
                <a:solidFill>
                  <a:srgbClr val="000000"/>
                </a:solidFill>
                <a:effectLst/>
              </a:rPr>
              <a:t>Sed ut perspiciatis unde omni </a:t>
            </a:r>
            <a:br>
              <a:rPr lang="en-GB" b="0" i="0">
                <a:solidFill>
                  <a:srgbClr val="000000"/>
                </a:solidFill>
                <a:effectLst/>
              </a:rPr>
            </a:br>
            <a:r>
              <a:rPr lang="en-GB" b="0" i="0">
                <a:solidFill>
                  <a:srgbClr val="000000"/>
                </a:solidFill>
                <a:effectLst/>
              </a:rPr>
              <a:t>iste natus error sit </a:t>
            </a:r>
          </a:p>
        </p:txBody>
      </p:sp>
    </p:spTree>
    <p:extLst>
      <p:ext uri="{BB962C8B-B14F-4D97-AF65-F5344CB8AC3E}">
        <p14:creationId xmlns:p14="http://schemas.microsoft.com/office/powerpoint/2010/main" val="16710944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 Diagram">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lvl1pPr>
              <a:defRPr sz="2600"/>
            </a:lvl1pPr>
          </a:lstStyle>
          <a:p>
            <a:r>
              <a:rPr lang="en-GB"/>
              <a:t>Diagram slide</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34254092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500"/>
            <a:ext cx="2520000" cy="360045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674C7096-C45A-30E5-B074-F9A71AEC6EDA}"/>
              </a:ext>
            </a:extLst>
          </p:cNvPr>
          <p:cNvSpPr>
            <a:spLocks noGrp="1"/>
          </p:cNvSpPr>
          <p:nvPr>
            <p:ph type="body" sz="quarter" idx="17" hasCustomPrompt="1"/>
          </p:nvPr>
        </p:nvSpPr>
        <p:spPr>
          <a:xfrm>
            <a:off x="3318827" y="2349500"/>
            <a:ext cx="8352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 </a:t>
            </a:r>
            <a:endParaRPr lang="en-US"/>
          </a:p>
        </p:txBody>
      </p:sp>
    </p:spTree>
    <p:extLst>
      <p:ext uri="{BB962C8B-B14F-4D97-AF65-F5344CB8AC3E}">
        <p14:creationId xmlns:p14="http://schemas.microsoft.com/office/powerpoint/2010/main" val="29368488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Content x 2 column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500"/>
            <a:ext cx="2520000" cy="360045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3299636" y="2349500"/>
            <a:ext cx="406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6" name="Text Placeholder 21">
            <a:extLst>
              <a:ext uri="{FF2B5EF4-FFF2-40B4-BE49-F238E27FC236}">
                <a16:creationId xmlns:a16="http://schemas.microsoft.com/office/drawing/2014/main" id="{FEE36CB7-E97C-CC07-F8A5-6FBAEC33F6E9}"/>
              </a:ext>
            </a:extLst>
          </p:cNvPr>
          <p:cNvSpPr>
            <a:spLocks noGrp="1"/>
          </p:cNvSpPr>
          <p:nvPr>
            <p:ph type="body" sz="quarter" idx="18" hasCustomPrompt="1"/>
          </p:nvPr>
        </p:nvSpPr>
        <p:spPr>
          <a:xfrm>
            <a:off x="7619760" y="2349500"/>
            <a:ext cx="406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Tree>
    <p:extLst>
      <p:ext uri="{BB962C8B-B14F-4D97-AF65-F5344CB8AC3E}">
        <p14:creationId xmlns:p14="http://schemas.microsoft.com/office/powerpoint/2010/main" val="9995962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Content x 3 column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050"/>
            <a:ext cx="2520000" cy="360000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3292016"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2" name="Text Placeholder 21">
            <a:extLst>
              <a:ext uri="{FF2B5EF4-FFF2-40B4-BE49-F238E27FC236}">
                <a16:creationId xmlns:a16="http://schemas.microsoft.com/office/drawing/2014/main" id="{F249BC02-4B69-FE1F-6A2C-6F131B54748A}"/>
              </a:ext>
            </a:extLst>
          </p:cNvPr>
          <p:cNvSpPr>
            <a:spLocks noGrp="1"/>
          </p:cNvSpPr>
          <p:nvPr>
            <p:ph type="body" sz="quarter" idx="18" hasCustomPrompt="1"/>
          </p:nvPr>
        </p:nvSpPr>
        <p:spPr>
          <a:xfrm>
            <a:off x="6164520"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3" name="Text Placeholder 21">
            <a:extLst>
              <a:ext uri="{FF2B5EF4-FFF2-40B4-BE49-F238E27FC236}">
                <a16:creationId xmlns:a16="http://schemas.microsoft.com/office/drawing/2014/main" id="{3E5D4F1E-F300-D3BD-7B02-632FF8997134}"/>
              </a:ext>
            </a:extLst>
          </p:cNvPr>
          <p:cNvSpPr>
            <a:spLocks noGrp="1"/>
          </p:cNvSpPr>
          <p:nvPr>
            <p:ph type="body" sz="quarter" idx="19" hasCustomPrompt="1"/>
          </p:nvPr>
        </p:nvSpPr>
        <p:spPr>
          <a:xfrm>
            <a:off x="9037023"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Tree>
    <p:extLst>
      <p:ext uri="{BB962C8B-B14F-4D97-AF65-F5344CB8AC3E}">
        <p14:creationId xmlns:p14="http://schemas.microsoft.com/office/powerpoint/2010/main" val="131008225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83726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Content Slide – 1 Text Block">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13814B9F-28D6-484B-9B58-FC527E36831C}"/>
              </a:ext>
            </a:extLst>
          </p:cNvPr>
          <p:cNvSpPr>
            <a:spLocks noGrp="1"/>
          </p:cNvSpPr>
          <p:nvPr>
            <p:ph type="body" sz="quarter" idx="26"/>
          </p:nvPr>
        </p:nvSpPr>
        <p:spPr>
          <a:xfrm>
            <a:off x="411023" y="1520340"/>
            <a:ext cx="11458248" cy="4216677"/>
          </a:xfrm>
          <a:prstGeom prst="rect">
            <a:avLst/>
          </a:prstGeom>
        </p:spPr>
        <p:txBody>
          <a:bodyPr lIns="0" tIns="0" rIns="0" bIns="0"/>
          <a:lstStyle>
            <a:lvl1pPr>
              <a:lnSpc>
                <a:spcPct val="100000"/>
              </a:lnSpc>
              <a:spcBef>
                <a:spcPts val="600"/>
              </a:spcBef>
              <a:buNone/>
              <a:defRPr sz="2400">
                <a:solidFill>
                  <a:schemeClr val="tx1"/>
                </a:solidFill>
              </a:defRPr>
            </a:lvl1pPr>
            <a:lvl2pPr>
              <a:lnSpc>
                <a:spcPct val="100000"/>
              </a:lnSpc>
              <a:spcBef>
                <a:spcPts val="600"/>
              </a:spcBef>
              <a:defRPr sz="2400">
                <a:solidFill>
                  <a:schemeClr val="tx1"/>
                </a:solidFill>
              </a:defRPr>
            </a:lvl2pPr>
            <a:lvl3pPr>
              <a:lnSpc>
                <a:spcPct val="100000"/>
              </a:lnSpc>
              <a:spcBef>
                <a:spcPts val="600"/>
              </a:spcBef>
              <a:defRPr sz="2400">
                <a:solidFill>
                  <a:schemeClr val="tx1"/>
                </a:solidFill>
              </a:defRPr>
            </a:lvl3pPr>
            <a:lvl4pPr>
              <a:lnSpc>
                <a:spcPct val="100000"/>
              </a:lnSpc>
              <a:spcBef>
                <a:spcPts val="600"/>
              </a:spcBef>
              <a:defRPr sz="2400">
                <a:solidFill>
                  <a:schemeClr val="tx1"/>
                </a:solidFill>
              </a:defRPr>
            </a:lvl4pPr>
            <a:lvl5pPr>
              <a:lnSpc>
                <a:spcPts val="1750"/>
              </a:lnSpc>
              <a:defRPr sz="1400"/>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705ADB92-A675-354D-8CFF-BF6779F05B8B}"/>
              </a:ext>
            </a:extLst>
          </p:cNvPr>
          <p:cNvSpPr>
            <a:spLocks noGrp="1"/>
          </p:cNvSpPr>
          <p:nvPr>
            <p:ph type="sldNum" sz="quarter" idx="2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BF1B362E-304B-D74F-8E05-F581CCD55911}" type="slidenum">
              <a:rPr kumimoji="0" lang="en-US" sz="9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33153661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Content Slide – Title Only">
    <p:bg>
      <p:bgPr>
        <a:solidFill>
          <a:schemeClr val="bg1"/>
        </a:solidFill>
        <a:effectLst/>
      </p:bgPr>
    </p:bg>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6"/>
            <a:ext cx="9595278" cy="991282"/>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5C08E9EA-89C9-9442-857B-4031E334067C}"/>
              </a:ext>
            </a:extLst>
          </p:cNvPr>
          <p:cNvSpPr>
            <a:spLocks noGrp="1"/>
          </p:cNvSpPr>
          <p:nvPr>
            <p:ph type="sldNum" sz="quarter" idx="23"/>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57637222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IHG_TABLE">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173F52"/>
          </a:solidFill>
          <a:ln w="12700">
            <a:solidFill>
              <a:srgbClr val="173F52"/>
            </a:solidFill>
            <a:prstDash val="solid"/>
          </a:ln>
        </p:spPr>
        <p:txBody>
          <a:bodyPr/>
          <a:lstStyle/>
          <a:p>
            <a:endParaRPr lang="en-GB"/>
          </a:p>
        </p:txBody>
      </p:sp>
      <p:sp>
        <p:nvSpPr>
          <p:cNvPr id="3" name="Text 1"/>
          <p:cNvSpPr/>
          <p:nvPr/>
        </p:nvSpPr>
        <p:spPr>
          <a:xfrm>
            <a:off x="164592" y="73152"/>
            <a:ext cx="1828800" cy="164592"/>
          </a:xfrm>
          <a:prstGeom prst="rect">
            <a:avLst/>
          </a:prstGeom>
          <a:noFill/>
          <a:ln/>
        </p:spPr>
        <p:txBody>
          <a:bodyPr wrap="square" lIns="0" tIns="0" rIns="0" bIns="0" rtlCol="0" anchor="ctr"/>
          <a:lstStyle/>
          <a:p>
            <a:pPr marL="0" indent="0">
              <a:buNone/>
            </a:pPr>
            <a:r>
              <a:rPr lang="en-US" sz="800" b="1">
                <a:solidFill>
                  <a:srgbClr val="FFFFFF"/>
                </a:solidFill>
                <a:latin typeface="Arial" pitchFamily="34" charset="0"/>
                <a:ea typeface="Arial" pitchFamily="34" charset="-122"/>
                <a:cs typeface="Arial" pitchFamily="34" charset="-120"/>
              </a:rPr>
              <a:t>IHG PROCUREMENT</a:t>
            </a:r>
            <a:endParaRPr lang="en-US" sz="800"/>
          </a:p>
        </p:txBody>
      </p:sp>
      <p:sp>
        <p:nvSpPr>
          <p:cNvPr id="4" name="Text 2"/>
          <p:cNvSpPr/>
          <p:nvPr/>
        </p:nvSpPr>
        <p:spPr>
          <a:xfrm>
            <a:off x="10469880" y="6583680"/>
            <a:ext cx="1417320" cy="128016"/>
          </a:xfrm>
          <a:prstGeom prst="rect">
            <a:avLst/>
          </a:prstGeom>
          <a:noFill/>
          <a:ln/>
        </p:spPr>
        <p:txBody>
          <a:bodyPr wrap="square" lIns="0" tIns="0" rIns="0" bIns="0" rtlCol="0" anchor="ctr"/>
          <a:lstStyle/>
          <a:p>
            <a:pPr marL="0" indent="0" algn="r">
              <a:buNone/>
            </a:pPr>
            <a:r>
              <a:rPr lang="en-US" sz="650">
                <a:solidFill>
                  <a:srgbClr val="6B7478"/>
                </a:solidFill>
                <a:latin typeface="Arial" pitchFamily="34" charset="0"/>
                <a:ea typeface="Arial" pitchFamily="34" charset="-122"/>
                <a:cs typeface="Arial" pitchFamily="34" charset="-120"/>
              </a:rPr>
              <a:t>IHG HOTELS &amp; RESORTS</a:t>
            </a:r>
            <a:endParaRPr lang="en-US" sz="650"/>
          </a:p>
        </p:txBody>
      </p:sp>
      <p:sp>
        <p:nvSpPr>
          <p:cNvPr id="5" name="Text 3"/>
          <p:cNvSpPr/>
          <p:nvPr/>
        </p:nvSpPr>
        <p:spPr>
          <a:xfrm>
            <a:off x="164592" y="6583680"/>
            <a:ext cx="3657600" cy="128016"/>
          </a:xfrm>
          <a:prstGeom prst="rect">
            <a:avLst/>
          </a:prstGeom>
          <a:noFill/>
          <a:ln/>
        </p:spPr>
        <p:txBody>
          <a:bodyPr wrap="square" lIns="0" tIns="0" rIns="0" bIns="0" rtlCol="0" anchor="ctr"/>
          <a:lstStyle/>
          <a:p>
            <a:pPr marL="0" indent="0">
              <a:buNone/>
            </a:pPr>
            <a:r>
              <a:rPr lang="en-US" sz="650">
                <a:solidFill>
                  <a:srgbClr val="8A8A8A"/>
                </a:solidFill>
                <a:latin typeface="Arial" pitchFamily="34" charset="0"/>
                <a:ea typeface="Arial" pitchFamily="34" charset="-122"/>
                <a:cs typeface="Arial" pitchFamily="34" charset="-120"/>
              </a:rPr>
              <a:t>HIGHLY CONFIDENTIAL – FOR DISCUSSION PURPOSES ONLY</a:t>
            </a:r>
            <a:endParaRPr lang="en-US" sz="650"/>
          </a:p>
        </p:txBody>
      </p:sp>
      <p:sp>
        <p:nvSpPr>
          <p:cNvPr id="25" name="Slide Number Placeholder 0"/>
          <p:cNvSpPr>
            <a:spLocks noGrp="1"/>
          </p:cNvSpPr>
          <p:nvPr>
            <p:ph type="sldNum" sz="quarter" idx="4294967295"/>
          </p:nvPr>
        </p:nvSpPr>
        <p:spPr>
          <a:xfrm>
            <a:off x="137160" y="6565392"/>
            <a:ext cx="228600" cy="128016"/>
          </a:xfrm>
          <a:prstGeom prst="rect">
            <a:avLst/>
          </a:prstGeom>
          <a:extLst>
            <a:ext uri="{C572A759-6A51-4108-AA02-DFA0A04FC94B}">
              <ma14:wrappingTextBoxFlag xmlns:ma14="http://schemas.microsoft.com/office/mac/drawingml/2011/main" xmlns="" val="0"/>
            </a:ext>
          </a:extLst>
        </p:spPr>
        <p:txBody>
          <a:bodyPr/>
          <a:lstStyle>
            <a:lvl1pPr>
              <a:defRPr sz="650">
                <a:solidFill>
                  <a:srgbClr val="8A8A8A"/>
                </a:solidFill>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233366417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CFF06D9-FB08-5745-931D-8B37BDFBFDFB}"/>
              </a:ext>
            </a:extLst>
          </p:cNvPr>
          <p:cNvSpPr>
            <a:spLocks noGrp="1"/>
          </p:cNvSpPr>
          <p:nvPr>
            <p:ph type="sldNum" sz="quarter" idx="4"/>
          </p:nvPr>
        </p:nvSpPr>
        <p:spPr>
          <a:xfrm>
            <a:off x="191336" y="6471445"/>
            <a:ext cx="750936" cy="386556"/>
          </a:xfrm>
          <a:prstGeom prst="rect">
            <a:avLst/>
          </a:prstGeom>
        </p:spPr>
        <p:txBody>
          <a:bodyPr vert="horz" lIns="0" tIns="0" rIns="0" bIns="0" rtlCol="0" anchor="ctr"/>
          <a:lstStyle>
            <a:lvl1pPr algn="l">
              <a:defRPr sz="800" b="0" i="0">
                <a:solidFill>
                  <a:schemeClr val="accent1"/>
                </a:solidFill>
                <a:latin typeface="Arial" panose="020B0604020202020204" pitchFamily="34" charset="0"/>
                <a:cs typeface="Arial" panose="020B0604020202020204" pitchFamily="34" charset="0"/>
              </a:defRPr>
            </a:lvl1pPr>
          </a:lstStyle>
          <a:p>
            <a:fld id="{BF1B362E-304B-D74F-8E05-F581CCD55911}" type="slidenum">
              <a:rPr lang="en-US" smtClean="0"/>
              <a:pPr/>
              <a:t>‹#›</a:t>
            </a:fld>
            <a:endParaRPr lang="en-US"/>
          </a:p>
        </p:txBody>
      </p:sp>
    </p:spTree>
    <p:extLst>
      <p:ext uri="{BB962C8B-B14F-4D97-AF65-F5344CB8AC3E}">
        <p14:creationId xmlns:p14="http://schemas.microsoft.com/office/powerpoint/2010/main" val="66971265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White BG with Footer Bar">
    <p:bg>
      <p:bgPr>
        <a:solidFill>
          <a:schemeClr val="bg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2C15477-B79C-0949-A9EA-DCFAD113D4D0}"/>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254350414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Warm White BG with Footer">
    <p:bg>
      <p:bgPr>
        <a:solidFill>
          <a:srgbClr val="F0EEED"/>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097BF5-7BBF-3047-A206-3F4A405BB095}"/>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63507217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1_Cool Gray BG with Footer ">
    <p:bg>
      <p:bgPr>
        <a:solidFill>
          <a:srgbClr val="C2C7CA"/>
        </a:solidFill>
        <a:effectLst/>
      </p:bgPr>
    </p:bg>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BC0B97F8-76CD-034D-BE7D-C4CA07F040DC}"/>
              </a:ext>
            </a:extLst>
          </p:cNvPr>
          <p:cNvPicPr>
            <a:picLocks noChangeAspect="1"/>
          </p:cNvPicPr>
          <p:nvPr userDrawn="1"/>
        </p:nvPicPr>
        <p:blipFill>
          <a:blip r:embed="rId2"/>
          <a:stretch>
            <a:fillRect/>
          </a:stretch>
        </p:blipFill>
        <p:spPr>
          <a:xfrm>
            <a:off x="10895872" y="6497324"/>
            <a:ext cx="1213995" cy="339897"/>
          </a:xfrm>
          <a:prstGeom prst="rect">
            <a:avLst/>
          </a:prstGeom>
        </p:spPr>
      </p:pic>
      <p:sp>
        <p:nvSpPr>
          <p:cNvPr id="6" name="Subtitle 2">
            <a:extLst>
              <a:ext uri="{FF2B5EF4-FFF2-40B4-BE49-F238E27FC236}">
                <a16:creationId xmlns:a16="http://schemas.microsoft.com/office/drawing/2014/main" id="{0948CC4D-4367-B440-99AF-C773899BA61F}"/>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00000"/>
              </a:lnSpc>
              <a:spcBef>
                <a:spcPts val="0"/>
              </a:spcBef>
            </a:pPr>
            <a:r>
              <a:rPr lang="en-GB" sz="701" kern="800" spc="0">
                <a:solidFill>
                  <a:schemeClr val="tx1">
                    <a:alpha val="50000"/>
                  </a:schemeClr>
                </a:solidFill>
                <a:latin typeface="Arial" panose="020B0604020202020204" pitchFamily="34" charset="0"/>
                <a:cs typeface="Arial" panose="020B0604020202020204" pitchFamily="34" charset="0"/>
              </a:rPr>
              <a:t>©2021 IHG</a:t>
            </a:r>
            <a:endParaRPr lang="en-US" sz="701" kern="800" spc="0">
              <a:solidFill>
                <a:schemeClr val="tx1">
                  <a:alpha val="50000"/>
                </a:schemeClr>
              </a:solidFill>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FA9F911F-E274-B449-8FFF-CFAFEA4138BF}"/>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48757872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1_Deep Blue BG with Footer">
    <p:bg>
      <p:bgPr>
        <a:solidFill>
          <a:srgbClr val="1E4456"/>
        </a:solidFill>
        <a:effectLst/>
      </p:bgPr>
    </p:bg>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F6F27F47-D0BE-A040-A0F8-F917A54A3554}"/>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00000"/>
              </a:lnSpc>
              <a:spcBef>
                <a:spcPts val="0"/>
              </a:spcBef>
            </a:pPr>
            <a:r>
              <a:rPr lang="en-GB" sz="701" kern="800" spc="0">
                <a:solidFill>
                  <a:schemeClr val="bg1">
                    <a:alpha val="50000"/>
                  </a:schemeClr>
                </a:solidFill>
                <a:latin typeface="Arial" panose="020B0604020202020204" pitchFamily="34" charset="0"/>
                <a:cs typeface="Arial" panose="020B0604020202020204" pitchFamily="34" charset="0"/>
              </a:rPr>
              <a:t>©2026 IHG</a:t>
            </a:r>
            <a:endParaRPr lang="en-US" sz="701" kern="800" spc="0">
              <a:solidFill>
                <a:schemeClr val="bg1">
                  <a:alpha val="50000"/>
                </a:schemeClr>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BC0B97F8-76CD-034D-BE7D-C4CA07F040DC}"/>
              </a:ext>
            </a:extLst>
          </p:cNvPr>
          <p:cNvPicPr>
            <a:picLocks noChangeAspect="1"/>
          </p:cNvPicPr>
          <p:nvPr userDrawn="1"/>
        </p:nvPicPr>
        <p:blipFill>
          <a:blip r:embed="rId2"/>
          <a:srcRect/>
          <a:stretch/>
        </p:blipFill>
        <p:spPr>
          <a:xfrm>
            <a:off x="10895872" y="6497324"/>
            <a:ext cx="1213995" cy="339896"/>
          </a:xfrm>
          <a:prstGeom prst="rect">
            <a:avLst/>
          </a:prstGeom>
        </p:spPr>
      </p:pic>
      <p:sp>
        <p:nvSpPr>
          <p:cNvPr id="2" name="Slide Number Placeholder 1">
            <a:extLst>
              <a:ext uri="{FF2B5EF4-FFF2-40B4-BE49-F238E27FC236}">
                <a16:creationId xmlns:a16="http://schemas.microsoft.com/office/drawing/2014/main" id="{3D708E44-75FF-CD4B-A9F2-3C54C6595278}"/>
              </a:ext>
            </a:extLst>
          </p:cNvPr>
          <p:cNvSpPr>
            <a:spLocks noGrp="1"/>
          </p:cNvSpPr>
          <p:nvPr>
            <p:ph type="sldNum" sz="quarter" idx="10"/>
          </p:nvPr>
        </p:nvSpPr>
        <p:spPr/>
        <p:txBody>
          <a:bodyPr/>
          <a:lstStyle>
            <a:lvl1pPr>
              <a:defRPr>
                <a:solidFill>
                  <a:schemeClr val="bg1"/>
                </a:solidFill>
              </a:defRPr>
            </a:lvl1pPr>
          </a:lstStyle>
          <a:p>
            <a:fld id="{BF1B362E-304B-D74F-8E05-F581CCD55911}" type="slidenum">
              <a:rPr lang="en-US" smtClean="0"/>
              <a:pPr/>
              <a:t>‹#›</a:t>
            </a:fld>
            <a:endParaRPr lang="en-US"/>
          </a:p>
        </p:txBody>
      </p:sp>
    </p:spTree>
    <p:extLst>
      <p:ext uri="{BB962C8B-B14F-4D97-AF65-F5344CB8AC3E}">
        <p14:creationId xmlns:p14="http://schemas.microsoft.com/office/powerpoint/2010/main" val="234514158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1_Warm White Blank">
    <p:bg>
      <p:bgPr>
        <a:solidFill>
          <a:srgbClr val="F0EEED"/>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412DFBF-C69A-174E-B6A3-82347D959FA2}"/>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2026252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Deep Blue Blank">
    <p:bg>
      <p:bgPr>
        <a:solidFill>
          <a:srgbClr val="1E4456"/>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A9AB00A-8414-464E-A652-719BD037CAF7}"/>
              </a:ext>
            </a:extLst>
          </p:cNvPr>
          <p:cNvSpPr>
            <a:spLocks noGrp="1"/>
          </p:cNvSpPr>
          <p:nvPr>
            <p:ph type="sldNum" sz="quarter" idx="10"/>
          </p:nvPr>
        </p:nvSpPr>
        <p:spPr/>
        <p:txBody>
          <a:bodyPr/>
          <a:lstStyle>
            <a:lvl1pPr>
              <a:defRPr>
                <a:solidFill>
                  <a:schemeClr val="bg1"/>
                </a:solidFill>
              </a:defRPr>
            </a:lvl1pPr>
          </a:lstStyle>
          <a:p>
            <a:fld id="{BF1B362E-304B-D74F-8E05-F581CCD55911}" type="slidenum">
              <a:rPr lang="en-US" smtClean="0"/>
              <a:pPr/>
              <a:t>‹#›</a:t>
            </a:fld>
            <a:endParaRPr lang="en-US"/>
          </a:p>
        </p:txBody>
      </p:sp>
    </p:spTree>
    <p:extLst>
      <p:ext uri="{BB962C8B-B14F-4D97-AF65-F5344CB8AC3E}">
        <p14:creationId xmlns:p14="http://schemas.microsoft.com/office/powerpoint/2010/main" val="46582763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_Cool Gray Blank">
    <p:bg>
      <p:bgPr>
        <a:solidFill>
          <a:srgbClr val="C2C7CA"/>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298310A-D0C6-DA4B-873F-284F19394ABF}"/>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05974566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Presentation Title Image 1">
    <p:spTree>
      <p:nvGrpSpPr>
        <p:cNvPr id="1" name=""/>
        <p:cNvGrpSpPr/>
        <p:nvPr/>
      </p:nvGrpSpPr>
      <p:grpSpPr>
        <a:xfrm>
          <a:off x="0" y="0"/>
          <a:ext cx="0" cy="0"/>
          <a:chOff x="0" y="0"/>
          <a:chExt cx="0" cy="0"/>
        </a:xfrm>
      </p:grpSpPr>
      <p:pic>
        <p:nvPicPr>
          <p:cNvPr id="2" name="Picture 1" descr="Shape&#10;&#10;Description automatically generated with medium confidence">
            <a:extLst>
              <a:ext uri="{FF2B5EF4-FFF2-40B4-BE49-F238E27FC236}">
                <a16:creationId xmlns:a16="http://schemas.microsoft.com/office/drawing/2014/main" id="{7419BC37-E1AF-C544-AB59-368BB200836D}"/>
              </a:ext>
            </a:extLst>
          </p:cNvPr>
          <p:cNvPicPr>
            <a:picLocks noChangeAspect="1"/>
          </p:cNvPicPr>
          <p:nvPr userDrawn="1"/>
        </p:nvPicPr>
        <p:blipFill>
          <a:blip r:embed="rId2"/>
          <a:stretch>
            <a:fillRect/>
          </a:stretch>
        </p:blipFill>
        <p:spPr>
          <a:xfrm>
            <a:off x="5089295" y="205402"/>
            <a:ext cx="2030663" cy="960322"/>
          </a:xfrm>
          <a:prstGeom prst="rect">
            <a:avLst/>
          </a:prstGeom>
        </p:spPr>
      </p:pic>
      <p:sp>
        <p:nvSpPr>
          <p:cNvPr id="6" name="Text Placeholder 3">
            <a:extLst>
              <a:ext uri="{FF2B5EF4-FFF2-40B4-BE49-F238E27FC236}">
                <a16:creationId xmlns:a16="http://schemas.microsoft.com/office/drawing/2014/main" id="{F76D573B-F035-014D-B8AF-3DD130E61B3A}"/>
              </a:ext>
            </a:extLst>
          </p:cNvPr>
          <p:cNvSpPr>
            <a:spLocks noGrp="1"/>
          </p:cNvSpPr>
          <p:nvPr>
            <p:ph type="body" sz="quarter" idx="12" hasCustomPrompt="1"/>
          </p:nvPr>
        </p:nvSpPr>
        <p:spPr>
          <a:xfrm>
            <a:off x="4263509" y="6378510"/>
            <a:ext cx="3662601" cy="92934"/>
          </a:xfrm>
          <a:prstGeom prst="rect">
            <a:avLst/>
          </a:prstGeom>
        </p:spPr>
        <p:txBody>
          <a:bodyPr lIns="0" tIns="0" rIns="0" bIns="0"/>
          <a:lstStyle>
            <a:lvl1pPr marL="0" indent="0" algn="ctr">
              <a:spcBef>
                <a:spcPts val="0"/>
              </a:spcBef>
              <a:buNone/>
              <a:defRPr sz="800" spc="150" baseline="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MONTH YEAR</a:t>
            </a:r>
            <a:endParaRPr lang="en-US"/>
          </a:p>
        </p:txBody>
      </p:sp>
      <p:sp>
        <p:nvSpPr>
          <p:cNvPr id="25" name="Text Placeholder 3">
            <a:extLst>
              <a:ext uri="{FF2B5EF4-FFF2-40B4-BE49-F238E27FC236}">
                <a16:creationId xmlns:a16="http://schemas.microsoft.com/office/drawing/2014/main" id="{40C7999F-8FBD-E94B-A3FA-EEDE3097A427}"/>
              </a:ext>
            </a:extLst>
          </p:cNvPr>
          <p:cNvSpPr>
            <a:spLocks noGrp="1"/>
          </p:cNvSpPr>
          <p:nvPr>
            <p:ph type="body" sz="quarter" idx="13" hasCustomPrompt="1"/>
          </p:nvPr>
        </p:nvSpPr>
        <p:spPr>
          <a:xfrm>
            <a:off x="2323458" y="4892826"/>
            <a:ext cx="7539528" cy="465827"/>
          </a:xfrm>
          <a:prstGeom prst="rect">
            <a:avLst/>
          </a:prstGeom>
        </p:spPr>
        <p:txBody>
          <a:bodyPr lIns="0" tIns="0" rIns="0" bIns="0" anchor="t"/>
          <a:lstStyle>
            <a:lvl1pPr marL="0" indent="0" algn="ctr">
              <a:spcBef>
                <a:spcPts val="0"/>
              </a:spcBef>
              <a:buNone/>
              <a:defRPr sz="375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Presentation Title</a:t>
            </a:r>
            <a:endParaRPr lang="en-US"/>
          </a:p>
        </p:txBody>
      </p:sp>
      <p:sp>
        <p:nvSpPr>
          <p:cNvPr id="27" name="Text Placeholder 3">
            <a:extLst>
              <a:ext uri="{FF2B5EF4-FFF2-40B4-BE49-F238E27FC236}">
                <a16:creationId xmlns:a16="http://schemas.microsoft.com/office/drawing/2014/main" id="{2A945782-E3FA-E548-B686-ADD3BA3F6F7B}"/>
              </a:ext>
            </a:extLst>
          </p:cNvPr>
          <p:cNvSpPr>
            <a:spLocks noGrp="1"/>
          </p:cNvSpPr>
          <p:nvPr>
            <p:ph type="body" sz="quarter" idx="11" hasCustomPrompt="1"/>
          </p:nvPr>
        </p:nvSpPr>
        <p:spPr>
          <a:xfrm>
            <a:off x="2323458" y="5490864"/>
            <a:ext cx="7539528" cy="247351"/>
          </a:xfrm>
          <a:prstGeom prst="rect">
            <a:avLst/>
          </a:prstGeom>
        </p:spPr>
        <p:txBody>
          <a:bodyPr lIns="0" tIns="0" rIns="0" bIns="0"/>
          <a:lstStyle>
            <a:lvl1pPr marL="0" indent="0" algn="ctr">
              <a:spcBef>
                <a:spcPts val="0"/>
              </a:spcBef>
              <a:buNone/>
              <a:defRPr sz="2000">
                <a:solidFill>
                  <a:schemeClr val="accent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Subtitle</a:t>
            </a:r>
            <a:endParaRPr lang="en-US"/>
          </a:p>
        </p:txBody>
      </p:sp>
      <p:sp>
        <p:nvSpPr>
          <p:cNvPr id="4" name="Picture Placeholder 3">
            <a:extLst>
              <a:ext uri="{FF2B5EF4-FFF2-40B4-BE49-F238E27FC236}">
                <a16:creationId xmlns:a16="http://schemas.microsoft.com/office/drawing/2014/main" id="{26A2C0DE-C569-5648-8CAD-895CA1DF68C4}"/>
              </a:ext>
            </a:extLst>
          </p:cNvPr>
          <p:cNvSpPr>
            <a:spLocks noGrp="1"/>
          </p:cNvSpPr>
          <p:nvPr>
            <p:ph type="pic" sz="quarter" idx="14" hasCustomPrompt="1"/>
          </p:nvPr>
        </p:nvSpPr>
        <p:spPr>
          <a:xfrm>
            <a:off x="2106750" y="1305162"/>
            <a:ext cx="7972944" cy="3363479"/>
          </a:xfrm>
          <a:prstGeom prst="rect">
            <a:avLst/>
          </a:prstGeom>
          <a:solidFill>
            <a:srgbClr val="C2C7CA"/>
          </a:solidFill>
          <a:ln>
            <a:noFill/>
          </a:ln>
        </p:spPr>
        <p:txBody>
          <a:bodyPr anchor="ctr" anchorCtr="0"/>
          <a:lstStyle>
            <a:lvl1pPr algn="ctr">
              <a:buFontTx/>
              <a:buNone/>
              <a:defRPr sz="1500">
                <a:solidFill>
                  <a:srgbClr val="262626"/>
                </a:solidFill>
              </a:defRPr>
            </a:lvl1pPr>
          </a:lstStyle>
          <a:p>
            <a:r>
              <a:rPr lang="en-US"/>
              <a:t>Insert image here</a:t>
            </a:r>
          </a:p>
        </p:txBody>
      </p:sp>
      <p:sp>
        <p:nvSpPr>
          <p:cNvPr id="12" name="Text Placeholder 8">
            <a:extLst>
              <a:ext uri="{FF2B5EF4-FFF2-40B4-BE49-F238E27FC236}">
                <a16:creationId xmlns:a16="http://schemas.microsoft.com/office/drawing/2014/main" id="{7C9F0632-C023-0547-B7FC-2D71ECD23CBA}"/>
              </a:ext>
            </a:extLst>
          </p:cNvPr>
          <p:cNvSpPr>
            <a:spLocks noGrp="1"/>
          </p:cNvSpPr>
          <p:nvPr>
            <p:ph type="body" sz="quarter" idx="15" hasCustomPrompt="1"/>
          </p:nvPr>
        </p:nvSpPr>
        <p:spPr>
          <a:xfrm>
            <a:off x="2066991" y="4688518"/>
            <a:ext cx="1424080" cy="153889"/>
          </a:xfrm>
          <a:prstGeom prst="rect">
            <a:avLst/>
          </a:prstGeom>
        </p:spPr>
        <p:txBody>
          <a:bodyPr/>
          <a:lstStyle>
            <a:lvl1pPr>
              <a:lnSpc>
                <a:spcPct val="100000"/>
              </a:lnSpc>
              <a:buNone/>
              <a:defRPr sz="700">
                <a:solidFill>
                  <a:schemeClr val="tx1"/>
                </a:solidFill>
              </a:defRPr>
            </a:lvl1pPr>
            <a:lvl2pPr>
              <a:buNone/>
              <a:defRPr sz="500">
                <a:solidFill>
                  <a:schemeClr val="tx1">
                    <a:alpha val="50000"/>
                  </a:schemeClr>
                </a:solidFill>
              </a:defRPr>
            </a:lvl2pPr>
            <a:lvl3pPr>
              <a:buNone/>
              <a:defRPr sz="500">
                <a:solidFill>
                  <a:schemeClr val="tx1">
                    <a:alpha val="50000"/>
                  </a:schemeClr>
                </a:solidFill>
              </a:defRPr>
            </a:lvl3pPr>
            <a:lvl4pPr>
              <a:buNone/>
              <a:defRPr sz="500">
                <a:solidFill>
                  <a:schemeClr val="tx1">
                    <a:alpha val="50000"/>
                  </a:schemeClr>
                </a:solidFill>
              </a:defRPr>
            </a:lvl4pPr>
            <a:lvl5pPr>
              <a:buNone/>
              <a:defRPr sz="500">
                <a:solidFill>
                  <a:schemeClr val="tx1">
                    <a:alpha val="50000"/>
                  </a:schemeClr>
                </a:solidFill>
              </a:defRPr>
            </a:lvl5pPr>
          </a:lstStyle>
          <a:p>
            <a:pPr lvl="0"/>
            <a:r>
              <a:rPr lang="en-GB"/>
              <a:t>Hotel brand name goes here</a:t>
            </a:r>
            <a:endParaRPr lang="en-US"/>
          </a:p>
        </p:txBody>
      </p:sp>
    </p:spTree>
    <p:extLst>
      <p:ext uri="{BB962C8B-B14F-4D97-AF65-F5344CB8AC3E}">
        <p14:creationId xmlns:p14="http://schemas.microsoft.com/office/powerpoint/2010/main" val="25972791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Content Slide – 1 Text Block">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13814B9F-28D6-484B-9B58-FC527E36831C}"/>
              </a:ext>
            </a:extLst>
          </p:cNvPr>
          <p:cNvSpPr>
            <a:spLocks noGrp="1"/>
          </p:cNvSpPr>
          <p:nvPr>
            <p:ph type="body" sz="quarter" idx="26"/>
          </p:nvPr>
        </p:nvSpPr>
        <p:spPr>
          <a:xfrm>
            <a:off x="411023" y="1520340"/>
            <a:ext cx="11458248" cy="4216677"/>
          </a:xfrm>
          <a:prstGeom prst="rect">
            <a:avLst/>
          </a:prstGeom>
        </p:spPr>
        <p:txBody>
          <a:bodyPr lIns="0" tIns="0" rIns="0" bIns="0"/>
          <a:lstStyle>
            <a:lvl1pPr>
              <a:lnSpc>
                <a:spcPct val="100000"/>
              </a:lnSpc>
              <a:spcBef>
                <a:spcPts val="600"/>
              </a:spcBef>
              <a:buNone/>
              <a:defRPr sz="2400">
                <a:solidFill>
                  <a:schemeClr val="tx1"/>
                </a:solidFill>
              </a:defRPr>
            </a:lvl1pPr>
            <a:lvl2pPr>
              <a:lnSpc>
                <a:spcPct val="100000"/>
              </a:lnSpc>
              <a:spcBef>
                <a:spcPts val="600"/>
              </a:spcBef>
              <a:defRPr sz="2400">
                <a:solidFill>
                  <a:schemeClr val="tx1"/>
                </a:solidFill>
              </a:defRPr>
            </a:lvl2pPr>
            <a:lvl3pPr>
              <a:lnSpc>
                <a:spcPct val="100000"/>
              </a:lnSpc>
              <a:spcBef>
                <a:spcPts val="600"/>
              </a:spcBef>
              <a:defRPr sz="2400">
                <a:solidFill>
                  <a:schemeClr val="tx1"/>
                </a:solidFill>
              </a:defRPr>
            </a:lvl3pPr>
            <a:lvl4pPr>
              <a:lnSpc>
                <a:spcPct val="100000"/>
              </a:lnSpc>
              <a:spcBef>
                <a:spcPts val="600"/>
              </a:spcBef>
              <a:defRPr sz="2400">
                <a:solidFill>
                  <a:schemeClr val="tx1"/>
                </a:solidFill>
              </a:defRPr>
            </a:lvl4pPr>
            <a:lvl5pPr>
              <a:lnSpc>
                <a:spcPts val="1750"/>
              </a:lnSpc>
              <a:defRPr sz="1400"/>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705ADB92-A675-354D-8CFF-BF6779F05B8B}"/>
              </a:ext>
            </a:extLst>
          </p:cNvPr>
          <p:cNvSpPr>
            <a:spLocks noGrp="1"/>
          </p:cNvSpPr>
          <p:nvPr>
            <p:ph type="sldNum" sz="quarter" idx="27"/>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202996208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Slide – Title Only">
    <p:bg>
      <p:bgPr>
        <a:solidFill>
          <a:schemeClr val="bg1"/>
        </a:solidFill>
        <a:effectLst/>
      </p:bgPr>
    </p:bg>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6"/>
            <a:ext cx="9595278" cy="991282"/>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5C08E9EA-89C9-9442-857B-4031E334067C}"/>
              </a:ext>
            </a:extLst>
          </p:cNvPr>
          <p:cNvSpPr>
            <a:spLocks noGrp="1"/>
          </p:cNvSpPr>
          <p:nvPr>
            <p:ph type="sldNum" sz="quarter" idx="23"/>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60616509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CFF06D9-FB08-5745-931D-8B37BDFBFDFB}"/>
              </a:ext>
            </a:extLst>
          </p:cNvPr>
          <p:cNvSpPr>
            <a:spLocks noGrp="1"/>
          </p:cNvSpPr>
          <p:nvPr>
            <p:ph type="sldNum" sz="quarter" idx="4"/>
          </p:nvPr>
        </p:nvSpPr>
        <p:spPr>
          <a:xfrm>
            <a:off x="191336" y="6471445"/>
            <a:ext cx="750936" cy="386556"/>
          </a:xfrm>
          <a:prstGeom prst="rect">
            <a:avLst/>
          </a:prstGeom>
        </p:spPr>
        <p:txBody>
          <a:bodyPr vert="horz" lIns="0" tIns="0" rIns="0" bIns="0" rtlCol="0" anchor="ctr"/>
          <a:lstStyle>
            <a:lvl1pPr algn="l">
              <a:defRPr sz="800" b="0" i="0">
                <a:solidFill>
                  <a:schemeClr val="accent1"/>
                </a:solidFill>
                <a:latin typeface="Arial" panose="020B0604020202020204" pitchFamily="34" charset="0"/>
                <a:cs typeface="Arial" panose="020B0604020202020204" pitchFamily="34" charset="0"/>
              </a:defRPr>
            </a:lvl1pPr>
          </a:lstStyle>
          <a:p>
            <a:fld id="{BF1B362E-304B-D74F-8E05-F581CCD55911}" type="slidenum">
              <a:rPr lang="en-US" smtClean="0"/>
              <a:pPr/>
              <a:t>‹#›</a:t>
            </a:fld>
            <a:endParaRPr lang="en-US"/>
          </a:p>
        </p:txBody>
      </p:sp>
    </p:spTree>
    <p:extLst>
      <p:ext uri="{BB962C8B-B14F-4D97-AF65-F5344CB8AC3E}">
        <p14:creationId xmlns:p14="http://schemas.microsoft.com/office/powerpoint/2010/main" val="42098055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White BG with Footer Bar">
    <p:bg>
      <p:bgPr>
        <a:solidFill>
          <a:schemeClr val="bg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2C15477-B79C-0949-A9EA-DCFAD113D4D0}"/>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18662995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Warm White BG with Footer">
    <p:bg>
      <p:bgPr>
        <a:solidFill>
          <a:srgbClr val="F0EEED"/>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097BF5-7BBF-3047-A206-3F4A405BB095}"/>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251346907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1_Cool Gray BG with Footer ">
    <p:bg>
      <p:bgPr>
        <a:solidFill>
          <a:srgbClr val="C2C7CA"/>
        </a:solidFill>
        <a:effectLst/>
      </p:bgPr>
    </p:bg>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BC0B97F8-76CD-034D-BE7D-C4CA07F040DC}"/>
              </a:ext>
            </a:extLst>
          </p:cNvPr>
          <p:cNvPicPr>
            <a:picLocks noChangeAspect="1"/>
          </p:cNvPicPr>
          <p:nvPr userDrawn="1"/>
        </p:nvPicPr>
        <p:blipFill>
          <a:blip r:embed="rId2"/>
          <a:stretch>
            <a:fillRect/>
          </a:stretch>
        </p:blipFill>
        <p:spPr>
          <a:xfrm>
            <a:off x="10895872" y="6497324"/>
            <a:ext cx="1213995" cy="339897"/>
          </a:xfrm>
          <a:prstGeom prst="rect">
            <a:avLst/>
          </a:prstGeom>
        </p:spPr>
      </p:pic>
      <p:sp>
        <p:nvSpPr>
          <p:cNvPr id="6" name="Subtitle 2">
            <a:extLst>
              <a:ext uri="{FF2B5EF4-FFF2-40B4-BE49-F238E27FC236}">
                <a16:creationId xmlns:a16="http://schemas.microsoft.com/office/drawing/2014/main" id="{0948CC4D-4367-B440-99AF-C773899BA61F}"/>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00000"/>
              </a:lnSpc>
              <a:spcBef>
                <a:spcPts val="0"/>
              </a:spcBef>
            </a:pPr>
            <a:r>
              <a:rPr lang="en-GB" sz="701" kern="800" spc="0">
                <a:solidFill>
                  <a:schemeClr val="tx1">
                    <a:alpha val="50000"/>
                  </a:schemeClr>
                </a:solidFill>
                <a:latin typeface="Arial" panose="020B0604020202020204" pitchFamily="34" charset="0"/>
                <a:cs typeface="Arial" panose="020B0604020202020204" pitchFamily="34" charset="0"/>
              </a:rPr>
              <a:t>©2021 IHG</a:t>
            </a:r>
            <a:endParaRPr lang="en-US" sz="701" kern="800" spc="0">
              <a:solidFill>
                <a:schemeClr val="tx1">
                  <a:alpha val="50000"/>
                </a:schemeClr>
              </a:solidFill>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FA9F911F-E274-B449-8FFF-CFAFEA4138BF}"/>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7932371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1_Deep Blue BG with Footer">
    <p:bg>
      <p:bgPr>
        <a:solidFill>
          <a:srgbClr val="1E4456"/>
        </a:solidFill>
        <a:effectLst/>
      </p:bgPr>
    </p:bg>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F6F27F47-D0BE-A040-A0F8-F917A54A3554}"/>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00000"/>
              </a:lnSpc>
              <a:spcBef>
                <a:spcPts val="0"/>
              </a:spcBef>
            </a:pPr>
            <a:r>
              <a:rPr lang="en-GB" sz="701" kern="800" spc="0">
                <a:solidFill>
                  <a:schemeClr val="bg1">
                    <a:alpha val="50000"/>
                  </a:schemeClr>
                </a:solidFill>
                <a:latin typeface="Arial" panose="020B0604020202020204" pitchFamily="34" charset="0"/>
                <a:cs typeface="Arial" panose="020B0604020202020204" pitchFamily="34" charset="0"/>
              </a:rPr>
              <a:t>©2021 IHG</a:t>
            </a:r>
            <a:endParaRPr lang="en-US" sz="701" kern="800" spc="0">
              <a:solidFill>
                <a:schemeClr val="bg1">
                  <a:alpha val="50000"/>
                </a:schemeClr>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BC0B97F8-76CD-034D-BE7D-C4CA07F040DC}"/>
              </a:ext>
            </a:extLst>
          </p:cNvPr>
          <p:cNvPicPr>
            <a:picLocks noChangeAspect="1"/>
          </p:cNvPicPr>
          <p:nvPr userDrawn="1"/>
        </p:nvPicPr>
        <p:blipFill>
          <a:blip r:embed="rId2"/>
          <a:srcRect/>
          <a:stretch/>
        </p:blipFill>
        <p:spPr>
          <a:xfrm>
            <a:off x="10895872" y="6497324"/>
            <a:ext cx="1213995" cy="339896"/>
          </a:xfrm>
          <a:prstGeom prst="rect">
            <a:avLst/>
          </a:prstGeom>
        </p:spPr>
      </p:pic>
      <p:sp>
        <p:nvSpPr>
          <p:cNvPr id="2" name="Slide Number Placeholder 1">
            <a:extLst>
              <a:ext uri="{FF2B5EF4-FFF2-40B4-BE49-F238E27FC236}">
                <a16:creationId xmlns:a16="http://schemas.microsoft.com/office/drawing/2014/main" id="{3D708E44-75FF-CD4B-A9F2-3C54C6595278}"/>
              </a:ext>
            </a:extLst>
          </p:cNvPr>
          <p:cNvSpPr>
            <a:spLocks noGrp="1"/>
          </p:cNvSpPr>
          <p:nvPr>
            <p:ph type="sldNum" sz="quarter" idx="10"/>
          </p:nvPr>
        </p:nvSpPr>
        <p:spPr/>
        <p:txBody>
          <a:bodyPr/>
          <a:lstStyle>
            <a:lvl1pPr>
              <a:defRPr>
                <a:solidFill>
                  <a:schemeClr val="bg1"/>
                </a:solidFill>
              </a:defRPr>
            </a:lvl1pPr>
          </a:lstStyle>
          <a:p>
            <a:fld id="{BF1B362E-304B-D74F-8E05-F581CCD55911}" type="slidenum">
              <a:rPr lang="en-US" smtClean="0"/>
              <a:pPr/>
              <a:t>‹#›</a:t>
            </a:fld>
            <a:endParaRPr lang="en-US"/>
          </a:p>
        </p:txBody>
      </p:sp>
    </p:spTree>
    <p:extLst>
      <p:ext uri="{BB962C8B-B14F-4D97-AF65-F5344CB8AC3E}">
        <p14:creationId xmlns:p14="http://schemas.microsoft.com/office/powerpoint/2010/main" val="284102535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1_Warm White Blank">
    <p:bg>
      <p:bgPr>
        <a:solidFill>
          <a:srgbClr val="F0EEED"/>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412DFBF-C69A-174E-B6A3-82347D959FA2}"/>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260654939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1_Deep Blue Blank">
    <p:bg>
      <p:bgPr>
        <a:solidFill>
          <a:srgbClr val="1E4456"/>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A9AB00A-8414-464E-A652-719BD037CAF7}"/>
              </a:ext>
            </a:extLst>
          </p:cNvPr>
          <p:cNvSpPr>
            <a:spLocks noGrp="1"/>
          </p:cNvSpPr>
          <p:nvPr>
            <p:ph type="sldNum" sz="quarter" idx="10"/>
          </p:nvPr>
        </p:nvSpPr>
        <p:spPr/>
        <p:txBody>
          <a:bodyPr/>
          <a:lstStyle>
            <a:lvl1pPr>
              <a:defRPr>
                <a:solidFill>
                  <a:schemeClr val="bg1"/>
                </a:solidFill>
              </a:defRPr>
            </a:lvl1pPr>
          </a:lstStyle>
          <a:p>
            <a:fld id="{BF1B362E-304B-D74F-8E05-F581CCD55911}" type="slidenum">
              <a:rPr lang="en-US" smtClean="0"/>
              <a:pPr/>
              <a:t>‹#›</a:t>
            </a:fld>
            <a:endParaRPr lang="en-US"/>
          </a:p>
        </p:txBody>
      </p:sp>
    </p:spTree>
    <p:extLst>
      <p:ext uri="{BB962C8B-B14F-4D97-AF65-F5344CB8AC3E}">
        <p14:creationId xmlns:p14="http://schemas.microsoft.com/office/powerpoint/2010/main" val="183191540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1_Cool Gray Blank">
    <p:bg>
      <p:bgPr>
        <a:solidFill>
          <a:srgbClr val="C2C7CA"/>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298310A-D0C6-DA4B-873F-284F19394ABF}"/>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35161704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userDrawn="1">
  <p:cSld name="Presentation Title White">
    <p:spTree>
      <p:nvGrpSpPr>
        <p:cNvPr id="1" name=""/>
        <p:cNvGrpSpPr/>
        <p:nvPr/>
      </p:nvGrpSpPr>
      <p:grpSpPr>
        <a:xfrm>
          <a:off x="0" y="0"/>
          <a:ext cx="0" cy="0"/>
          <a:chOff x="0" y="0"/>
          <a:chExt cx="0" cy="0"/>
        </a:xfrm>
      </p:grpSpPr>
      <p:pic>
        <p:nvPicPr>
          <p:cNvPr id="2" name="Picture 1" descr="Shape&#10;&#10;Description automatically generated with medium confidence">
            <a:extLst>
              <a:ext uri="{FF2B5EF4-FFF2-40B4-BE49-F238E27FC236}">
                <a16:creationId xmlns:a16="http://schemas.microsoft.com/office/drawing/2014/main" id="{7419BC37-E1AF-C544-AB59-368BB200836D}"/>
              </a:ext>
            </a:extLst>
          </p:cNvPr>
          <p:cNvPicPr>
            <a:picLocks noChangeAspect="1"/>
          </p:cNvPicPr>
          <p:nvPr userDrawn="1"/>
        </p:nvPicPr>
        <p:blipFill>
          <a:blip r:embed="rId2"/>
          <a:stretch>
            <a:fillRect/>
          </a:stretch>
        </p:blipFill>
        <p:spPr>
          <a:xfrm>
            <a:off x="5089295" y="205402"/>
            <a:ext cx="2030663" cy="960322"/>
          </a:xfrm>
          <a:prstGeom prst="rect">
            <a:avLst/>
          </a:prstGeom>
        </p:spPr>
      </p:pic>
      <p:sp>
        <p:nvSpPr>
          <p:cNvPr id="4" name="Text Placeholder 3">
            <a:extLst>
              <a:ext uri="{FF2B5EF4-FFF2-40B4-BE49-F238E27FC236}">
                <a16:creationId xmlns:a16="http://schemas.microsoft.com/office/drawing/2014/main" id="{02569AE1-31E6-9844-9002-CF31BD42E8C9}"/>
              </a:ext>
            </a:extLst>
          </p:cNvPr>
          <p:cNvSpPr>
            <a:spLocks noGrp="1"/>
          </p:cNvSpPr>
          <p:nvPr>
            <p:ph type="body" sz="quarter" idx="10" hasCustomPrompt="1"/>
          </p:nvPr>
        </p:nvSpPr>
        <p:spPr>
          <a:xfrm>
            <a:off x="2323458" y="3006306"/>
            <a:ext cx="7539528" cy="465827"/>
          </a:xfrm>
          <a:prstGeom prst="rect">
            <a:avLst/>
          </a:prstGeom>
        </p:spPr>
        <p:txBody>
          <a:bodyPr lIns="0" tIns="0" rIns="0" bIns="0" anchor="b"/>
          <a:lstStyle>
            <a:lvl1pPr marL="0" indent="0" algn="ctr">
              <a:lnSpc>
                <a:spcPct val="90000"/>
              </a:lnSpc>
              <a:spcBef>
                <a:spcPts val="0"/>
              </a:spcBef>
              <a:buNone/>
              <a:defRPr sz="375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Presentation Title</a:t>
            </a:r>
            <a:endParaRPr lang="en-US"/>
          </a:p>
        </p:txBody>
      </p:sp>
      <p:sp>
        <p:nvSpPr>
          <p:cNvPr id="5" name="Text Placeholder 3">
            <a:extLst>
              <a:ext uri="{FF2B5EF4-FFF2-40B4-BE49-F238E27FC236}">
                <a16:creationId xmlns:a16="http://schemas.microsoft.com/office/drawing/2014/main" id="{D0F46287-EEDD-B045-9BE9-944F86CED7DA}"/>
              </a:ext>
            </a:extLst>
          </p:cNvPr>
          <p:cNvSpPr>
            <a:spLocks noGrp="1"/>
          </p:cNvSpPr>
          <p:nvPr>
            <p:ph type="body" sz="quarter" idx="11" hasCustomPrompt="1"/>
          </p:nvPr>
        </p:nvSpPr>
        <p:spPr>
          <a:xfrm>
            <a:off x="2323458" y="3604344"/>
            <a:ext cx="7539528" cy="247351"/>
          </a:xfrm>
          <a:prstGeom prst="rect">
            <a:avLst/>
          </a:prstGeom>
        </p:spPr>
        <p:txBody>
          <a:bodyPr lIns="0" tIns="0" rIns="0" bIns="0"/>
          <a:lstStyle>
            <a:lvl1pPr marL="0" indent="0" algn="ctr">
              <a:lnSpc>
                <a:spcPct val="90000"/>
              </a:lnSpc>
              <a:spcBef>
                <a:spcPts val="0"/>
              </a:spcBef>
              <a:buNone/>
              <a:defRPr sz="2000">
                <a:solidFill>
                  <a:schemeClr val="accent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Subtitle</a:t>
            </a:r>
            <a:endParaRPr lang="en-US"/>
          </a:p>
        </p:txBody>
      </p:sp>
      <p:sp>
        <p:nvSpPr>
          <p:cNvPr id="6" name="Text Placeholder 3">
            <a:extLst>
              <a:ext uri="{FF2B5EF4-FFF2-40B4-BE49-F238E27FC236}">
                <a16:creationId xmlns:a16="http://schemas.microsoft.com/office/drawing/2014/main" id="{F76D573B-F035-014D-B8AF-3DD130E61B3A}"/>
              </a:ext>
            </a:extLst>
          </p:cNvPr>
          <p:cNvSpPr>
            <a:spLocks noGrp="1"/>
          </p:cNvSpPr>
          <p:nvPr>
            <p:ph type="body" sz="quarter" idx="12" hasCustomPrompt="1"/>
          </p:nvPr>
        </p:nvSpPr>
        <p:spPr>
          <a:xfrm>
            <a:off x="4263509" y="6378510"/>
            <a:ext cx="3662601" cy="92934"/>
          </a:xfrm>
          <a:prstGeom prst="rect">
            <a:avLst/>
          </a:prstGeom>
        </p:spPr>
        <p:txBody>
          <a:bodyPr lIns="0" tIns="0" rIns="0" bIns="0"/>
          <a:lstStyle>
            <a:lvl1pPr marL="0" indent="0" algn="ctr">
              <a:lnSpc>
                <a:spcPct val="90000"/>
              </a:lnSpc>
              <a:spcBef>
                <a:spcPts val="0"/>
              </a:spcBef>
              <a:buNone/>
              <a:defRPr sz="800" cap="all" spc="150" baseline="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MONTH YEAR</a:t>
            </a:r>
            <a:endParaRPr lang="en-US"/>
          </a:p>
        </p:txBody>
      </p:sp>
    </p:spTree>
    <p:extLst>
      <p:ext uri="{BB962C8B-B14F-4D97-AF65-F5344CB8AC3E}">
        <p14:creationId xmlns:p14="http://schemas.microsoft.com/office/powerpoint/2010/main" val="120522574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userDrawn="1">
  <p:cSld name="Presentation Title Cool Gray">
    <p:bg>
      <p:bgPr>
        <a:solidFill>
          <a:srgbClr val="C2C7CA"/>
        </a:solidFill>
        <a:effectLst/>
      </p:bgPr>
    </p:bg>
    <p:spTree>
      <p:nvGrpSpPr>
        <p:cNvPr id="1" name=""/>
        <p:cNvGrpSpPr/>
        <p:nvPr/>
      </p:nvGrpSpPr>
      <p:grpSpPr>
        <a:xfrm>
          <a:off x="0" y="0"/>
          <a:ext cx="0" cy="0"/>
          <a:chOff x="0" y="0"/>
          <a:chExt cx="0" cy="0"/>
        </a:xfrm>
      </p:grpSpPr>
      <p:pic>
        <p:nvPicPr>
          <p:cNvPr id="2" name="Picture 1" descr="Shape&#10;&#10;Description automatically generated with medium confidence">
            <a:extLst>
              <a:ext uri="{FF2B5EF4-FFF2-40B4-BE49-F238E27FC236}">
                <a16:creationId xmlns:a16="http://schemas.microsoft.com/office/drawing/2014/main" id="{7419BC37-E1AF-C544-AB59-368BB200836D}"/>
              </a:ext>
            </a:extLst>
          </p:cNvPr>
          <p:cNvPicPr>
            <a:picLocks noChangeAspect="1"/>
          </p:cNvPicPr>
          <p:nvPr userDrawn="1"/>
        </p:nvPicPr>
        <p:blipFill>
          <a:blip r:embed="rId2"/>
          <a:stretch>
            <a:fillRect/>
          </a:stretch>
        </p:blipFill>
        <p:spPr>
          <a:xfrm>
            <a:off x="5089295" y="205402"/>
            <a:ext cx="2030663" cy="960322"/>
          </a:xfrm>
          <a:prstGeom prst="rect">
            <a:avLst/>
          </a:prstGeom>
        </p:spPr>
      </p:pic>
      <p:sp>
        <p:nvSpPr>
          <p:cNvPr id="4" name="Text Placeholder 3">
            <a:extLst>
              <a:ext uri="{FF2B5EF4-FFF2-40B4-BE49-F238E27FC236}">
                <a16:creationId xmlns:a16="http://schemas.microsoft.com/office/drawing/2014/main" id="{02569AE1-31E6-9844-9002-CF31BD42E8C9}"/>
              </a:ext>
            </a:extLst>
          </p:cNvPr>
          <p:cNvSpPr>
            <a:spLocks noGrp="1"/>
          </p:cNvSpPr>
          <p:nvPr>
            <p:ph type="body" sz="quarter" idx="10" hasCustomPrompt="1"/>
          </p:nvPr>
        </p:nvSpPr>
        <p:spPr>
          <a:xfrm>
            <a:off x="2323458" y="3006306"/>
            <a:ext cx="7539528" cy="465827"/>
          </a:xfrm>
          <a:prstGeom prst="rect">
            <a:avLst/>
          </a:prstGeom>
        </p:spPr>
        <p:txBody>
          <a:bodyPr lIns="0" tIns="0" rIns="0" bIns="0" anchor="b"/>
          <a:lstStyle>
            <a:lvl1pPr marL="0" indent="0" algn="ctr">
              <a:lnSpc>
                <a:spcPct val="90000"/>
              </a:lnSpc>
              <a:spcBef>
                <a:spcPts val="0"/>
              </a:spcBef>
              <a:buNone/>
              <a:defRPr sz="3750">
                <a:solidFill>
                  <a:srgbClr val="262626"/>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Presentation Title</a:t>
            </a:r>
            <a:endParaRPr lang="en-US"/>
          </a:p>
        </p:txBody>
      </p:sp>
      <p:sp>
        <p:nvSpPr>
          <p:cNvPr id="5" name="Text Placeholder 3">
            <a:extLst>
              <a:ext uri="{FF2B5EF4-FFF2-40B4-BE49-F238E27FC236}">
                <a16:creationId xmlns:a16="http://schemas.microsoft.com/office/drawing/2014/main" id="{D0F46287-EEDD-B045-9BE9-944F86CED7DA}"/>
              </a:ext>
            </a:extLst>
          </p:cNvPr>
          <p:cNvSpPr>
            <a:spLocks noGrp="1"/>
          </p:cNvSpPr>
          <p:nvPr>
            <p:ph type="body" sz="quarter" idx="11" hasCustomPrompt="1"/>
          </p:nvPr>
        </p:nvSpPr>
        <p:spPr>
          <a:xfrm>
            <a:off x="2323458" y="3604344"/>
            <a:ext cx="7539528" cy="247351"/>
          </a:xfrm>
          <a:prstGeom prst="rect">
            <a:avLst/>
          </a:prstGeom>
        </p:spPr>
        <p:txBody>
          <a:bodyPr lIns="0" tIns="0" rIns="0" bIns="0"/>
          <a:lstStyle>
            <a:lvl1pPr marL="0" indent="0" algn="ctr">
              <a:lnSpc>
                <a:spcPct val="90000"/>
              </a:lnSpc>
              <a:spcBef>
                <a:spcPts val="0"/>
              </a:spcBef>
              <a:buNone/>
              <a:defRPr sz="2000">
                <a:solidFill>
                  <a:srgbClr val="262626"/>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Subtitle</a:t>
            </a:r>
            <a:endParaRPr lang="en-US"/>
          </a:p>
        </p:txBody>
      </p:sp>
      <p:sp>
        <p:nvSpPr>
          <p:cNvPr id="6" name="Text Placeholder 3">
            <a:extLst>
              <a:ext uri="{FF2B5EF4-FFF2-40B4-BE49-F238E27FC236}">
                <a16:creationId xmlns:a16="http://schemas.microsoft.com/office/drawing/2014/main" id="{F76D573B-F035-014D-B8AF-3DD130E61B3A}"/>
              </a:ext>
            </a:extLst>
          </p:cNvPr>
          <p:cNvSpPr>
            <a:spLocks noGrp="1"/>
          </p:cNvSpPr>
          <p:nvPr>
            <p:ph type="body" sz="quarter" idx="12" hasCustomPrompt="1"/>
          </p:nvPr>
        </p:nvSpPr>
        <p:spPr>
          <a:xfrm>
            <a:off x="4263509" y="6378510"/>
            <a:ext cx="3662601" cy="92934"/>
          </a:xfrm>
          <a:prstGeom prst="rect">
            <a:avLst/>
          </a:prstGeom>
        </p:spPr>
        <p:txBody>
          <a:bodyPr lIns="0" tIns="0" rIns="0" bIns="0"/>
          <a:lstStyle>
            <a:lvl1pPr marL="0" indent="0" algn="ctr">
              <a:spcBef>
                <a:spcPts val="0"/>
              </a:spcBef>
              <a:buNone/>
              <a:defRPr sz="800" spc="150" baseline="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MONTH YEAR</a:t>
            </a:r>
            <a:endParaRPr lang="en-US"/>
          </a:p>
        </p:txBody>
      </p:sp>
    </p:spTree>
    <p:extLst>
      <p:ext uri="{BB962C8B-B14F-4D97-AF65-F5344CB8AC3E}">
        <p14:creationId xmlns:p14="http://schemas.microsoft.com/office/powerpoint/2010/main" val="120575536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userDrawn="1">
  <p:cSld name="Presentation Title Image Gallery">
    <p:spTree>
      <p:nvGrpSpPr>
        <p:cNvPr id="1" name=""/>
        <p:cNvGrpSpPr/>
        <p:nvPr/>
      </p:nvGrpSpPr>
      <p:grpSpPr>
        <a:xfrm>
          <a:off x="0" y="0"/>
          <a:ext cx="0" cy="0"/>
          <a:chOff x="0" y="0"/>
          <a:chExt cx="0" cy="0"/>
        </a:xfrm>
      </p:grpSpPr>
      <p:sp>
        <p:nvSpPr>
          <p:cNvPr id="17" name="Picture Placeholder 3">
            <a:extLst>
              <a:ext uri="{FF2B5EF4-FFF2-40B4-BE49-F238E27FC236}">
                <a16:creationId xmlns:a16="http://schemas.microsoft.com/office/drawing/2014/main" id="{D8585B6A-9C3E-BF4A-A865-E0C828397480}"/>
              </a:ext>
            </a:extLst>
          </p:cNvPr>
          <p:cNvSpPr>
            <a:spLocks noGrp="1"/>
          </p:cNvSpPr>
          <p:nvPr>
            <p:ph type="pic" sz="quarter" idx="14" hasCustomPrompt="1"/>
          </p:nvPr>
        </p:nvSpPr>
        <p:spPr>
          <a:xfrm>
            <a:off x="-1" y="1403748"/>
            <a:ext cx="3010502" cy="2970000"/>
          </a:xfrm>
          <a:prstGeom prst="rect">
            <a:avLst/>
          </a:prstGeom>
          <a:solidFill>
            <a:srgbClr val="C2C7CA"/>
          </a:solidFill>
          <a:ln>
            <a:noFill/>
          </a:ln>
        </p:spPr>
        <p:txBody>
          <a:bodyPr anchor="ctr" anchorCtr="0"/>
          <a:lstStyle>
            <a:lvl1pPr algn="ctr">
              <a:buFontTx/>
              <a:buNone/>
              <a:defRPr sz="1500">
                <a:solidFill>
                  <a:srgbClr val="262626"/>
                </a:solidFill>
              </a:defRPr>
            </a:lvl1pPr>
          </a:lstStyle>
          <a:p>
            <a:r>
              <a:rPr lang="en-US"/>
              <a:t>Insert image here</a:t>
            </a:r>
          </a:p>
        </p:txBody>
      </p:sp>
      <p:sp>
        <p:nvSpPr>
          <p:cNvPr id="22" name="Picture Placeholder 3">
            <a:extLst>
              <a:ext uri="{FF2B5EF4-FFF2-40B4-BE49-F238E27FC236}">
                <a16:creationId xmlns:a16="http://schemas.microsoft.com/office/drawing/2014/main" id="{DEBF2340-24F5-7449-A747-E6C8095E6A54}"/>
              </a:ext>
            </a:extLst>
          </p:cNvPr>
          <p:cNvSpPr>
            <a:spLocks noGrp="1"/>
          </p:cNvSpPr>
          <p:nvPr>
            <p:ph type="pic" sz="quarter" idx="15" hasCustomPrompt="1"/>
          </p:nvPr>
        </p:nvSpPr>
        <p:spPr>
          <a:xfrm>
            <a:off x="3095093" y="1403748"/>
            <a:ext cx="1849682" cy="2070000"/>
          </a:xfrm>
          <a:prstGeom prst="rect">
            <a:avLst/>
          </a:prstGeom>
          <a:solidFill>
            <a:srgbClr val="C2C7CA"/>
          </a:solidFill>
          <a:ln>
            <a:noFill/>
          </a:ln>
        </p:spPr>
        <p:txBody>
          <a:bodyPr anchor="ctr" anchorCtr="0"/>
          <a:lstStyle>
            <a:lvl1pPr algn="ctr">
              <a:buFontTx/>
              <a:buNone/>
              <a:defRPr sz="1500">
                <a:solidFill>
                  <a:srgbClr val="262626"/>
                </a:solidFill>
              </a:defRPr>
            </a:lvl1pPr>
          </a:lstStyle>
          <a:p>
            <a:r>
              <a:rPr lang="en-US"/>
              <a:t>Insert image here</a:t>
            </a:r>
          </a:p>
        </p:txBody>
      </p:sp>
      <p:sp>
        <p:nvSpPr>
          <p:cNvPr id="25" name="Picture Placeholder 3">
            <a:extLst>
              <a:ext uri="{FF2B5EF4-FFF2-40B4-BE49-F238E27FC236}">
                <a16:creationId xmlns:a16="http://schemas.microsoft.com/office/drawing/2014/main" id="{D43A5DDA-E27A-CD48-98DD-4F2254AD49AD}"/>
              </a:ext>
            </a:extLst>
          </p:cNvPr>
          <p:cNvSpPr>
            <a:spLocks noGrp="1"/>
          </p:cNvSpPr>
          <p:nvPr>
            <p:ph type="pic" sz="quarter" idx="16" hasCustomPrompt="1"/>
          </p:nvPr>
        </p:nvSpPr>
        <p:spPr>
          <a:xfrm>
            <a:off x="5029527" y="1403748"/>
            <a:ext cx="2813494" cy="2448000"/>
          </a:xfrm>
          <a:prstGeom prst="rect">
            <a:avLst/>
          </a:prstGeom>
          <a:solidFill>
            <a:srgbClr val="C2C7CA"/>
          </a:solidFill>
          <a:ln>
            <a:noFill/>
          </a:ln>
        </p:spPr>
        <p:txBody>
          <a:bodyPr anchor="ctr" anchorCtr="0"/>
          <a:lstStyle>
            <a:lvl1pPr algn="ctr">
              <a:buFontTx/>
              <a:buNone/>
              <a:defRPr sz="1500">
                <a:solidFill>
                  <a:srgbClr val="262626"/>
                </a:solidFill>
              </a:defRPr>
            </a:lvl1pPr>
          </a:lstStyle>
          <a:p>
            <a:r>
              <a:rPr lang="en-US"/>
              <a:t>Insert image here</a:t>
            </a:r>
          </a:p>
        </p:txBody>
      </p:sp>
      <p:sp>
        <p:nvSpPr>
          <p:cNvPr id="26" name="Picture Placeholder 3">
            <a:extLst>
              <a:ext uri="{FF2B5EF4-FFF2-40B4-BE49-F238E27FC236}">
                <a16:creationId xmlns:a16="http://schemas.microsoft.com/office/drawing/2014/main" id="{4424DC3B-BD2A-ED4E-BB51-AFC701DA0B84}"/>
              </a:ext>
            </a:extLst>
          </p:cNvPr>
          <p:cNvSpPr>
            <a:spLocks noGrp="1"/>
          </p:cNvSpPr>
          <p:nvPr>
            <p:ph type="pic" sz="quarter" idx="17" hasCustomPrompt="1"/>
          </p:nvPr>
        </p:nvSpPr>
        <p:spPr>
          <a:xfrm>
            <a:off x="7925316" y="1403748"/>
            <a:ext cx="2189033" cy="2070000"/>
          </a:xfrm>
          <a:prstGeom prst="rect">
            <a:avLst/>
          </a:prstGeom>
          <a:solidFill>
            <a:srgbClr val="C2C7CA"/>
          </a:solidFill>
          <a:ln>
            <a:noFill/>
          </a:ln>
        </p:spPr>
        <p:txBody>
          <a:bodyPr anchor="ctr" anchorCtr="0"/>
          <a:lstStyle>
            <a:lvl1pPr algn="ctr">
              <a:buFontTx/>
              <a:buNone/>
              <a:defRPr sz="1500">
                <a:solidFill>
                  <a:srgbClr val="262626"/>
                </a:solidFill>
              </a:defRPr>
            </a:lvl1pPr>
          </a:lstStyle>
          <a:p>
            <a:r>
              <a:rPr lang="en-US"/>
              <a:t>Insert image here</a:t>
            </a:r>
          </a:p>
        </p:txBody>
      </p:sp>
      <p:sp>
        <p:nvSpPr>
          <p:cNvPr id="27" name="Picture Placeholder 3">
            <a:extLst>
              <a:ext uri="{FF2B5EF4-FFF2-40B4-BE49-F238E27FC236}">
                <a16:creationId xmlns:a16="http://schemas.microsoft.com/office/drawing/2014/main" id="{5622D332-7D21-DE49-BB27-39E5CD04E3C8}"/>
              </a:ext>
            </a:extLst>
          </p:cNvPr>
          <p:cNvSpPr>
            <a:spLocks noGrp="1"/>
          </p:cNvSpPr>
          <p:nvPr>
            <p:ph type="pic" sz="quarter" idx="18" hasCustomPrompt="1"/>
          </p:nvPr>
        </p:nvSpPr>
        <p:spPr>
          <a:xfrm>
            <a:off x="10199740" y="1403748"/>
            <a:ext cx="1992260" cy="2970000"/>
          </a:xfrm>
          <a:prstGeom prst="rect">
            <a:avLst/>
          </a:prstGeom>
          <a:solidFill>
            <a:srgbClr val="C2C7CA"/>
          </a:solidFill>
          <a:ln>
            <a:noFill/>
          </a:ln>
        </p:spPr>
        <p:txBody>
          <a:bodyPr anchor="ctr" anchorCtr="0"/>
          <a:lstStyle>
            <a:lvl1pPr algn="ctr">
              <a:buFontTx/>
              <a:buNone/>
              <a:defRPr sz="1500">
                <a:solidFill>
                  <a:srgbClr val="262626"/>
                </a:solidFill>
              </a:defRPr>
            </a:lvl1pPr>
          </a:lstStyle>
          <a:p>
            <a:r>
              <a:rPr lang="en-US"/>
              <a:t>Insert image here</a:t>
            </a:r>
          </a:p>
        </p:txBody>
      </p:sp>
      <p:pic>
        <p:nvPicPr>
          <p:cNvPr id="2" name="Picture 1" descr="Shape&#10;&#10;Description automatically generated with medium confidence">
            <a:extLst>
              <a:ext uri="{FF2B5EF4-FFF2-40B4-BE49-F238E27FC236}">
                <a16:creationId xmlns:a16="http://schemas.microsoft.com/office/drawing/2014/main" id="{7419BC37-E1AF-C544-AB59-368BB200836D}"/>
              </a:ext>
            </a:extLst>
          </p:cNvPr>
          <p:cNvPicPr>
            <a:picLocks noChangeAspect="1"/>
          </p:cNvPicPr>
          <p:nvPr userDrawn="1"/>
        </p:nvPicPr>
        <p:blipFill>
          <a:blip r:embed="rId2"/>
          <a:stretch>
            <a:fillRect/>
          </a:stretch>
        </p:blipFill>
        <p:spPr>
          <a:xfrm>
            <a:off x="5089295" y="205402"/>
            <a:ext cx="2030663" cy="960322"/>
          </a:xfrm>
          <a:prstGeom prst="rect">
            <a:avLst/>
          </a:prstGeom>
        </p:spPr>
      </p:pic>
      <p:sp>
        <p:nvSpPr>
          <p:cNvPr id="4" name="Text Placeholder 3">
            <a:extLst>
              <a:ext uri="{FF2B5EF4-FFF2-40B4-BE49-F238E27FC236}">
                <a16:creationId xmlns:a16="http://schemas.microsoft.com/office/drawing/2014/main" id="{02569AE1-31E6-9844-9002-CF31BD42E8C9}"/>
              </a:ext>
            </a:extLst>
          </p:cNvPr>
          <p:cNvSpPr>
            <a:spLocks noGrp="1"/>
          </p:cNvSpPr>
          <p:nvPr>
            <p:ph type="body" sz="quarter" idx="10" hasCustomPrompt="1"/>
          </p:nvPr>
        </p:nvSpPr>
        <p:spPr>
          <a:xfrm>
            <a:off x="2323458" y="4892826"/>
            <a:ext cx="7539528" cy="465827"/>
          </a:xfrm>
          <a:prstGeom prst="rect">
            <a:avLst/>
          </a:prstGeom>
        </p:spPr>
        <p:txBody>
          <a:bodyPr lIns="0" tIns="0" rIns="0" bIns="0" anchor="b"/>
          <a:lstStyle>
            <a:lvl1pPr marL="0" indent="0" algn="ctr">
              <a:lnSpc>
                <a:spcPct val="90000"/>
              </a:lnSpc>
              <a:spcBef>
                <a:spcPts val="0"/>
              </a:spcBef>
              <a:buNone/>
              <a:defRPr sz="375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Presentation Title</a:t>
            </a:r>
            <a:endParaRPr lang="en-US"/>
          </a:p>
        </p:txBody>
      </p:sp>
      <p:sp>
        <p:nvSpPr>
          <p:cNvPr id="5" name="Text Placeholder 3">
            <a:extLst>
              <a:ext uri="{FF2B5EF4-FFF2-40B4-BE49-F238E27FC236}">
                <a16:creationId xmlns:a16="http://schemas.microsoft.com/office/drawing/2014/main" id="{D0F46287-EEDD-B045-9BE9-944F86CED7DA}"/>
              </a:ext>
            </a:extLst>
          </p:cNvPr>
          <p:cNvSpPr>
            <a:spLocks noGrp="1"/>
          </p:cNvSpPr>
          <p:nvPr>
            <p:ph type="body" sz="quarter" idx="11" hasCustomPrompt="1"/>
          </p:nvPr>
        </p:nvSpPr>
        <p:spPr>
          <a:xfrm>
            <a:off x="2323458" y="5490864"/>
            <a:ext cx="7539528" cy="247351"/>
          </a:xfrm>
          <a:prstGeom prst="rect">
            <a:avLst/>
          </a:prstGeom>
        </p:spPr>
        <p:txBody>
          <a:bodyPr lIns="0" tIns="0" rIns="0" bIns="0"/>
          <a:lstStyle>
            <a:lvl1pPr marL="0" indent="0" algn="ctr">
              <a:lnSpc>
                <a:spcPct val="90000"/>
              </a:lnSpc>
              <a:spcBef>
                <a:spcPts val="0"/>
              </a:spcBef>
              <a:buNone/>
              <a:defRPr sz="2000">
                <a:solidFill>
                  <a:schemeClr val="accent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Subtitle</a:t>
            </a:r>
            <a:endParaRPr lang="en-US"/>
          </a:p>
        </p:txBody>
      </p:sp>
      <p:sp>
        <p:nvSpPr>
          <p:cNvPr id="6" name="Text Placeholder 3">
            <a:extLst>
              <a:ext uri="{FF2B5EF4-FFF2-40B4-BE49-F238E27FC236}">
                <a16:creationId xmlns:a16="http://schemas.microsoft.com/office/drawing/2014/main" id="{F76D573B-F035-014D-B8AF-3DD130E61B3A}"/>
              </a:ext>
            </a:extLst>
          </p:cNvPr>
          <p:cNvSpPr>
            <a:spLocks noGrp="1"/>
          </p:cNvSpPr>
          <p:nvPr>
            <p:ph type="body" sz="quarter" idx="12" hasCustomPrompt="1"/>
          </p:nvPr>
        </p:nvSpPr>
        <p:spPr>
          <a:xfrm>
            <a:off x="4263509" y="6378510"/>
            <a:ext cx="3662601" cy="92934"/>
          </a:xfrm>
          <a:prstGeom prst="rect">
            <a:avLst/>
          </a:prstGeom>
        </p:spPr>
        <p:txBody>
          <a:bodyPr lIns="0" tIns="0" rIns="0" bIns="0"/>
          <a:lstStyle>
            <a:lvl1pPr marL="0" indent="0" algn="ctr">
              <a:lnSpc>
                <a:spcPct val="90000"/>
              </a:lnSpc>
              <a:spcBef>
                <a:spcPts val="0"/>
              </a:spcBef>
              <a:buNone/>
              <a:defRPr sz="800" spc="150" baseline="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MONTH YEAR</a:t>
            </a:r>
            <a:endParaRPr lang="en-US"/>
          </a:p>
        </p:txBody>
      </p:sp>
    </p:spTree>
    <p:extLst>
      <p:ext uri="{BB962C8B-B14F-4D97-AF65-F5344CB8AC3E}">
        <p14:creationId xmlns:p14="http://schemas.microsoft.com/office/powerpoint/2010/main" val="269405355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userDrawn="1">
  <p:cSld name="Presentation Title Image 1">
    <p:spTree>
      <p:nvGrpSpPr>
        <p:cNvPr id="1" name=""/>
        <p:cNvGrpSpPr/>
        <p:nvPr/>
      </p:nvGrpSpPr>
      <p:grpSpPr>
        <a:xfrm>
          <a:off x="0" y="0"/>
          <a:ext cx="0" cy="0"/>
          <a:chOff x="0" y="0"/>
          <a:chExt cx="0" cy="0"/>
        </a:xfrm>
      </p:grpSpPr>
      <p:pic>
        <p:nvPicPr>
          <p:cNvPr id="2" name="Picture 1" descr="Shape&#10;&#10;Description automatically generated with medium confidence">
            <a:extLst>
              <a:ext uri="{FF2B5EF4-FFF2-40B4-BE49-F238E27FC236}">
                <a16:creationId xmlns:a16="http://schemas.microsoft.com/office/drawing/2014/main" id="{7419BC37-E1AF-C544-AB59-368BB200836D}"/>
              </a:ext>
            </a:extLst>
          </p:cNvPr>
          <p:cNvPicPr>
            <a:picLocks noChangeAspect="1"/>
          </p:cNvPicPr>
          <p:nvPr userDrawn="1"/>
        </p:nvPicPr>
        <p:blipFill>
          <a:blip r:embed="rId2"/>
          <a:stretch>
            <a:fillRect/>
          </a:stretch>
        </p:blipFill>
        <p:spPr>
          <a:xfrm>
            <a:off x="5089295" y="205402"/>
            <a:ext cx="2030663" cy="960322"/>
          </a:xfrm>
          <a:prstGeom prst="rect">
            <a:avLst/>
          </a:prstGeom>
        </p:spPr>
      </p:pic>
      <p:sp>
        <p:nvSpPr>
          <p:cNvPr id="6" name="Text Placeholder 3">
            <a:extLst>
              <a:ext uri="{FF2B5EF4-FFF2-40B4-BE49-F238E27FC236}">
                <a16:creationId xmlns:a16="http://schemas.microsoft.com/office/drawing/2014/main" id="{F76D573B-F035-014D-B8AF-3DD130E61B3A}"/>
              </a:ext>
            </a:extLst>
          </p:cNvPr>
          <p:cNvSpPr>
            <a:spLocks noGrp="1"/>
          </p:cNvSpPr>
          <p:nvPr>
            <p:ph type="body" sz="quarter" idx="12" hasCustomPrompt="1"/>
          </p:nvPr>
        </p:nvSpPr>
        <p:spPr>
          <a:xfrm>
            <a:off x="4263509" y="6378510"/>
            <a:ext cx="3662601" cy="92934"/>
          </a:xfrm>
          <a:prstGeom prst="rect">
            <a:avLst/>
          </a:prstGeom>
        </p:spPr>
        <p:txBody>
          <a:bodyPr lIns="0" tIns="0" rIns="0" bIns="0"/>
          <a:lstStyle>
            <a:lvl1pPr marL="0" indent="0" algn="ctr">
              <a:spcBef>
                <a:spcPts val="0"/>
              </a:spcBef>
              <a:buNone/>
              <a:defRPr sz="800" spc="150" baseline="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MONTH YEAR</a:t>
            </a:r>
            <a:endParaRPr lang="en-US"/>
          </a:p>
        </p:txBody>
      </p:sp>
      <p:sp>
        <p:nvSpPr>
          <p:cNvPr id="25" name="Text Placeholder 3">
            <a:extLst>
              <a:ext uri="{FF2B5EF4-FFF2-40B4-BE49-F238E27FC236}">
                <a16:creationId xmlns:a16="http://schemas.microsoft.com/office/drawing/2014/main" id="{40C7999F-8FBD-E94B-A3FA-EEDE3097A427}"/>
              </a:ext>
            </a:extLst>
          </p:cNvPr>
          <p:cNvSpPr>
            <a:spLocks noGrp="1"/>
          </p:cNvSpPr>
          <p:nvPr>
            <p:ph type="body" sz="quarter" idx="13" hasCustomPrompt="1"/>
          </p:nvPr>
        </p:nvSpPr>
        <p:spPr>
          <a:xfrm>
            <a:off x="2323458" y="4892826"/>
            <a:ext cx="7539528" cy="465827"/>
          </a:xfrm>
          <a:prstGeom prst="rect">
            <a:avLst/>
          </a:prstGeom>
        </p:spPr>
        <p:txBody>
          <a:bodyPr lIns="0" tIns="0" rIns="0" bIns="0" anchor="t"/>
          <a:lstStyle>
            <a:lvl1pPr marL="0" indent="0" algn="ctr">
              <a:spcBef>
                <a:spcPts val="0"/>
              </a:spcBef>
              <a:buNone/>
              <a:defRPr sz="375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Presentation Title</a:t>
            </a:r>
            <a:endParaRPr lang="en-US"/>
          </a:p>
        </p:txBody>
      </p:sp>
      <p:sp>
        <p:nvSpPr>
          <p:cNvPr id="27" name="Text Placeholder 3">
            <a:extLst>
              <a:ext uri="{FF2B5EF4-FFF2-40B4-BE49-F238E27FC236}">
                <a16:creationId xmlns:a16="http://schemas.microsoft.com/office/drawing/2014/main" id="{2A945782-E3FA-E548-B686-ADD3BA3F6F7B}"/>
              </a:ext>
            </a:extLst>
          </p:cNvPr>
          <p:cNvSpPr>
            <a:spLocks noGrp="1"/>
          </p:cNvSpPr>
          <p:nvPr>
            <p:ph type="body" sz="quarter" idx="11" hasCustomPrompt="1"/>
          </p:nvPr>
        </p:nvSpPr>
        <p:spPr>
          <a:xfrm>
            <a:off x="2323458" y="5490864"/>
            <a:ext cx="7539528" cy="247351"/>
          </a:xfrm>
          <a:prstGeom prst="rect">
            <a:avLst/>
          </a:prstGeom>
        </p:spPr>
        <p:txBody>
          <a:bodyPr lIns="0" tIns="0" rIns="0" bIns="0"/>
          <a:lstStyle>
            <a:lvl1pPr marL="0" indent="0" algn="ctr">
              <a:spcBef>
                <a:spcPts val="0"/>
              </a:spcBef>
              <a:buNone/>
              <a:defRPr sz="2000">
                <a:solidFill>
                  <a:schemeClr val="accent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Subtitle</a:t>
            </a:r>
            <a:endParaRPr lang="en-US"/>
          </a:p>
        </p:txBody>
      </p:sp>
      <p:sp>
        <p:nvSpPr>
          <p:cNvPr id="4" name="Picture Placeholder 3">
            <a:extLst>
              <a:ext uri="{FF2B5EF4-FFF2-40B4-BE49-F238E27FC236}">
                <a16:creationId xmlns:a16="http://schemas.microsoft.com/office/drawing/2014/main" id="{26A2C0DE-C569-5648-8CAD-895CA1DF68C4}"/>
              </a:ext>
            </a:extLst>
          </p:cNvPr>
          <p:cNvSpPr>
            <a:spLocks noGrp="1"/>
          </p:cNvSpPr>
          <p:nvPr>
            <p:ph type="pic" sz="quarter" idx="14" hasCustomPrompt="1"/>
          </p:nvPr>
        </p:nvSpPr>
        <p:spPr>
          <a:xfrm>
            <a:off x="2106750" y="1305162"/>
            <a:ext cx="7972944" cy="3363479"/>
          </a:xfrm>
          <a:prstGeom prst="rect">
            <a:avLst/>
          </a:prstGeom>
          <a:solidFill>
            <a:srgbClr val="C2C7CA"/>
          </a:solidFill>
          <a:ln>
            <a:noFill/>
          </a:ln>
        </p:spPr>
        <p:txBody>
          <a:bodyPr anchor="ctr" anchorCtr="0"/>
          <a:lstStyle>
            <a:lvl1pPr algn="ctr">
              <a:buFontTx/>
              <a:buNone/>
              <a:defRPr sz="1500">
                <a:solidFill>
                  <a:srgbClr val="262626"/>
                </a:solidFill>
              </a:defRPr>
            </a:lvl1pPr>
          </a:lstStyle>
          <a:p>
            <a:r>
              <a:rPr lang="en-US"/>
              <a:t>Insert image here</a:t>
            </a:r>
          </a:p>
        </p:txBody>
      </p:sp>
      <p:sp>
        <p:nvSpPr>
          <p:cNvPr id="12" name="Text Placeholder 8">
            <a:extLst>
              <a:ext uri="{FF2B5EF4-FFF2-40B4-BE49-F238E27FC236}">
                <a16:creationId xmlns:a16="http://schemas.microsoft.com/office/drawing/2014/main" id="{7C9F0632-C023-0547-B7FC-2D71ECD23CBA}"/>
              </a:ext>
            </a:extLst>
          </p:cNvPr>
          <p:cNvSpPr>
            <a:spLocks noGrp="1"/>
          </p:cNvSpPr>
          <p:nvPr>
            <p:ph type="body" sz="quarter" idx="15" hasCustomPrompt="1"/>
          </p:nvPr>
        </p:nvSpPr>
        <p:spPr>
          <a:xfrm>
            <a:off x="2066991" y="4688518"/>
            <a:ext cx="1424080" cy="153889"/>
          </a:xfrm>
          <a:prstGeom prst="rect">
            <a:avLst/>
          </a:prstGeom>
        </p:spPr>
        <p:txBody>
          <a:bodyPr/>
          <a:lstStyle>
            <a:lvl1pPr>
              <a:lnSpc>
                <a:spcPct val="100000"/>
              </a:lnSpc>
              <a:buNone/>
              <a:defRPr sz="700">
                <a:solidFill>
                  <a:schemeClr val="tx1"/>
                </a:solidFill>
              </a:defRPr>
            </a:lvl1pPr>
            <a:lvl2pPr>
              <a:buNone/>
              <a:defRPr sz="500">
                <a:solidFill>
                  <a:schemeClr val="tx1">
                    <a:alpha val="50000"/>
                  </a:schemeClr>
                </a:solidFill>
              </a:defRPr>
            </a:lvl2pPr>
            <a:lvl3pPr>
              <a:buNone/>
              <a:defRPr sz="500">
                <a:solidFill>
                  <a:schemeClr val="tx1">
                    <a:alpha val="50000"/>
                  </a:schemeClr>
                </a:solidFill>
              </a:defRPr>
            </a:lvl3pPr>
            <a:lvl4pPr>
              <a:buNone/>
              <a:defRPr sz="500">
                <a:solidFill>
                  <a:schemeClr val="tx1">
                    <a:alpha val="50000"/>
                  </a:schemeClr>
                </a:solidFill>
              </a:defRPr>
            </a:lvl4pPr>
            <a:lvl5pPr>
              <a:buNone/>
              <a:defRPr sz="500">
                <a:solidFill>
                  <a:schemeClr val="tx1">
                    <a:alpha val="50000"/>
                  </a:schemeClr>
                </a:solidFill>
              </a:defRPr>
            </a:lvl5pPr>
          </a:lstStyle>
          <a:p>
            <a:pPr lvl="0"/>
            <a:r>
              <a:rPr lang="en-GB"/>
              <a:t>Hotel brand name goes here</a:t>
            </a:r>
            <a:endParaRPr lang="en-US"/>
          </a:p>
        </p:txBody>
      </p:sp>
    </p:spTree>
    <p:extLst>
      <p:ext uri="{BB962C8B-B14F-4D97-AF65-F5344CB8AC3E}">
        <p14:creationId xmlns:p14="http://schemas.microsoft.com/office/powerpoint/2010/main" val="62853520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Content – 4 Items">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94D4DF87-569C-194E-AF13-D5ACF2199681}"/>
              </a:ext>
            </a:extLst>
          </p:cNvPr>
          <p:cNvSpPr>
            <a:spLocks noGrp="1"/>
          </p:cNvSpPr>
          <p:nvPr>
            <p:ph type="body" sz="quarter" idx="13" hasCustomPrompt="1"/>
          </p:nvPr>
        </p:nvSpPr>
        <p:spPr>
          <a:xfrm>
            <a:off x="5717753" y="1650751"/>
            <a:ext cx="754112" cy="304932"/>
          </a:xfrm>
          <a:prstGeom prst="rect">
            <a:avLst/>
          </a:prstGeom>
        </p:spPr>
        <p:txBody>
          <a:bodyPr/>
          <a:lstStyle>
            <a:lvl1pPr marL="0" indent="0" algn="ctr">
              <a:lnSpc>
                <a:spcPct val="90000"/>
              </a:lnSpc>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01</a:t>
            </a:r>
          </a:p>
        </p:txBody>
      </p:sp>
      <p:sp>
        <p:nvSpPr>
          <p:cNvPr id="9" name="Text Placeholder 7">
            <a:extLst>
              <a:ext uri="{FF2B5EF4-FFF2-40B4-BE49-F238E27FC236}">
                <a16:creationId xmlns:a16="http://schemas.microsoft.com/office/drawing/2014/main" id="{7D4F191A-468A-0B47-9694-51DD0F5EDB0C}"/>
              </a:ext>
            </a:extLst>
          </p:cNvPr>
          <p:cNvSpPr>
            <a:spLocks noGrp="1"/>
          </p:cNvSpPr>
          <p:nvPr>
            <p:ph type="body" sz="quarter" idx="14" hasCustomPrompt="1"/>
          </p:nvPr>
        </p:nvSpPr>
        <p:spPr>
          <a:xfrm>
            <a:off x="3306713" y="2014818"/>
            <a:ext cx="5591804" cy="304932"/>
          </a:xfrm>
          <a:prstGeom prst="rect">
            <a:avLst/>
          </a:prstGeom>
        </p:spPr>
        <p:txBody>
          <a:bodyPr/>
          <a:lstStyle>
            <a:lvl1pPr marL="0" indent="0" algn="ctr">
              <a:lnSpc>
                <a:spcPct val="90000"/>
              </a:lnSpc>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11" name="Text Placeholder 7">
            <a:extLst>
              <a:ext uri="{FF2B5EF4-FFF2-40B4-BE49-F238E27FC236}">
                <a16:creationId xmlns:a16="http://schemas.microsoft.com/office/drawing/2014/main" id="{B01885B0-BC8D-0047-9820-553FF145A972}"/>
              </a:ext>
            </a:extLst>
          </p:cNvPr>
          <p:cNvSpPr>
            <a:spLocks noGrp="1"/>
          </p:cNvSpPr>
          <p:nvPr>
            <p:ph type="body" sz="quarter" idx="15" hasCustomPrompt="1"/>
          </p:nvPr>
        </p:nvSpPr>
        <p:spPr>
          <a:xfrm>
            <a:off x="5717753" y="2618773"/>
            <a:ext cx="754112" cy="304932"/>
          </a:xfrm>
          <a:prstGeom prst="rect">
            <a:avLst/>
          </a:prstGeom>
        </p:spPr>
        <p:txBody>
          <a:bodyPr/>
          <a:lstStyle>
            <a:lvl1pPr marL="0" indent="0" algn="ctr">
              <a:lnSpc>
                <a:spcPct val="90000"/>
              </a:lnSpc>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02</a:t>
            </a:r>
          </a:p>
        </p:txBody>
      </p:sp>
      <p:sp>
        <p:nvSpPr>
          <p:cNvPr id="12" name="Text Placeholder 7">
            <a:extLst>
              <a:ext uri="{FF2B5EF4-FFF2-40B4-BE49-F238E27FC236}">
                <a16:creationId xmlns:a16="http://schemas.microsoft.com/office/drawing/2014/main" id="{22CB42D7-A228-A445-86EE-C66D7DCA7846}"/>
              </a:ext>
            </a:extLst>
          </p:cNvPr>
          <p:cNvSpPr>
            <a:spLocks noGrp="1"/>
          </p:cNvSpPr>
          <p:nvPr>
            <p:ph type="body" sz="quarter" idx="16" hasCustomPrompt="1"/>
          </p:nvPr>
        </p:nvSpPr>
        <p:spPr>
          <a:xfrm>
            <a:off x="3306713" y="2982840"/>
            <a:ext cx="5591804" cy="304932"/>
          </a:xfrm>
          <a:prstGeom prst="rect">
            <a:avLst/>
          </a:prstGeom>
        </p:spPr>
        <p:txBody>
          <a:bodyPr/>
          <a:lstStyle>
            <a:lvl1pPr marL="0" indent="0" algn="ctr">
              <a:lnSpc>
                <a:spcPct val="90000"/>
              </a:lnSpc>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13" name="Text Placeholder 7">
            <a:extLst>
              <a:ext uri="{FF2B5EF4-FFF2-40B4-BE49-F238E27FC236}">
                <a16:creationId xmlns:a16="http://schemas.microsoft.com/office/drawing/2014/main" id="{FD669008-FDBC-7B43-95E5-CD26317A4D03}"/>
              </a:ext>
            </a:extLst>
          </p:cNvPr>
          <p:cNvSpPr>
            <a:spLocks noGrp="1"/>
          </p:cNvSpPr>
          <p:nvPr>
            <p:ph type="body" sz="quarter" idx="17" hasCustomPrompt="1"/>
          </p:nvPr>
        </p:nvSpPr>
        <p:spPr>
          <a:xfrm>
            <a:off x="5717753" y="3586795"/>
            <a:ext cx="754112" cy="304932"/>
          </a:xfrm>
          <a:prstGeom prst="rect">
            <a:avLst/>
          </a:prstGeom>
        </p:spPr>
        <p:txBody>
          <a:bodyPr/>
          <a:lstStyle>
            <a:lvl1pPr marL="0" indent="0" algn="ctr">
              <a:lnSpc>
                <a:spcPct val="90000"/>
              </a:lnSpc>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03</a:t>
            </a:r>
          </a:p>
        </p:txBody>
      </p:sp>
      <p:sp>
        <p:nvSpPr>
          <p:cNvPr id="14" name="Text Placeholder 7">
            <a:extLst>
              <a:ext uri="{FF2B5EF4-FFF2-40B4-BE49-F238E27FC236}">
                <a16:creationId xmlns:a16="http://schemas.microsoft.com/office/drawing/2014/main" id="{832D8033-FE92-C044-AA8D-7C92B60BA393}"/>
              </a:ext>
            </a:extLst>
          </p:cNvPr>
          <p:cNvSpPr>
            <a:spLocks noGrp="1"/>
          </p:cNvSpPr>
          <p:nvPr>
            <p:ph type="body" sz="quarter" idx="18" hasCustomPrompt="1"/>
          </p:nvPr>
        </p:nvSpPr>
        <p:spPr>
          <a:xfrm>
            <a:off x="3306713" y="3950862"/>
            <a:ext cx="5591804" cy="304932"/>
          </a:xfrm>
          <a:prstGeom prst="rect">
            <a:avLst/>
          </a:prstGeom>
        </p:spPr>
        <p:txBody>
          <a:bodyPr/>
          <a:lstStyle>
            <a:lvl1pPr marL="0" indent="0" algn="ctr">
              <a:lnSpc>
                <a:spcPct val="90000"/>
              </a:lnSpc>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17" name="Text Placeholder 7">
            <a:extLst>
              <a:ext uri="{FF2B5EF4-FFF2-40B4-BE49-F238E27FC236}">
                <a16:creationId xmlns:a16="http://schemas.microsoft.com/office/drawing/2014/main" id="{022593AB-861B-A842-BAC3-E1B344120E0C}"/>
              </a:ext>
            </a:extLst>
          </p:cNvPr>
          <p:cNvSpPr>
            <a:spLocks noGrp="1"/>
          </p:cNvSpPr>
          <p:nvPr>
            <p:ph type="body" sz="quarter" idx="19" hasCustomPrompt="1"/>
          </p:nvPr>
        </p:nvSpPr>
        <p:spPr>
          <a:xfrm>
            <a:off x="5717753" y="4554818"/>
            <a:ext cx="754112" cy="304932"/>
          </a:xfrm>
          <a:prstGeom prst="rect">
            <a:avLst/>
          </a:prstGeom>
        </p:spPr>
        <p:txBody>
          <a:bodyPr/>
          <a:lstStyle>
            <a:lvl1pPr marL="0" indent="0" algn="ctr">
              <a:lnSpc>
                <a:spcPct val="90000"/>
              </a:lnSpc>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04</a:t>
            </a:r>
          </a:p>
        </p:txBody>
      </p:sp>
      <p:sp>
        <p:nvSpPr>
          <p:cNvPr id="18" name="Text Placeholder 7">
            <a:extLst>
              <a:ext uri="{FF2B5EF4-FFF2-40B4-BE49-F238E27FC236}">
                <a16:creationId xmlns:a16="http://schemas.microsoft.com/office/drawing/2014/main" id="{9C81EC5F-F6EB-894D-B3E8-3700D49938CC}"/>
              </a:ext>
            </a:extLst>
          </p:cNvPr>
          <p:cNvSpPr>
            <a:spLocks noGrp="1"/>
          </p:cNvSpPr>
          <p:nvPr>
            <p:ph type="body" sz="quarter" idx="20" hasCustomPrompt="1"/>
          </p:nvPr>
        </p:nvSpPr>
        <p:spPr>
          <a:xfrm>
            <a:off x="3306713" y="4918884"/>
            <a:ext cx="5591804" cy="304932"/>
          </a:xfrm>
          <a:prstGeom prst="rect">
            <a:avLst/>
          </a:prstGeom>
        </p:spPr>
        <p:txBody>
          <a:bodyPr/>
          <a:lstStyle>
            <a:lvl1pPr marL="0" indent="0" algn="ctr">
              <a:lnSpc>
                <a:spcPct val="90000"/>
              </a:lnSpc>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6" name="Text Placeholder 5">
            <a:extLst>
              <a:ext uri="{FF2B5EF4-FFF2-40B4-BE49-F238E27FC236}">
                <a16:creationId xmlns:a16="http://schemas.microsoft.com/office/drawing/2014/main" id="{47D4D53E-A1FE-7C44-A246-3D519699B529}"/>
              </a:ext>
            </a:extLst>
          </p:cNvPr>
          <p:cNvSpPr>
            <a:spLocks noGrp="1"/>
          </p:cNvSpPr>
          <p:nvPr>
            <p:ph type="body" sz="quarter" idx="21"/>
          </p:nvPr>
        </p:nvSpPr>
        <p:spPr>
          <a:xfrm>
            <a:off x="5192712" y="332105"/>
            <a:ext cx="1806575" cy="490538"/>
          </a:xfrm>
        </p:spPr>
        <p:txBody>
          <a:bodyPr/>
          <a:lstStyle>
            <a:lvl1pPr marL="0" indent="0" algn="ctr">
              <a:lnSpc>
                <a:spcPct val="100000"/>
              </a:lnSpc>
              <a:spcAft>
                <a:spcPts val="0"/>
              </a:spcAft>
              <a:buNone/>
              <a:defRPr sz="800" b="0" i="0" cap="all" spc="150" baseline="0">
                <a:solidFill>
                  <a:schemeClr val="accent1"/>
                </a:solidFill>
                <a:latin typeface="+mn-lt"/>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4" name="Slide Number Placeholder 3">
            <a:extLst>
              <a:ext uri="{FF2B5EF4-FFF2-40B4-BE49-F238E27FC236}">
                <a16:creationId xmlns:a16="http://schemas.microsoft.com/office/drawing/2014/main" id="{6A349FCB-ED24-4741-9BDC-D72EE8643283}"/>
              </a:ext>
            </a:extLst>
          </p:cNvPr>
          <p:cNvSpPr>
            <a:spLocks noGrp="1"/>
          </p:cNvSpPr>
          <p:nvPr>
            <p:ph type="sldNum" sz="quarter" idx="22"/>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24193691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Content – 12 Items">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94D4DF87-569C-194E-AF13-D5ACF2199681}"/>
              </a:ext>
            </a:extLst>
          </p:cNvPr>
          <p:cNvSpPr>
            <a:spLocks noGrp="1"/>
          </p:cNvSpPr>
          <p:nvPr>
            <p:ph type="body" sz="quarter" idx="13" hasCustomPrompt="1"/>
          </p:nvPr>
        </p:nvSpPr>
        <p:spPr>
          <a:xfrm>
            <a:off x="5717753" y="1650751"/>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05</a:t>
            </a:r>
          </a:p>
        </p:txBody>
      </p:sp>
      <p:sp>
        <p:nvSpPr>
          <p:cNvPr id="9" name="Text Placeholder 7">
            <a:extLst>
              <a:ext uri="{FF2B5EF4-FFF2-40B4-BE49-F238E27FC236}">
                <a16:creationId xmlns:a16="http://schemas.microsoft.com/office/drawing/2014/main" id="{7D4F191A-468A-0B47-9694-51DD0F5EDB0C}"/>
              </a:ext>
            </a:extLst>
          </p:cNvPr>
          <p:cNvSpPr>
            <a:spLocks noGrp="1"/>
          </p:cNvSpPr>
          <p:nvPr>
            <p:ph type="body" sz="quarter" idx="14" hasCustomPrompt="1"/>
          </p:nvPr>
        </p:nvSpPr>
        <p:spPr>
          <a:xfrm>
            <a:off x="4271182" y="2014818"/>
            <a:ext cx="3663395" cy="304932"/>
          </a:xfrm>
          <a:prstGeom prst="rect">
            <a:avLst/>
          </a:prstGeom>
        </p:spPr>
        <p:txBody>
          <a:bodyPr/>
          <a:lstStyle>
            <a:lvl1pPr marL="0" indent="0" algn="ctr">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11" name="Text Placeholder 7">
            <a:extLst>
              <a:ext uri="{FF2B5EF4-FFF2-40B4-BE49-F238E27FC236}">
                <a16:creationId xmlns:a16="http://schemas.microsoft.com/office/drawing/2014/main" id="{B01885B0-BC8D-0047-9820-553FF145A972}"/>
              </a:ext>
            </a:extLst>
          </p:cNvPr>
          <p:cNvSpPr>
            <a:spLocks noGrp="1"/>
          </p:cNvSpPr>
          <p:nvPr>
            <p:ph type="body" sz="quarter" idx="15" hasCustomPrompt="1"/>
          </p:nvPr>
        </p:nvSpPr>
        <p:spPr>
          <a:xfrm>
            <a:off x="5717753" y="2618773"/>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06</a:t>
            </a:r>
          </a:p>
        </p:txBody>
      </p:sp>
      <p:sp>
        <p:nvSpPr>
          <p:cNvPr id="12" name="Text Placeholder 7">
            <a:extLst>
              <a:ext uri="{FF2B5EF4-FFF2-40B4-BE49-F238E27FC236}">
                <a16:creationId xmlns:a16="http://schemas.microsoft.com/office/drawing/2014/main" id="{22CB42D7-A228-A445-86EE-C66D7DCA7846}"/>
              </a:ext>
            </a:extLst>
          </p:cNvPr>
          <p:cNvSpPr>
            <a:spLocks noGrp="1"/>
          </p:cNvSpPr>
          <p:nvPr>
            <p:ph type="body" sz="quarter" idx="16" hasCustomPrompt="1"/>
          </p:nvPr>
        </p:nvSpPr>
        <p:spPr>
          <a:xfrm>
            <a:off x="4271182" y="2982840"/>
            <a:ext cx="3663395" cy="304932"/>
          </a:xfrm>
          <a:prstGeom prst="rect">
            <a:avLst/>
          </a:prstGeom>
        </p:spPr>
        <p:txBody>
          <a:bodyPr/>
          <a:lstStyle>
            <a:lvl1pPr marL="0" indent="0" algn="ctr">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13" name="Text Placeholder 7">
            <a:extLst>
              <a:ext uri="{FF2B5EF4-FFF2-40B4-BE49-F238E27FC236}">
                <a16:creationId xmlns:a16="http://schemas.microsoft.com/office/drawing/2014/main" id="{FD669008-FDBC-7B43-95E5-CD26317A4D03}"/>
              </a:ext>
            </a:extLst>
          </p:cNvPr>
          <p:cNvSpPr>
            <a:spLocks noGrp="1"/>
          </p:cNvSpPr>
          <p:nvPr>
            <p:ph type="body" sz="quarter" idx="17" hasCustomPrompt="1"/>
          </p:nvPr>
        </p:nvSpPr>
        <p:spPr>
          <a:xfrm>
            <a:off x="5717753" y="3586795"/>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07</a:t>
            </a:r>
          </a:p>
        </p:txBody>
      </p:sp>
      <p:sp>
        <p:nvSpPr>
          <p:cNvPr id="14" name="Text Placeholder 7">
            <a:extLst>
              <a:ext uri="{FF2B5EF4-FFF2-40B4-BE49-F238E27FC236}">
                <a16:creationId xmlns:a16="http://schemas.microsoft.com/office/drawing/2014/main" id="{832D8033-FE92-C044-AA8D-7C92B60BA393}"/>
              </a:ext>
            </a:extLst>
          </p:cNvPr>
          <p:cNvSpPr>
            <a:spLocks noGrp="1"/>
          </p:cNvSpPr>
          <p:nvPr>
            <p:ph type="body" sz="quarter" idx="18" hasCustomPrompt="1"/>
          </p:nvPr>
        </p:nvSpPr>
        <p:spPr>
          <a:xfrm>
            <a:off x="4271182" y="3950862"/>
            <a:ext cx="3663395" cy="304932"/>
          </a:xfrm>
          <a:prstGeom prst="rect">
            <a:avLst/>
          </a:prstGeom>
        </p:spPr>
        <p:txBody>
          <a:bodyPr/>
          <a:lstStyle>
            <a:lvl1pPr marL="0" indent="0" algn="ctr">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17" name="Text Placeholder 7">
            <a:extLst>
              <a:ext uri="{FF2B5EF4-FFF2-40B4-BE49-F238E27FC236}">
                <a16:creationId xmlns:a16="http://schemas.microsoft.com/office/drawing/2014/main" id="{022593AB-861B-A842-BAC3-E1B344120E0C}"/>
              </a:ext>
            </a:extLst>
          </p:cNvPr>
          <p:cNvSpPr>
            <a:spLocks noGrp="1"/>
          </p:cNvSpPr>
          <p:nvPr>
            <p:ph type="body" sz="quarter" idx="19" hasCustomPrompt="1"/>
          </p:nvPr>
        </p:nvSpPr>
        <p:spPr>
          <a:xfrm>
            <a:off x="5717753" y="4554818"/>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08</a:t>
            </a:r>
          </a:p>
        </p:txBody>
      </p:sp>
      <p:sp>
        <p:nvSpPr>
          <p:cNvPr id="18" name="Text Placeholder 7">
            <a:extLst>
              <a:ext uri="{FF2B5EF4-FFF2-40B4-BE49-F238E27FC236}">
                <a16:creationId xmlns:a16="http://schemas.microsoft.com/office/drawing/2014/main" id="{9C81EC5F-F6EB-894D-B3E8-3700D49938CC}"/>
              </a:ext>
            </a:extLst>
          </p:cNvPr>
          <p:cNvSpPr>
            <a:spLocks noGrp="1"/>
          </p:cNvSpPr>
          <p:nvPr>
            <p:ph type="body" sz="quarter" idx="20" hasCustomPrompt="1"/>
          </p:nvPr>
        </p:nvSpPr>
        <p:spPr>
          <a:xfrm>
            <a:off x="4271182" y="4918884"/>
            <a:ext cx="3663395" cy="304932"/>
          </a:xfrm>
          <a:prstGeom prst="rect">
            <a:avLst/>
          </a:prstGeom>
        </p:spPr>
        <p:txBody>
          <a:bodyPr/>
          <a:lstStyle>
            <a:lvl1pPr marL="0" indent="0" algn="ctr">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22" name="Text Placeholder 7">
            <a:extLst>
              <a:ext uri="{FF2B5EF4-FFF2-40B4-BE49-F238E27FC236}">
                <a16:creationId xmlns:a16="http://schemas.microsoft.com/office/drawing/2014/main" id="{7DE89564-3D86-6A4B-B1B4-1A34B216009C}"/>
              </a:ext>
            </a:extLst>
          </p:cNvPr>
          <p:cNvSpPr>
            <a:spLocks noGrp="1"/>
          </p:cNvSpPr>
          <p:nvPr>
            <p:ph type="body" sz="quarter" idx="21" hasCustomPrompt="1"/>
          </p:nvPr>
        </p:nvSpPr>
        <p:spPr>
          <a:xfrm>
            <a:off x="1822832" y="1650751"/>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01</a:t>
            </a:r>
          </a:p>
        </p:txBody>
      </p:sp>
      <p:sp>
        <p:nvSpPr>
          <p:cNvPr id="23" name="Text Placeholder 7">
            <a:extLst>
              <a:ext uri="{FF2B5EF4-FFF2-40B4-BE49-F238E27FC236}">
                <a16:creationId xmlns:a16="http://schemas.microsoft.com/office/drawing/2014/main" id="{6EAD5AE8-5659-9448-9DCB-3C8C45173209}"/>
              </a:ext>
            </a:extLst>
          </p:cNvPr>
          <p:cNvSpPr>
            <a:spLocks noGrp="1"/>
          </p:cNvSpPr>
          <p:nvPr>
            <p:ph type="body" sz="quarter" idx="22" hasCustomPrompt="1"/>
          </p:nvPr>
        </p:nvSpPr>
        <p:spPr>
          <a:xfrm>
            <a:off x="376262" y="2014818"/>
            <a:ext cx="3663395" cy="304932"/>
          </a:xfrm>
          <a:prstGeom prst="rect">
            <a:avLst/>
          </a:prstGeom>
        </p:spPr>
        <p:txBody>
          <a:bodyPr/>
          <a:lstStyle>
            <a:lvl1pPr algn="ctr">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24" name="Text Placeholder 7">
            <a:extLst>
              <a:ext uri="{FF2B5EF4-FFF2-40B4-BE49-F238E27FC236}">
                <a16:creationId xmlns:a16="http://schemas.microsoft.com/office/drawing/2014/main" id="{E629CDAD-BE53-794D-B16D-A31E8ABD0E75}"/>
              </a:ext>
            </a:extLst>
          </p:cNvPr>
          <p:cNvSpPr>
            <a:spLocks noGrp="1"/>
          </p:cNvSpPr>
          <p:nvPr>
            <p:ph type="body" sz="quarter" idx="23" hasCustomPrompt="1"/>
          </p:nvPr>
        </p:nvSpPr>
        <p:spPr>
          <a:xfrm>
            <a:off x="1822832" y="2618773"/>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02</a:t>
            </a:r>
          </a:p>
        </p:txBody>
      </p:sp>
      <p:sp>
        <p:nvSpPr>
          <p:cNvPr id="25" name="Text Placeholder 7">
            <a:extLst>
              <a:ext uri="{FF2B5EF4-FFF2-40B4-BE49-F238E27FC236}">
                <a16:creationId xmlns:a16="http://schemas.microsoft.com/office/drawing/2014/main" id="{142C852B-EAF1-6D47-B065-5F1A70B5F721}"/>
              </a:ext>
            </a:extLst>
          </p:cNvPr>
          <p:cNvSpPr>
            <a:spLocks noGrp="1"/>
          </p:cNvSpPr>
          <p:nvPr>
            <p:ph type="body" sz="quarter" idx="24" hasCustomPrompt="1"/>
          </p:nvPr>
        </p:nvSpPr>
        <p:spPr>
          <a:xfrm>
            <a:off x="376262" y="2982840"/>
            <a:ext cx="3663395" cy="304932"/>
          </a:xfrm>
          <a:prstGeom prst="rect">
            <a:avLst/>
          </a:prstGeom>
        </p:spPr>
        <p:txBody>
          <a:bodyPr/>
          <a:lstStyle>
            <a:lvl1pPr algn="ctr">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26" name="Text Placeholder 7">
            <a:extLst>
              <a:ext uri="{FF2B5EF4-FFF2-40B4-BE49-F238E27FC236}">
                <a16:creationId xmlns:a16="http://schemas.microsoft.com/office/drawing/2014/main" id="{A1E4F1F2-EDD6-F24A-BB64-0F0C6958EB2B}"/>
              </a:ext>
            </a:extLst>
          </p:cNvPr>
          <p:cNvSpPr>
            <a:spLocks noGrp="1"/>
          </p:cNvSpPr>
          <p:nvPr>
            <p:ph type="body" sz="quarter" idx="25" hasCustomPrompt="1"/>
          </p:nvPr>
        </p:nvSpPr>
        <p:spPr>
          <a:xfrm>
            <a:off x="1822832" y="3586795"/>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03</a:t>
            </a:r>
          </a:p>
        </p:txBody>
      </p:sp>
      <p:sp>
        <p:nvSpPr>
          <p:cNvPr id="27" name="Text Placeholder 7">
            <a:extLst>
              <a:ext uri="{FF2B5EF4-FFF2-40B4-BE49-F238E27FC236}">
                <a16:creationId xmlns:a16="http://schemas.microsoft.com/office/drawing/2014/main" id="{EC01DE91-7802-D249-9166-84016C43FA8D}"/>
              </a:ext>
            </a:extLst>
          </p:cNvPr>
          <p:cNvSpPr>
            <a:spLocks noGrp="1"/>
          </p:cNvSpPr>
          <p:nvPr>
            <p:ph type="body" sz="quarter" idx="26" hasCustomPrompt="1"/>
          </p:nvPr>
        </p:nvSpPr>
        <p:spPr>
          <a:xfrm>
            <a:off x="376262" y="3950862"/>
            <a:ext cx="3663395" cy="304932"/>
          </a:xfrm>
          <a:prstGeom prst="rect">
            <a:avLst/>
          </a:prstGeom>
        </p:spPr>
        <p:txBody>
          <a:bodyPr/>
          <a:lstStyle>
            <a:lvl1pPr algn="ctr">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28" name="Text Placeholder 7">
            <a:extLst>
              <a:ext uri="{FF2B5EF4-FFF2-40B4-BE49-F238E27FC236}">
                <a16:creationId xmlns:a16="http://schemas.microsoft.com/office/drawing/2014/main" id="{7905CC71-9C6A-6746-A544-306C02F37508}"/>
              </a:ext>
            </a:extLst>
          </p:cNvPr>
          <p:cNvSpPr>
            <a:spLocks noGrp="1"/>
          </p:cNvSpPr>
          <p:nvPr>
            <p:ph type="body" sz="quarter" idx="27" hasCustomPrompt="1"/>
          </p:nvPr>
        </p:nvSpPr>
        <p:spPr>
          <a:xfrm>
            <a:off x="1822832" y="4554818"/>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04</a:t>
            </a:r>
          </a:p>
        </p:txBody>
      </p:sp>
      <p:sp>
        <p:nvSpPr>
          <p:cNvPr id="29" name="Text Placeholder 7">
            <a:extLst>
              <a:ext uri="{FF2B5EF4-FFF2-40B4-BE49-F238E27FC236}">
                <a16:creationId xmlns:a16="http://schemas.microsoft.com/office/drawing/2014/main" id="{2DB730D9-2B4A-DD4C-9132-A5E9CF86E103}"/>
              </a:ext>
            </a:extLst>
          </p:cNvPr>
          <p:cNvSpPr>
            <a:spLocks noGrp="1"/>
          </p:cNvSpPr>
          <p:nvPr>
            <p:ph type="body" sz="quarter" idx="28" hasCustomPrompt="1"/>
          </p:nvPr>
        </p:nvSpPr>
        <p:spPr>
          <a:xfrm>
            <a:off x="376262" y="4918884"/>
            <a:ext cx="3663395" cy="304932"/>
          </a:xfrm>
          <a:prstGeom prst="rect">
            <a:avLst/>
          </a:prstGeom>
        </p:spPr>
        <p:txBody>
          <a:bodyPr/>
          <a:lstStyle>
            <a:lvl1pPr algn="ctr">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30" name="Text Placeholder 7">
            <a:extLst>
              <a:ext uri="{FF2B5EF4-FFF2-40B4-BE49-F238E27FC236}">
                <a16:creationId xmlns:a16="http://schemas.microsoft.com/office/drawing/2014/main" id="{4DBDD958-96F5-CA41-82B3-D04E99E2813D}"/>
              </a:ext>
            </a:extLst>
          </p:cNvPr>
          <p:cNvSpPr>
            <a:spLocks noGrp="1"/>
          </p:cNvSpPr>
          <p:nvPr>
            <p:ph type="body" sz="quarter" idx="29" hasCustomPrompt="1"/>
          </p:nvPr>
        </p:nvSpPr>
        <p:spPr>
          <a:xfrm>
            <a:off x="9587271" y="1650751"/>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09</a:t>
            </a:r>
          </a:p>
        </p:txBody>
      </p:sp>
      <p:sp>
        <p:nvSpPr>
          <p:cNvPr id="31" name="Text Placeholder 7">
            <a:extLst>
              <a:ext uri="{FF2B5EF4-FFF2-40B4-BE49-F238E27FC236}">
                <a16:creationId xmlns:a16="http://schemas.microsoft.com/office/drawing/2014/main" id="{25C35F83-7E1F-E744-84C3-6426C523D2F8}"/>
              </a:ext>
            </a:extLst>
          </p:cNvPr>
          <p:cNvSpPr>
            <a:spLocks noGrp="1"/>
          </p:cNvSpPr>
          <p:nvPr>
            <p:ph type="body" sz="quarter" idx="30" hasCustomPrompt="1"/>
          </p:nvPr>
        </p:nvSpPr>
        <p:spPr>
          <a:xfrm>
            <a:off x="8140701" y="2014818"/>
            <a:ext cx="3663395" cy="304932"/>
          </a:xfrm>
          <a:prstGeom prst="rect">
            <a:avLst/>
          </a:prstGeom>
        </p:spPr>
        <p:txBody>
          <a:bodyPr/>
          <a:lstStyle>
            <a:lvl1pPr marL="0" indent="0" algn="ctr">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32" name="Text Placeholder 7">
            <a:extLst>
              <a:ext uri="{FF2B5EF4-FFF2-40B4-BE49-F238E27FC236}">
                <a16:creationId xmlns:a16="http://schemas.microsoft.com/office/drawing/2014/main" id="{7D422FB8-785A-D949-9552-786401E6B53F}"/>
              </a:ext>
            </a:extLst>
          </p:cNvPr>
          <p:cNvSpPr>
            <a:spLocks noGrp="1"/>
          </p:cNvSpPr>
          <p:nvPr>
            <p:ph type="body" sz="quarter" idx="31" hasCustomPrompt="1"/>
          </p:nvPr>
        </p:nvSpPr>
        <p:spPr>
          <a:xfrm>
            <a:off x="9587271" y="2618773"/>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10</a:t>
            </a:r>
          </a:p>
        </p:txBody>
      </p:sp>
      <p:sp>
        <p:nvSpPr>
          <p:cNvPr id="33" name="Text Placeholder 7">
            <a:extLst>
              <a:ext uri="{FF2B5EF4-FFF2-40B4-BE49-F238E27FC236}">
                <a16:creationId xmlns:a16="http://schemas.microsoft.com/office/drawing/2014/main" id="{9A6C5EF8-331B-184E-A8CA-1EA076380093}"/>
              </a:ext>
            </a:extLst>
          </p:cNvPr>
          <p:cNvSpPr>
            <a:spLocks noGrp="1"/>
          </p:cNvSpPr>
          <p:nvPr>
            <p:ph type="body" sz="quarter" idx="32" hasCustomPrompt="1"/>
          </p:nvPr>
        </p:nvSpPr>
        <p:spPr>
          <a:xfrm>
            <a:off x="8140701" y="2982840"/>
            <a:ext cx="3663395" cy="304932"/>
          </a:xfrm>
          <a:prstGeom prst="rect">
            <a:avLst/>
          </a:prstGeom>
        </p:spPr>
        <p:txBody>
          <a:bodyPr/>
          <a:lstStyle>
            <a:lvl1pPr marL="0" indent="0" algn="ctr">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34" name="Text Placeholder 7">
            <a:extLst>
              <a:ext uri="{FF2B5EF4-FFF2-40B4-BE49-F238E27FC236}">
                <a16:creationId xmlns:a16="http://schemas.microsoft.com/office/drawing/2014/main" id="{F298F245-372D-664C-82AC-0EA99AA96DFB}"/>
              </a:ext>
            </a:extLst>
          </p:cNvPr>
          <p:cNvSpPr>
            <a:spLocks noGrp="1"/>
          </p:cNvSpPr>
          <p:nvPr>
            <p:ph type="body" sz="quarter" idx="33" hasCustomPrompt="1"/>
          </p:nvPr>
        </p:nvSpPr>
        <p:spPr>
          <a:xfrm>
            <a:off x="9587271" y="3586795"/>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11</a:t>
            </a:r>
          </a:p>
        </p:txBody>
      </p:sp>
      <p:sp>
        <p:nvSpPr>
          <p:cNvPr id="35" name="Text Placeholder 7">
            <a:extLst>
              <a:ext uri="{FF2B5EF4-FFF2-40B4-BE49-F238E27FC236}">
                <a16:creationId xmlns:a16="http://schemas.microsoft.com/office/drawing/2014/main" id="{6C25C4D9-4B4C-6A4E-8294-F0CB6D741B0C}"/>
              </a:ext>
            </a:extLst>
          </p:cNvPr>
          <p:cNvSpPr>
            <a:spLocks noGrp="1"/>
          </p:cNvSpPr>
          <p:nvPr>
            <p:ph type="body" sz="quarter" idx="34" hasCustomPrompt="1"/>
          </p:nvPr>
        </p:nvSpPr>
        <p:spPr>
          <a:xfrm>
            <a:off x="8140701" y="3950862"/>
            <a:ext cx="3663395" cy="304932"/>
          </a:xfrm>
          <a:prstGeom prst="rect">
            <a:avLst/>
          </a:prstGeom>
        </p:spPr>
        <p:txBody>
          <a:bodyPr/>
          <a:lstStyle>
            <a:lvl1pPr marL="0" indent="0" algn="ctr">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36" name="Text Placeholder 7">
            <a:extLst>
              <a:ext uri="{FF2B5EF4-FFF2-40B4-BE49-F238E27FC236}">
                <a16:creationId xmlns:a16="http://schemas.microsoft.com/office/drawing/2014/main" id="{BCF49705-81E2-484F-885F-3CAFC2DBCFE8}"/>
              </a:ext>
            </a:extLst>
          </p:cNvPr>
          <p:cNvSpPr>
            <a:spLocks noGrp="1"/>
          </p:cNvSpPr>
          <p:nvPr>
            <p:ph type="body" sz="quarter" idx="35" hasCustomPrompt="1"/>
          </p:nvPr>
        </p:nvSpPr>
        <p:spPr>
          <a:xfrm>
            <a:off x="9587271" y="4554818"/>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12</a:t>
            </a:r>
          </a:p>
        </p:txBody>
      </p:sp>
      <p:sp>
        <p:nvSpPr>
          <p:cNvPr id="37" name="Text Placeholder 7">
            <a:extLst>
              <a:ext uri="{FF2B5EF4-FFF2-40B4-BE49-F238E27FC236}">
                <a16:creationId xmlns:a16="http://schemas.microsoft.com/office/drawing/2014/main" id="{40B4473D-6754-8342-9A07-86CC7A1B3420}"/>
              </a:ext>
            </a:extLst>
          </p:cNvPr>
          <p:cNvSpPr>
            <a:spLocks noGrp="1"/>
          </p:cNvSpPr>
          <p:nvPr>
            <p:ph type="body" sz="quarter" idx="36" hasCustomPrompt="1"/>
          </p:nvPr>
        </p:nvSpPr>
        <p:spPr>
          <a:xfrm>
            <a:off x="8140701" y="4918884"/>
            <a:ext cx="3663395" cy="304932"/>
          </a:xfrm>
          <a:prstGeom prst="rect">
            <a:avLst/>
          </a:prstGeom>
        </p:spPr>
        <p:txBody>
          <a:bodyPr/>
          <a:lstStyle>
            <a:lvl1pPr marL="0" indent="0" algn="ctr">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40" name="Text Placeholder 5">
            <a:extLst>
              <a:ext uri="{FF2B5EF4-FFF2-40B4-BE49-F238E27FC236}">
                <a16:creationId xmlns:a16="http://schemas.microsoft.com/office/drawing/2014/main" id="{CEADB049-8DCC-7C49-ABD0-8275BFBF419D}"/>
              </a:ext>
            </a:extLst>
          </p:cNvPr>
          <p:cNvSpPr>
            <a:spLocks noGrp="1"/>
          </p:cNvSpPr>
          <p:nvPr>
            <p:ph type="body" sz="quarter" idx="37"/>
          </p:nvPr>
        </p:nvSpPr>
        <p:spPr>
          <a:xfrm>
            <a:off x="5192712" y="320675"/>
            <a:ext cx="1806575" cy="490538"/>
          </a:xfrm>
        </p:spPr>
        <p:txBody>
          <a:bodyPr/>
          <a:lstStyle>
            <a:lvl1pPr marL="0" indent="0" algn="ct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4" name="Slide Number Placeholder 3">
            <a:extLst>
              <a:ext uri="{FF2B5EF4-FFF2-40B4-BE49-F238E27FC236}">
                <a16:creationId xmlns:a16="http://schemas.microsoft.com/office/drawing/2014/main" id="{EE064EB3-029B-5B4D-80C2-832784DB86B4}"/>
              </a:ext>
            </a:extLst>
          </p:cNvPr>
          <p:cNvSpPr>
            <a:spLocks noGrp="1"/>
          </p:cNvSpPr>
          <p:nvPr>
            <p:ph type="sldNum" sz="quarter" idx="38"/>
          </p:nvPr>
        </p:nvSpPr>
        <p:spPr/>
        <p:txBody>
          <a:bodyPr/>
          <a:lstStyle/>
          <a:p>
            <a:fld id="{BF1B362E-304B-D74F-8E05-F581CCD55911}" type="slidenum">
              <a:rPr lang="en-US" smtClean="0"/>
              <a:pPr/>
              <a:t>‹#›</a:t>
            </a:fld>
            <a:endParaRPr lang="en-US"/>
          </a:p>
        </p:txBody>
      </p:sp>
      <p:sp>
        <p:nvSpPr>
          <p:cNvPr id="2" name="Footer Placeholder 1">
            <a:extLst>
              <a:ext uri="{FF2B5EF4-FFF2-40B4-BE49-F238E27FC236}">
                <a16:creationId xmlns:a16="http://schemas.microsoft.com/office/drawing/2014/main" id="{68177566-42A2-7F46-B679-1AD5C431B3A1}"/>
              </a:ext>
            </a:extLst>
          </p:cNvPr>
          <p:cNvSpPr>
            <a:spLocks noGrp="1"/>
          </p:cNvSpPr>
          <p:nvPr>
            <p:ph type="ftr" sz="quarter" idx="39"/>
          </p:nvPr>
        </p:nvSpPr>
        <p:spPr>
          <a:xfrm>
            <a:off x="1133608" y="6482159"/>
            <a:ext cx="4114800" cy="365125"/>
          </a:xfrm>
          <a:prstGeom prst="rect">
            <a:avLst/>
          </a:prstGeom>
        </p:spPr>
        <p:txBody>
          <a:bodyPr/>
          <a:lstStyle/>
          <a:p>
            <a:endParaRPr lang="en-US"/>
          </a:p>
        </p:txBody>
      </p:sp>
    </p:spTree>
    <p:extLst>
      <p:ext uri="{BB962C8B-B14F-4D97-AF65-F5344CB8AC3E}">
        <p14:creationId xmlns:p14="http://schemas.microsoft.com/office/powerpoint/2010/main" val="172577094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Content – 6 Items">
    <p:bg>
      <p:bgPr>
        <a:solidFill>
          <a:schemeClr val="bg1"/>
        </a:solidFill>
        <a:effectLst/>
      </p:bgPr>
    </p:bg>
    <p:spTree>
      <p:nvGrpSpPr>
        <p:cNvPr id="1" name=""/>
        <p:cNvGrpSpPr/>
        <p:nvPr/>
      </p:nvGrpSpPr>
      <p:grpSpPr>
        <a:xfrm>
          <a:off x="0" y="0"/>
          <a:ext cx="0" cy="0"/>
          <a:chOff x="0" y="0"/>
          <a:chExt cx="0" cy="0"/>
        </a:xfrm>
      </p:grpSpPr>
      <p:sp>
        <p:nvSpPr>
          <p:cNvPr id="28" name="Text Placeholder 6">
            <a:extLst>
              <a:ext uri="{FF2B5EF4-FFF2-40B4-BE49-F238E27FC236}">
                <a16:creationId xmlns:a16="http://schemas.microsoft.com/office/drawing/2014/main" id="{C7CB6926-D637-424D-B815-5143BAF1025A}"/>
              </a:ext>
            </a:extLst>
          </p:cNvPr>
          <p:cNvSpPr>
            <a:spLocks noGrp="1"/>
          </p:cNvSpPr>
          <p:nvPr>
            <p:ph type="body" sz="quarter" idx="47" hasCustomPrompt="1"/>
          </p:nvPr>
        </p:nvSpPr>
        <p:spPr>
          <a:xfrm>
            <a:off x="874342" y="2446326"/>
            <a:ext cx="2690194" cy="720000"/>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9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US"/>
              <a:t>Short description</a:t>
            </a:r>
          </a:p>
        </p:txBody>
      </p:sp>
      <p:sp>
        <p:nvSpPr>
          <p:cNvPr id="22" name="Text Placeholder 7">
            <a:extLst>
              <a:ext uri="{FF2B5EF4-FFF2-40B4-BE49-F238E27FC236}">
                <a16:creationId xmlns:a16="http://schemas.microsoft.com/office/drawing/2014/main" id="{7DE89564-3D86-6A4B-B1B4-1A34B216009C}"/>
              </a:ext>
            </a:extLst>
          </p:cNvPr>
          <p:cNvSpPr>
            <a:spLocks noGrp="1"/>
          </p:cNvSpPr>
          <p:nvPr>
            <p:ph type="body" sz="quarter" idx="21" hasCustomPrompt="1"/>
          </p:nvPr>
        </p:nvSpPr>
        <p:spPr>
          <a:xfrm>
            <a:off x="874536" y="1330288"/>
            <a:ext cx="754112" cy="304932"/>
          </a:xfrm>
          <a:prstGeom prst="rect">
            <a:avLst/>
          </a:prstGeom>
        </p:spPr>
        <p:txBody>
          <a:bodyPr lIns="0" tIns="0" rIns="0" bIns="0"/>
          <a:lstStyle>
            <a:lvl1pPr marL="0" indent="0" algn="l">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01</a:t>
            </a:r>
          </a:p>
        </p:txBody>
      </p:sp>
      <p:sp>
        <p:nvSpPr>
          <p:cNvPr id="23" name="Text Placeholder 7">
            <a:extLst>
              <a:ext uri="{FF2B5EF4-FFF2-40B4-BE49-F238E27FC236}">
                <a16:creationId xmlns:a16="http://schemas.microsoft.com/office/drawing/2014/main" id="{6EAD5AE8-5659-9448-9DCB-3C8C45173209}"/>
              </a:ext>
            </a:extLst>
          </p:cNvPr>
          <p:cNvSpPr>
            <a:spLocks noGrp="1"/>
          </p:cNvSpPr>
          <p:nvPr>
            <p:ph type="body" sz="quarter" idx="22" hasCustomPrompt="1"/>
          </p:nvPr>
        </p:nvSpPr>
        <p:spPr>
          <a:xfrm>
            <a:off x="874536" y="1694354"/>
            <a:ext cx="2690194" cy="304932"/>
          </a:xfrm>
          <a:prstGeom prst="rect">
            <a:avLst/>
          </a:prstGeom>
        </p:spPr>
        <p:txBody>
          <a:bodyPr lIns="0" tIns="0" rIns="0" bIns="0"/>
          <a:lstStyle>
            <a:lvl1pPr marL="0" indent="0" algn="l">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38" name="Text Placeholder 7">
            <a:extLst>
              <a:ext uri="{FF2B5EF4-FFF2-40B4-BE49-F238E27FC236}">
                <a16:creationId xmlns:a16="http://schemas.microsoft.com/office/drawing/2014/main" id="{46033030-1FD8-9C46-9D0E-3A1C760719C6}"/>
              </a:ext>
            </a:extLst>
          </p:cNvPr>
          <p:cNvSpPr>
            <a:spLocks noGrp="1"/>
          </p:cNvSpPr>
          <p:nvPr>
            <p:ph type="body" sz="quarter" idx="26" hasCustomPrompt="1"/>
          </p:nvPr>
        </p:nvSpPr>
        <p:spPr>
          <a:xfrm>
            <a:off x="874536" y="3811020"/>
            <a:ext cx="754112" cy="304932"/>
          </a:xfrm>
          <a:prstGeom prst="rect">
            <a:avLst/>
          </a:prstGeom>
        </p:spPr>
        <p:txBody>
          <a:bodyPr lIns="0" tIns="0" rIns="0" bIns="0"/>
          <a:lstStyle>
            <a:lvl1pPr marL="0" indent="0" algn="l">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04</a:t>
            </a:r>
          </a:p>
        </p:txBody>
      </p:sp>
      <p:sp>
        <p:nvSpPr>
          <p:cNvPr id="39" name="Text Placeholder 7">
            <a:extLst>
              <a:ext uri="{FF2B5EF4-FFF2-40B4-BE49-F238E27FC236}">
                <a16:creationId xmlns:a16="http://schemas.microsoft.com/office/drawing/2014/main" id="{07138A3A-6D3C-9E43-89C2-910FBC22DD9E}"/>
              </a:ext>
            </a:extLst>
          </p:cNvPr>
          <p:cNvSpPr>
            <a:spLocks noGrp="1"/>
          </p:cNvSpPr>
          <p:nvPr>
            <p:ph type="body" sz="quarter" idx="27" hasCustomPrompt="1"/>
          </p:nvPr>
        </p:nvSpPr>
        <p:spPr>
          <a:xfrm>
            <a:off x="874536" y="4175086"/>
            <a:ext cx="2690194" cy="304932"/>
          </a:xfrm>
          <a:prstGeom prst="rect">
            <a:avLst/>
          </a:prstGeom>
        </p:spPr>
        <p:txBody>
          <a:bodyPr lIns="0" tIns="0" rIns="0" bIns="0"/>
          <a:lstStyle>
            <a:lvl1pPr marL="0" indent="0" algn="l">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41" name="Text Placeholder 7">
            <a:extLst>
              <a:ext uri="{FF2B5EF4-FFF2-40B4-BE49-F238E27FC236}">
                <a16:creationId xmlns:a16="http://schemas.microsoft.com/office/drawing/2014/main" id="{C7491F39-C5AE-5C46-8F35-731F4F57BFE5}"/>
              </a:ext>
            </a:extLst>
          </p:cNvPr>
          <p:cNvSpPr>
            <a:spLocks noGrp="1"/>
          </p:cNvSpPr>
          <p:nvPr>
            <p:ph type="body" sz="quarter" idx="29" hasCustomPrompt="1"/>
          </p:nvPr>
        </p:nvSpPr>
        <p:spPr>
          <a:xfrm>
            <a:off x="4752521" y="1330288"/>
            <a:ext cx="754112" cy="304932"/>
          </a:xfrm>
          <a:prstGeom prst="rect">
            <a:avLst/>
          </a:prstGeom>
        </p:spPr>
        <p:txBody>
          <a:bodyPr lIns="0" tIns="0" rIns="0" bIns="0"/>
          <a:lstStyle>
            <a:lvl1pPr marL="0" indent="0" algn="l">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02</a:t>
            </a:r>
          </a:p>
        </p:txBody>
      </p:sp>
      <p:sp>
        <p:nvSpPr>
          <p:cNvPr id="42" name="Text Placeholder 7">
            <a:extLst>
              <a:ext uri="{FF2B5EF4-FFF2-40B4-BE49-F238E27FC236}">
                <a16:creationId xmlns:a16="http://schemas.microsoft.com/office/drawing/2014/main" id="{E026E508-BFE4-374B-A21D-7527F5B219E6}"/>
              </a:ext>
            </a:extLst>
          </p:cNvPr>
          <p:cNvSpPr>
            <a:spLocks noGrp="1"/>
          </p:cNvSpPr>
          <p:nvPr>
            <p:ph type="body" sz="quarter" idx="30" hasCustomPrompt="1"/>
          </p:nvPr>
        </p:nvSpPr>
        <p:spPr>
          <a:xfrm>
            <a:off x="4752521" y="1694354"/>
            <a:ext cx="2690194" cy="304932"/>
          </a:xfrm>
          <a:prstGeom prst="rect">
            <a:avLst/>
          </a:prstGeom>
        </p:spPr>
        <p:txBody>
          <a:bodyPr lIns="0" tIns="0" rIns="0" bIns="0"/>
          <a:lstStyle>
            <a:lvl1pPr marL="0" indent="0" algn="l">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44" name="Text Placeholder 7">
            <a:extLst>
              <a:ext uri="{FF2B5EF4-FFF2-40B4-BE49-F238E27FC236}">
                <a16:creationId xmlns:a16="http://schemas.microsoft.com/office/drawing/2014/main" id="{5C04C770-EC63-5C41-8ADD-9C654FF5BB5A}"/>
              </a:ext>
            </a:extLst>
          </p:cNvPr>
          <p:cNvSpPr>
            <a:spLocks noGrp="1"/>
          </p:cNvSpPr>
          <p:nvPr>
            <p:ph type="body" sz="quarter" idx="32" hasCustomPrompt="1"/>
          </p:nvPr>
        </p:nvSpPr>
        <p:spPr>
          <a:xfrm>
            <a:off x="4752521" y="3811020"/>
            <a:ext cx="754112" cy="304932"/>
          </a:xfrm>
          <a:prstGeom prst="rect">
            <a:avLst/>
          </a:prstGeom>
        </p:spPr>
        <p:txBody>
          <a:bodyPr lIns="0" tIns="0" rIns="0" bIns="0"/>
          <a:lstStyle>
            <a:lvl1pPr marL="0" indent="0" algn="l">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05</a:t>
            </a:r>
          </a:p>
        </p:txBody>
      </p:sp>
      <p:sp>
        <p:nvSpPr>
          <p:cNvPr id="45" name="Text Placeholder 7">
            <a:extLst>
              <a:ext uri="{FF2B5EF4-FFF2-40B4-BE49-F238E27FC236}">
                <a16:creationId xmlns:a16="http://schemas.microsoft.com/office/drawing/2014/main" id="{CECA01C6-8ED7-6D49-A33A-0DBC92EAB4C0}"/>
              </a:ext>
            </a:extLst>
          </p:cNvPr>
          <p:cNvSpPr>
            <a:spLocks noGrp="1"/>
          </p:cNvSpPr>
          <p:nvPr>
            <p:ph type="body" sz="quarter" idx="33" hasCustomPrompt="1"/>
          </p:nvPr>
        </p:nvSpPr>
        <p:spPr>
          <a:xfrm>
            <a:off x="4752521" y="4175086"/>
            <a:ext cx="2690194" cy="304932"/>
          </a:xfrm>
          <a:prstGeom prst="rect">
            <a:avLst/>
          </a:prstGeom>
        </p:spPr>
        <p:txBody>
          <a:bodyPr lIns="0" tIns="0" rIns="0" bIns="0"/>
          <a:lstStyle>
            <a:lvl1pPr marL="0" indent="0" algn="l">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47" name="Text Placeholder 7">
            <a:extLst>
              <a:ext uri="{FF2B5EF4-FFF2-40B4-BE49-F238E27FC236}">
                <a16:creationId xmlns:a16="http://schemas.microsoft.com/office/drawing/2014/main" id="{ED85B806-C7BE-9B48-8112-9647339EF3FF}"/>
              </a:ext>
            </a:extLst>
          </p:cNvPr>
          <p:cNvSpPr>
            <a:spLocks noGrp="1"/>
          </p:cNvSpPr>
          <p:nvPr>
            <p:ph type="body" sz="quarter" idx="35" hasCustomPrompt="1"/>
          </p:nvPr>
        </p:nvSpPr>
        <p:spPr>
          <a:xfrm>
            <a:off x="8630507" y="1330288"/>
            <a:ext cx="754112" cy="304932"/>
          </a:xfrm>
          <a:prstGeom prst="rect">
            <a:avLst/>
          </a:prstGeom>
        </p:spPr>
        <p:txBody>
          <a:bodyPr lIns="0" tIns="0" rIns="0" bIns="0"/>
          <a:lstStyle>
            <a:lvl1pPr marL="0" indent="0" algn="l">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03</a:t>
            </a:r>
          </a:p>
        </p:txBody>
      </p:sp>
      <p:sp>
        <p:nvSpPr>
          <p:cNvPr id="48" name="Text Placeholder 7">
            <a:extLst>
              <a:ext uri="{FF2B5EF4-FFF2-40B4-BE49-F238E27FC236}">
                <a16:creationId xmlns:a16="http://schemas.microsoft.com/office/drawing/2014/main" id="{81AE5496-9C96-814D-B403-912DCD608CDC}"/>
              </a:ext>
            </a:extLst>
          </p:cNvPr>
          <p:cNvSpPr>
            <a:spLocks noGrp="1"/>
          </p:cNvSpPr>
          <p:nvPr>
            <p:ph type="body" sz="quarter" idx="36" hasCustomPrompt="1"/>
          </p:nvPr>
        </p:nvSpPr>
        <p:spPr>
          <a:xfrm>
            <a:off x="8630507" y="1694354"/>
            <a:ext cx="2690194" cy="304932"/>
          </a:xfrm>
          <a:prstGeom prst="rect">
            <a:avLst/>
          </a:prstGeom>
        </p:spPr>
        <p:txBody>
          <a:bodyPr lIns="0" tIns="0" rIns="0" bIns="0"/>
          <a:lstStyle>
            <a:lvl1pPr marL="0" indent="0" algn="l">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50" name="Text Placeholder 7">
            <a:extLst>
              <a:ext uri="{FF2B5EF4-FFF2-40B4-BE49-F238E27FC236}">
                <a16:creationId xmlns:a16="http://schemas.microsoft.com/office/drawing/2014/main" id="{1C4B70E9-A3D8-8140-882A-57E352DEEC43}"/>
              </a:ext>
            </a:extLst>
          </p:cNvPr>
          <p:cNvSpPr>
            <a:spLocks noGrp="1"/>
          </p:cNvSpPr>
          <p:nvPr>
            <p:ph type="body" sz="quarter" idx="38" hasCustomPrompt="1"/>
          </p:nvPr>
        </p:nvSpPr>
        <p:spPr>
          <a:xfrm>
            <a:off x="8630507" y="3811020"/>
            <a:ext cx="754112" cy="304932"/>
          </a:xfrm>
          <a:prstGeom prst="rect">
            <a:avLst/>
          </a:prstGeom>
        </p:spPr>
        <p:txBody>
          <a:bodyPr lIns="0" tIns="0" rIns="0" bIns="0"/>
          <a:lstStyle>
            <a:lvl1pPr marL="0" indent="0" algn="l">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06</a:t>
            </a:r>
          </a:p>
        </p:txBody>
      </p:sp>
      <p:sp>
        <p:nvSpPr>
          <p:cNvPr id="51" name="Text Placeholder 7">
            <a:extLst>
              <a:ext uri="{FF2B5EF4-FFF2-40B4-BE49-F238E27FC236}">
                <a16:creationId xmlns:a16="http://schemas.microsoft.com/office/drawing/2014/main" id="{5A584C78-6A8C-D744-B84D-BFA2BE72A63E}"/>
              </a:ext>
            </a:extLst>
          </p:cNvPr>
          <p:cNvSpPr>
            <a:spLocks noGrp="1"/>
          </p:cNvSpPr>
          <p:nvPr>
            <p:ph type="body" sz="quarter" idx="39" hasCustomPrompt="1"/>
          </p:nvPr>
        </p:nvSpPr>
        <p:spPr>
          <a:xfrm>
            <a:off x="8630507" y="4175086"/>
            <a:ext cx="2690194" cy="304932"/>
          </a:xfrm>
          <a:prstGeom prst="rect">
            <a:avLst/>
          </a:prstGeom>
        </p:spPr>
        <p:txBody>
          <a:bodyPr lIns="0" tIns="0" rIns="0" bIns="0"/>
          <a:lstStyle>
            <a:lvl1pPr marL="0" indent="0" algn="l">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54" name="Text Placeholder 6">
            <a:extLst>
              <a:ext uri="{FF2B5EF4-FFF2-40B4-BE49-F238E27FC236}">
                <a16:creationId xmlns:a16="http://schemas.microsoft.com/office/drawing/2014/main" id="{2AA72E63-4A39-D54E-9DAC-A17D37DEA9D3}"/>
              </a:ext>
            </a:extLst>
          </p:cNvPr>
          <p:cNvSpPr>
            <a:spLocks noGrp="1"/>
          </p:cNvSpPr>
          <p:nvPr>
            <p:ph type="body" sz="quarter" idx="41" hasCustomPrompt="1"/>
          </p:nvPr>
        </p:nvSpPr>
        <p:spPr>
          <a:xfrm>
            <a:off x="4752521" y="2450336"/>
            <a:ext cx="2690194" cy="720000"/>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9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US"/>
              <a:t>Short description</a:t>
            </a:r>
          </a:p>
        </p:txBody>
      </p:sp>
      <p:sp>
        <p:nvSpPr>
          <p:cNvPr id="55" name="Text Placeholder 6">
            <a:extLst>
              <a:ext uri="{FF2B5EF4-FFF2-40B4-BE49-F238E27FC236}">
                <a16:creationId xmlns:a16="http://schemas.microsoft.com/office/drawing/2014/main" id="{A7B05BD2-7343-8F44-AFDB-68A61C7D2A81}"/>
              </a:ext>
            </a:extLst>
          </p:cNvPr>
          <p:cNvSpPr>
            <a:spLocks noGrp="1"/>
          </p:cNvSpPr>
          <p:nvPr>
            <p:ph type="body" sz="quarter" idx="42" hasCustomPrompt="1"/>
          </p:nvPr>
        </p:nvSpPr>
        <p:spPr>
          <a:xfrm>
            <a:off x="8630507" y="2450336"/>
            <a:ext cx="2690194" cy="720000"/>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9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US"/>
              <a:t>Short description</a:t>
            </a:r>
          </a:p>
        </p:txBody>
      </p:sp>
      <p:sp>
        <p:nvSpPr>
          <p:cNvPr id="56" name="Text Placeholder 6">
            <a:extLst>
              <a:ext uri="{FF2B5EF4-FFF2-40B4-BE49-F238E27FC236}">
                <a16:creationId xmlns:a16="http://schemas.microsoft.com/office/drawing/2014/main" id="{E02EB98D-8001-C140-B797-4EAE8CEBD8B0}"/>
              </a:ext>
            </a:extLst>
          </p:cNvPr>
          <p:cNvSpPr>
            <a:spLocks noGrp="1"/>
          </p:cNvSpPr>
          <p:nvPr>
            <p:ph type="body" sz="quarter" idx="43" hasCustomPrompt="1"/>
          </p:nvPr>
        </p:nvSpPr>
        <p:spPr>
          <a:xfrm>
            <a:off x="874536" y="4931069"/>
            <a:ext cx="2690194" cy="720000"/>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9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US"/>
              <a:t>Short description</a:t>
            </a:r>
          </a:p>
        </p:txBody>
      </p:sp>
      <p:sp>
        <p:nvSpPr>
          <p:cNvPr id="57" name="Text Placeholder 6">
            <a:extLst>
              <a:ext uri="{FF2B5EF4-FFF2-40B4-BE49-F238E27FC236}">
                <a16:creationId xmlns:a16="http://schemas.microsoft.com/office/drawing/2014/main" id="{BEE77B86-2134-1941-9281-BD4A5B33BBBE}"/>
              </a:ext>
            </a:extLst>
          </p:cNvPr>
          <p:cNvSpPr>
            <a:spLocks noGrp="1"/>
          </p:cNvSpPr>
          <p:nvPr>
            <p:ph type="body" sz="quarter" idx="44" hasCustomPrompt="1"/>
          </p:nvPr>
        </p:nvSpPr>
        <p:spPr>
          <a:xfrm>
            <a:off x="4752521" y="4931069"/>
            <a:ext cx="2690194" cy="720000"/>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9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US"/>
              <a:t>Short description</a:t>
            </a:r>
          </a:p>
        </p:txBody>
      </p:sp>
      <p:sp>
        <p:nvSpPr>
          <p:cNvPr id="58" name="Text Placeholder 6">
            <a:extLst>
              <a:ext uri="{FF2B5EF4-FFF2-40B4-BE49-F238E27FC236}">
                <a16:creationId xmlns:a16="http://schemas.microsoft.com/office/drawing/2014/main" id="{8C0FFCF9-3ACE-C946-866A-46965381EF5C}"/>
              </a:ext>
            </a:extLst>
          </p:cNvPr>
          <p:cNvSpPr>
            <a:spLocks noGrp="1"/>
          </p:cNvSpPr>
          <p:nvPr>
            <p:ph type="body" sz="quarter" idx="45" hasCustomPrompt="1"/>
          </p:nvPr>
        </p:nvSpPr>
        <p:spPr>
          <a:xfrm>
            <a:off x="8630507" y="4931069"/>
            <a:ext cx="2690194" cy="720000"/>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9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US"/>
              <a:t>Short description</a:t>
            </a:r>
          </a:p>
        </p:txBody>
      </p:sp>
      <p:sp>
        <p:nvSpPr>
          <p:cNvPr id="27" name="Text Placeholder 5">
            <a:extLst>
              <a:ext uri="{FF2B5EF4-FFF2-40B4-BE49-F238E27FC236}">
                <a16:creationId xmlns:a16="http://schemas.microsoft.com/office/drawing/2014/main" id="{5B590D74-D674-1D4D-BAFD-A962E0930F44}"/>
              </a:ext>
            </a:extLst>
          </p:cNvPr>
          <p:cNvSpPr>
            <a:spLocks noGrp="1"/>
          </p:cNvSpPr>
          <p:nvPr>
            <p:ph type="body" sz="quarter" idx="48"/>
          </p:nvPr>
        </p:nvSpPr>
        <p:spPr>
          <a:xfrm>
            <a:off x="5192712" y="320675"/>
            <a:ext cx="1806575" cy="490538"/>
          </a:xfrm>
        </p:spPr>
        <p:txBody>
          <a:bodyPr/>
          <a:lstStyle>
            <a:lvl1pPr marL="0" indent="0" algn="ct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4" name="Slide Number Placeholder 3">
            <a:extLst>
              <a:ext uri="{FF2B5EF4-FFF2-40B4-BE49-F238E27FC236}">
                <a16:creationId xmlns:a16="http://schemas.microsoft.com/office/drawing/2014/main" id="{3ECAFD9B-17FF-814E-AA73-AAC4D9BA9DC9}"/>
              </a:ext>
            </a:extLst>
          </p:cNvPr>
          <p:cNvSpPr>
            <a:spLocks noGrp="1"/>
          </p:cNvSpPr>
          <p:nvPr>
            <p:ph type="sldNum" sz="quarter" idx="49"/>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79568546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Large Statement on White">
    <p:bg>
      <p:bgPr>
        <a:solidFill>
          <a:schemeClr val="bg1"/>
        </a:solidFill>
        <a:effectLst/>
      </p:bgPr>
    </p:bg>
    <p:spTree>
      <p:nvGrpSpPr>
        <p:cNvPr id="1" name=""/>
        <p:cNvGrpSpPr/>
        <p:nvPr/>
      </p:nvGrpSpPr>
      <p:grpSpPr>
        <a:xfrm>
          <a:off x="0" y="0"/>
          <a:ext cx="0" cy="0"/>
          <a:chOff x="0" y="0"/>
          <a:chExt cx="0" cy="0"/>
        </a:xfrm>
      </p:grpSpPr>
      <p:sp>
        <p:nvSpPr>
          <p:cNvPr id="23" name="Text Placeholder 7">
            <a:extLst>
              <a:ext uri="{FF2B5EF4-FFF2-40B4-BE49-F238E27FC236}">
                <a16:creationId xmlns:a16="http://schemas.microsoft.com/office/drawing/2014/main" id="{6EAD5AE8-5659-9448-9DCB-3C8C45173209}"/>
              </a:ext>
            </a:extLst>
          </p:cNvPr>
          <p:cNvSpPr>
            <a:spLocks noGrp="1"/>
          </p:cNvSpPr>
          <p:nvPr>
            <p:ph type="body" sz="quarter" idx="22" hasCustomPrompt="1"/>
          </p:nvPr>
        </p:nvSpPr>
        <p:spPr>
          <a:xfrm>
            <a:off x="1354226" y="1461010"/>
            <a:ext cx="9481167" cy="3935980"/>
          </a:xfrm>
          <a:prstGeom prst="rect">
            <a:avLst/>
          </a:prstGeom>
        </p:spPr>
        <p:txBody>
          <a:bodyPr anchor="ctr"/>
          <a:lstStyle>
            <a:lvl1pPr marL="0" indent="0" algn="ctr">
              <a:lnSpc>
                <a:spcPct val="100000"/>
              </a:lnSpc>
              <a:spcBef>
                <a:spcPts val="0"/>
              </a:spcBef>
              <a:buNone/>
              <a:defRPr sz="3750">
                <a:solidFill>
                  <a:schemeClr val="tx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Large statement slide</a:t>
            </a:r>
          </a:p>
          <a:p>
            <a:r>
              <a:rPr lang="en-GB">
                <a:effectLst/>
                <a:latin typeface="Arial" panose="020B0604020202020204" pitchFamily="34" charset="0"/>
              </a:rPr>
              <a:t>Lorem ipsum </a:t>
            </a:r>
            <a:r>
              <a:rPr lang="en-GB" err="1">
                <a:effectLst/>
                <a:latin typeface="Arial" panose="020B0604020202020204" pitchFamily="34" charset="0"/>
              </a:rPr>
              <a:t>dolor</a:t>
            </a:r>
            <a:r>
              <a:rPr lang="en-GB">
                <a:effectLst/>
                <a:latin typeface="Arial" panose="020B0604020202020204" pitchFamily="34" charset="0"/>
              </a:rPr>
              <a:t> sit </a:t>
            </a:r>
            <a:r>
              <a:rPr lang="en-GB" err="1">
                <a:effectLst/>
                <a:latin typeface="Arial" panose="020B0604020202020204" pitchFamily="34" charset="0"/>
              </a:rPr>
              <a:t>amet</a:t>
            </a:r>
            <a:r>
              <a:rPr lang="en-GB">
                <a:effectLst/>
                <a:latin typeface="Arial" panose="020B0604020202020204" pitchFamily="34" charset="0"/>
              </a:rPr>
              <a:t>, </a:t>
            </a:r>
          </a:p>
          <a:p>
            <a:r>
              <a:rPr lang="en-GB" err="1">
                <a:effectLst/>
                <a:latin typeface="Arial" panose="020B0604020202020204" pitchFamily="34" charset="0"/>
              </a:rPr>
              <a:t>consectetur</a:t>
            </a:r>
            <a:r>
              <a:rPr lang="en-GB">
                <a:effectLst/>
                <a:latin typeface="Arial" panose="020B0604020202020204" pitchFamily="34" charset="0"/>
              </a:rPr>
              <a:t> </a:t>
            </a:r>
            <a:r>
              <a:rPr lang="en-GB" err="1">
                <a:effectLst/>
                <a:latin typeface="Arial" panose="020B0604020202020204" pitchFamily="34" charset="0"/>
              </a:rPr>
              <a:t>adipiscing</a:t>
            </a:r>
            <a:r>
              <a:rPr lang="en-GB">
                <a:effectLst/>
                <a:latin typeface="Arial" panose="020B0604020202020204" pitchFamily="34" charset="0"/>
              </a:rPr>
              <a:t> </a:t>
            </a:r>
            <a:r>
              <a:rPr lang="en-GB" err="1">
                <a:effectLst/>
                <a:latin typeface="Arial" panose="020B0604020202020204" pitchFamily="34" charset="0"/>
              </a:rPr>
              <a:t>elit</a:t>
            </a:r>
            <a:r>
              <a:rPr lang="en-GB">
                <a:effectLst/>
                <a:latin typeface="Arial" panose="020B0604020202020204" pitchFamily="34" charset="0"/>
              </a:rPr>
              <a:t>.</a:t>
            </a:r>
          </a:p>
        </p:txBody>
      </p:sp>
      <p:sp>
        <p:nvSpPr>
          <p:cNvPr id="8" name="Text Placeholder 5">
            <a:extLst>
              <a:ext uri="{FF2B5EF4-FFF2-40B4-BE49-F238E27FC236}">
                <a16:creationId xmlns:a16="http://schemas.microsoft.com/office/drawing/2014/main" id="{49FC7FBE-03F6-334E-A5A3-D09D05F1076D}"/>
              </a:ext>
            </a:extLst>
          </p:cNvPr>
          <p:cNvSpPr>
            <a:spLocks noGrp="1"/>
          </p:cNvSpPr>
          <p:nvPr>
            <p:ph type="body" sz="quarter" idx="21"/>
          </p:nvPr>
        </p:nvSpPr>
        <p:spPr>
          <a:xfrm>
            <a:off x="5192712" y="320675"/>
            <a:ext cx="1806575" cy="490538"/>
          </a:xfrm>
        </p:spPr>
        <p:txBody>
          <a:bodyPr/>
          <a:lstStyle>
            <a:lvl1pPr marL="0" indent="0" algn="ct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 name="Slide Number Placeholder 1">
            <a:extLst>
              <a:ext uri="{FF2B5EF4-FFF2-40B4-BE49-F238E27FC236}">
                <a16:creationId xmlns:a16="http://schemas.microsoft.com/office/drawing/2014/main" id="{9C9A8B2E-8739-9C47-B972-58CF98368312}"/>
              </a:ext>
            </a:extLst>
          </p:cNvPr>
          <p:cNvSpPr>
            <a:spLocks noGrp="1"/>
          </p:cNvSpPr>
          <p:nvPr>
            <p:ph type="sldNum" sz="quarter" idx="23"/>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64878542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userDrawn="1">
  <p:cSld name="Large Statement on Cool Gray">
    <p:bg>
      <p:bgPr>
        <a:solidFill>
          <a:srgbClr val="C2C7CA"/>
        </a:solidFill>
        <a:effectLst/>
      </p:bgPr>
    </p:bg>
    <p:spTree>
      <p:nvGrpSpPr>
        <p:cNvPr id="1" name=""/>
        <p:cNvGrpSpPr/>
        <p:nvPr/>
      </p:nvGrpSpPr>
      <p:grpSpPr>
        <a:xfrm>
          <a:off x="0" y="0"/>
          <a:ext cx="0" cy="0"/>
          <a:chOff x="0" y="0"/>
          <a:chExt cx="0" cy="0"/>
        </a:xfrm>
      </p:grpSpPr>
      <p:sp>
        <p:nvSpPr>
          <p:cNvPr id="23" name="Text Placeholder 7">
            <a:extLst>
              <a:ext uri="{FF2B5EF4-FFF2-40B4-BE49-F238E27FC236}">
                <a16:creationId xmlns:a16="http://schemas.microsoft.com/office/drawing/2014/main" id="{6EAD5AE8-5659-9448-9DCB-3C8C45173209}"/>
              </a:ext>
            </a:extLst>
          </p:cNvPr>
          <p:cNvSpPr>
            <a:spLocks noGrp="1"/>
          </p:cNvSpPr>
          <p:nvPr>
            <p:ph type="body" sz="quarter" idx="22" hasCustomPrompt="1"/>
          </p:nvPr>
        </p:nvSpPr>
        <p:spPr>
          <a:xfrm>
            <a:off x="1354226" y="1461010"/>
            <a:ext cx="9481167" cy="3935980"/>
          </a:xfrm>
          <a:prstGeom prst="rect">
            <a:avLst/>
          </a:prstGeom>
        </p:spPr>
        <p:txBody>
          <a:bodyPr anchor="ctr"/>
          <a:lstStyle>
            <a:lvl1pPr marL="0" algn="ctr">
              <a:lnSpc>
                <a:spcPct val="100000"/>
              </a:lnSpc>
              <a:spcBef>
                <a:spcPts val="0"/>
              </a:spcBef>
              <a:buNone/>
              <a:defRPr sz="3750">
                <a:solidFill>
                  <a:schemeClr val="tx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Large statement slide</a:t>
            </a:r>
          </a:p>
          <a:p>
            <a:r>
              <a:rPr lang="en-GB">
                <a:effectLst/>
                <a:latin typeface="Arial" panose="020B0604020202020204" pitchFamily="34" charset="0"/>
              </a:rPr>
              <a:t>Lorem ipsum </a:t>
            </a:r>
            <a:r>
              <a:rPr lang="en-GB" err="1">
                <a:effectLst/>
                <a:latin typeface="Arial" panose="020B0604020202020204" pitchFamily="34" charset="0"/>
              </a:rPr>
              <a:t>dolor</a:t>
            </a:r>
            <a:r>
              <a:rPr lang="en-GB">
                <a:effectLst/>
                <a:latin typeface="Arial" panose="020B0604020202020204" pitchFamily="34" charset="0"/>
              </a:rPr>
              <a:t> sit </a:t>
            </a:r>
            <a:r>
              <a:rPr lang="en-GB" err="1">
                <a:effectLst/>
                <a:latin typeface="Arial" panose="020B0604020202020204" pitchFamily="34" charset="0"/>
              </a:rPr>
              <a:t>amet</a:t>
            </a:r>
            <a:r>
              <a:rPr lang="en-GB">
                <a:effectLst/>
                <a:latin typeface="Arial" panose="020B0604020202020204" pitchFamily="34" charset="0"/>
              </a:rPr>
              <a:t>, </a:t>
            </a:r>
          </a:p>
          <a:p>
            <a:r>
              <a:rPr lang="en-GB" err="1">
                <a:effectLst/>
                <a:latin typeface="Arial" panose="020B0604020202020204" pitchFamily="34" charset="0"/>
              </a:rPr>
              <a:t>consectetur</a:t>
            </a:r>
            <a:r>
              <a:rPr lang="en-GB">
                <a:effectLst/>
                <a:latin typeface="Arial" panose="020B0604020202020204" pitchFamily="34" charset="0"/>
              </a:rPr>
              <a:t> </a:t>
            </a:r>
            <a:r>
              <a:rPr lang="en-GB" err="1">
                <a:effectLst/>
                <a:latin typeface="Arial" panose="020B0604020202020204" pitchFamily="34" charset="0"/>
              </a:rPr>
              <a:t>adipiscing</a:t>
            </a:r>
            <a:r>
              <a:rPr lang="en-GB">
                <a:effectLst/>
                <a:latin typeface="Arial" panose="020B0604020202020204" pitchFamily="34" charset="0"/>
              </a:rPr>
              <a:t> </a:t>
            </a:r>
            <a:r>
              <a:rPr lang="en-GB" err="1">
                <a:effectLst/>
                <a:latin typeface="Arial" panose="020B0604020202020204" pitchFamily="34" charset="0"/>
              </a:rPr>
              <a:t>elit</a:t>
            </a:r>
            <a:r>
              <a:rPr lang="en-GB">
                <a:effectLst/>
                <a:latin typeface="Arial" panose="020B0604020202020204" pitchFamily="34" charset="0"/>
              </a:rPr>
              <a:t>.</a:t>
            </a:r>
          </a:p>
        </p:txBody>
      </p:sp>
      <p:pic>
        <p:nvPicPr>
          <p:cNvPr id="6" name="Picture 5" descr="Shape&#10;&#10;Description automatically generated with medium confidence">
            <a:extLst>
              <a:ext uri="{FF2B5EF4-FFF2-40B4-BE49-F238E27FC236}">
                <a16:creationId xmlns:a16="http://schemas.microsoft.com/office/drawing/2014/main" id="{B0E731FA-57E5-EA47-9E99-637C85B12EE9}"/>
              </a:ext>
            </a:extLst>
          </p:cNvPr>
          <p:cNvPicPr>
            <a:picLocks noChangeAspect="1"/>
          </p:cNvPicPr>
          <p:nvPr userDrawn="1"/>
        </p:nvPicPr>
        <p:blipFill>
          <a:blip r:embed="rId2"/>
          <a:stretch>
            <a:fillRect/>
          </a:stretch>
        </p:blipFill>
        <p:spPr>
          <a:xfrm>
            <a:off x="10895872" y="6497324"/>
            <a:ext cx="1213995" cy="339897"/>
          </a:xfrm>
          <a:prstGeom prst="rect">
            <a:avLst/>
          </a:prstGeom>
        </p:spPr>
      </p:pic>
      <p:sp>
        <p:nvSpPr>
          <p:cNvPr id="7" name="Subtitle 2">
            <a:extLst>
              <a:ext uri="{FF2B5EF4-FFF2-40B4-BE49-F238E27FC236}">
                <a16:creationId xmlns:a16="http://schemas.microsoft.com/office/drawing/2014/main" id="{C13338DB-9211-4F47-8732-A312AE9E381C}"/>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00000"/>
              </a:lnSpc>
              <a:spcBef>
                <a:spcPts val="0"/>
              </a:spcBef>
            </a:pPr>
            <a:r>
              <a:rPr lang="en-GB" sz="701" kern="800" spc="0">
                <a:solidFill>
                  <a:schemeClr val="tx1"/>
                </a:solidFill>
                <a:latin typeface="Arial" panose="020B0604020202020204" pitchFamily="34" charset="0"/>
                <a:cs typeface="Arial" panose="020B0604020202020204" pitchFamily="34" charset="0"/>
              </a:rPr>
              <a:t>©2021 IHG</a:t>
            </a:r>
            <a:endParaRPr lang="en-US" sz="701" kern="800" spc="0">
              <a:solidFill>
                <a:schemeClr val="tx1"/>
              </a:solidFill>
              <a:latin typeface="Arial" panose="020B0604020202020204" pitchFamily="34" charset="0"/>
              <a:cs typeface="Arial" panose="020B0604020202020204" pitchFamily="34" charset="0"/>
            </a:endParaRPr>
          </a:p>
        </p:txBody>
      </p:sp>
      <p:sp>
        <p:nvSpPr>
          <p:cNvPr id="8" name="Text Placeholder 5">
            <a:extLst>
              <a:ext uri="{FF2B5EF4-FFF2-40B4-BE49-F238E27FC236}">
                <a16:creationId xmlns:a16="http://schemas.microsoft.com/office/drawing/2014/main" id="{D2758A77-F788-DA44-AD7B-3863A3684DEC}"/>
              </a:ext>
            </a:extLst>
          </p:cNvPr>
          <p:cNvSpPr>
            <a:spLocks noGrp="1"/>
          </p:cNvSpPr>
          <p:nvPr>
            <p:ph type="body" sz="quarter" idx="21"/>
          </p:nvPr>
        </p:nvSpPr>
        <p:spPr>
          <a:xfrm>
            <a:off x="5192712" y="320675"/>
            <a:ext cx="1806575" cy="490538"/>
          </a:xfrm>
        </p:spPr>
        <p:txBody>
          <a:bodyPr/>
          <a:lstStyle>
            <a:lvl1pPr marL="0" indent="0" algn="ctr">
              <a:lnSpc>
                <a:spcPct val="100000"/>
              </a:lnSpc>
              <a:spcAft>
                <a:spcPts val="0"/>
              </a:spcAft>
              <a:buNone/>
              <a:defRPr sz="800" cap="all" spc="15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 name="Slide Number Placeholder 1">
            <a:extLst>
              <a:ext uri="{FF2B5EF4-FFF2-40B4-BE49-F238E27FC236}">
                <a16:creationId xmlns:a16="http://schemas.microsoft.com/office/drawing/2014/main" id="{84DBD541-6283-E246-A2D6-1EA740B3B33A}"/>
              </a:ext>
            </a:extLst>
          </p:cNvPr>
          <p:cNvSpPr>
            <a:spLocks noGrp="1"/>
          </p:cNvSpPr>
          <p:nvPr>
            <p:ph type="sldNum" sz="quarter" idx="23"/>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60623469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userDrawn="1">
  <p:cSld name="Large Statement Deep Blue w/Image">
    <p:bg>
      <p:bgPr>
        <a:solidFill>
          <a:srgbClr val="1E4456"/>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296696E-2B00-A54E-B25A-316A4BA4A07C}"/>
              </a:ext>
            </a:extLst>
          </p:cNvPr>
          <p:cNvSpPr>
            <a:spLocks noGrp="1"/>
          </p:cNvSpPr>
          <p:nvPr>
            <p:ph type="pic" sz="quarter" idx="24" hasCustomPrompt="1"/>
          </p:nvPr>
        </p:nvSpPr>
        <p:spPr>
          <a:xfrm>
            <a:off x="6095603" y="0"/>
            <a:ext cx="6096397" cy="6858000"/>
          </a:xfrm>
          <a:prstGeom prst="rect">
            <a:avLst/>
          </a:prstGeom>
          <a:solidFill>
            <a:srgbClr val="C2C7CA"/>
          </a:solidFill>
        </p:spPr>
        <p:txBody>
          <a:bodyPr anchor="ctr" anchorCtr="0"/>
          <a:lstStyle>
            <a:lvl1pPr algn="ctr">
              <a:buFontTx/>
              <a:buNone/>
              <a:defRPr sz="1500">
                <a:solidFill>
                  <a:srgbClr val="262626"/>
                </a:solidFill>
              </a:defRPr>
            </a:lvl1pPr>
          </a:lstStyle>
          <a:p>
            <a:r>
              <a:rPr lang="en-US"/>
              <a:t>Insert image here</a:t>
            </a:r>
          </a:p>
        </p:txBody>
      </p:sp>
      <p:sp>
        <p:nvSpPr>
          <p:cNvPr id="7" name="Slide Number Placeholder 5">
            <a:extLst>
              <a:ext uri="{FF2B5EF4-FFF2-40B4-BE49-F238E27FC236}">
                <a16:creationId xmlns:a16="http://schemas.microsoft.com/office/drawing/2014/main" id="{E99E5B68-137F-C549-8350-7194A11AF3DF}"/>
              </a:ext>
            </a:extLst>
          </p:cNvPr>
          <p:cNvSpPr>
            <a:spLocks noGrp="1"/>
          </p:cNvSpPr>
          <p:nvPr>
            <p:ph type="sldNum" sz="quarter" idx="4"/>
          </p:nvPr>
        </p:nvSpPr>
        <p:spPr>
          <a:xfrm>
            <a:off x="191336" y="6471445"/>
            <a:ext cx="750936" cy="386556"/>
          </a:xfrm>
          <a:prstGeom prst="rect">
            <a:avLst/>
          </a:prstGeom>
        </p:spPr>
        <p:txBody>
          <a:bodyPr vert="horz" lIns="0" tIns="0" rIns="0" bIns="0" rtlCol="0" anchor="ctr"/>
          <a:lstStyle>
            <a:lvl1pPr algn="l">
              <a:defRPr sz="800" b="0" i="0">
                <a:solidFill>
                  <a:schemeClr val="bg1"/>
                </a:solidFill>
                <a:latin typeface="Arial" panose="020B0604020202020204" pitchFamily="34" charset="0"/>
                <a:cs typeface="Arial" panose="020B0604020202020204" pitchFamily="34" charset="0"/>
              </a:defRPr>
            </a:lvl1pPr>
          </a:lstStyle>
          <a:p>
            <a:fld id="{BF1B362E-304B-D74F-8E05-F581CCD55911}" type="slidenum">
              <a:rPr lang="en-US" smtClean="0"/>
              <a:pPr/>
              <a:t>‹#›</a:t>
            </a:fld>
            <a:endParaRPr lang="en-US"/>
          </a:p>
        </p:txBody>
      </p:sp>
      <p:sp>
        <p:nvSpPr>
          <p:cNvPr id="10" name="Text Placeholder 3">
            <a:extLst>
              <a:ext uri="{FF2B5EF4-FFF2-40B4-BE49-F238E27FC236}">
                <a16:creationId xmlns:a16="http://schemas.microsoft.com/office/drawing/2014/main" id="{1BEDAD56-5332-A34C-AD2A-951B1F360771}"/>
              </a:ext>
            </a:extLst>
          </p:cNvPr>
          <p:cNvSpPr>
            <a:spLocks noGrp="1"/>
          </p:cNvSpPr>
          <p:nvPr>
            <p:ph type="body" sz="quarter" idx="23" hasCustomPrompt="1"/>
          </p:nvPr>
        </p:nvSpPr>
        <p:spPr>
          <a:xfrm>
            <a:off x="633058" y="1461010"/>
            <a:ext cx="4826049" cy="3935980"/>
          </a:xfrm>
          <a:prstGeom prst="rect">
            <a:avLst/>
          </a:prstGeom>
        </p:spPr>
        <p:txBody>
          <a:bodyPr anchor="ctr"/>
          <a:lstStyle>
            <a:lvl1pPr marL="0" indent="0" algn="ctr">
              <a:lnSpc>
                <a:spcPct val="100000"/>
              </a:lnSpc>
              <a:spcBef>
                <a:spcPts val="0"/>
              </a:spcBef>
              <a:buNone/>
              <a:defRPr sz="375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en-US"/>
              <a:t>Large statement </a:t>
            </a:r>
            <a:br>
              <a:rPr lang="en-US"/>
            </a:br>
            <a:r>
              <a:rPr lang="en-US"/>
              <a:t>half &amp; half split slide lorem ipsum dolor</a:t>
            </a:r>
          </a:p>
        </p:txBody>
      </p:sp>
      <p:sp>
        <p:nvSpPr>
          <p:cNvPr id="11" name="Text Placeholder 8">
            <a:extLst>
              <a:ext uri="{FF2B5EF4-FFF2-40B4-BE49-F238E27FC236}">
                <a16:creationId xmlns:a16="http://schemas.microsoft.com/office/drawing/2014/main" id="{E5493704-F781-C246-9417-1AEE86583174}"/>
              </a:ext>
            </a:extLst>
          </p:cNvPr>
          <p:cNvSpPr>
            <a:spLocks noGrp="1"/>
          </p:cNvSpPr>
          <p:nvPr>
            <p:ph type="body" sz="quarter" idx="15" hasCustomPrompt="1"/>
          </p:nvPr>
        </p:nvSpPr>
        <p:spPr>
          <a:xfrm>
            <a:off x="6202766" y="6651300"/>
            <a:ext cx="1424080" cy="153889"/>
          </a:xfrm>
          <a:prstGeom prst="rect">
            <a:avLst/>
          </a:prstGeom>
        </p:spPr>
        <p:txBody>
          <a:bodyPr/>
          <a:lstStyle>
            <a:lvl1pPr>
              <a:lnSpc>
                <a:spcPct val="100000"/>
              </a:lnSpc>
              <a:buNone/>
              <a:defRPr sz="700">
                <a:solidFill>
                  <a:schemeClr val="tx1"/>
                </a:solidFill>
              </a:defRPr>
            </a:lvl1pPr>
            <a:lvl2pPr>
              <a:buNone/>
              <a:defRPr sz="500">
                <a:solidFill>
                  <a:schemeClr val="tx1">
                    <a:alpha val="50000"/>
                  </a:schemeClr>
                </a:solidFill>
              </a:defRPr>
            </a:lvl2pPr>
            <a:lvl3pPr>
              <a:buNone/>
              <a:defRPr sz="500">
                <a:solidFill>
                  <a:schemeClr val="tx1">
                    <a:alpha val="50000"/>
                  </a:schemeClr>
                </a:solidFill>
              </a:defRPr>
            </a:lvl3pPr>
            <a:lvl4pPr>
              <a:buNone/>
              <a:defRPr sz="500">
                <a:solidFill>
                  <a:schemeClr val="tx1">
                    <a:alpha val="50000"/>
                  </a:schemeClr>
                </a:solidFill>
              </a:defRPr>
            </a:lvl4pPr>
            <a:lvl5pPr>
              <a:buNone/>
              <a:defRPr sz="500">
                <a:solidFill>
                  <a:schemeClr val="tx1">
                    <a:alpha val="50000"/>
                  </a:schemeClr>
                </a:solidFill>
              </a:defRPr>
            </a:lvl5pPr>
          </a:lstStyle>
          <a:p>
            <a:pPr lvl="0"/>
            <a:r>
              <a:rPr lang="en-GB"/>
              <a:t>Hotel brand name goes here</a:t>
            </a:r>
            <a:endParaRPr lang="en-US"/>
          </a:p>
        </p:txBody>
      </p:sp>
      <p:sp>
        <p:nvSpPr>
          <p:cNvPr id="8" name="Text Placeholder 5">
            <a:extLst>
              <a:ext uri="{FF2B5EF4-FFF2-40B4-BE49-F238E27FC236}">
                <a16:creationId xmlns:a16="http://schemas.microsoft.com/office/drawing/2014/main" id="{75594FCB-0CEA-F943-8FD9-A27B9DB2D15B}"/>
              </a:ext>
            </a:extLst>
          </p:cNvPr>
          <p:cNvSpPr>
            <a:spLocks noGrp="1"/>
          </p:cNvSpPr>
          <p:nvPr>
            <p:ph type="body" sz="quarter" idx="21"/>
          </p:nvPr>
        </p:nvSpPr>
        <p:spPr>
          <a:xfrm>
            <a:off x="390525" y="332105"/>
            <a:ext cx="1806575" cy="490538"/>
          </a:xfrm>
        </p:spPr>
        <p:txBody>
          <a:bodyPr lIns="0"/>
          <a:lstStyle>
            <a:lvl1pPr marL="0" indent="0" algn="l">
              <a:lnSpc>
                <a:spcPct val="100000"/>
              </a:lnSpc>
              <a:spcAft>
                <a:spcPts val="0"/>
              </a:spcAft>
              <a:buNone/>
              <a:defRPr sz="800" cap="all" spc="15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Tree>
    <p:extLst>
      <p:ext uri="{BB962C8B-B14F-4D97-AF65-F5344CB8AC3E}">
        <p14:creationId xmlns:p14="http://schemas.microsoft.com/office/powerpoint/2010/main" val="144737601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userDrawn="1">
  <p:cSld name="Large Statement White w/Image">
    <p:bg>
      <p:bgPr>
        <a:solidFill>
          <a:schemeClr val="bg1"/>
        </a:solidFill>
        <a:effectLst/>
      </p:bgPr>
    </p:bg>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52B899B9-1B22-C049-87C1-73824541DDA8}"/>
              </a:ext>
            </a:extLst>
          </p:cNvPr>
          <p:cNvSpPr>
            <a:spLocks noGrp="1"/>
          </p:cNvSpPr>
          <p:nvPr>
            <p:ph type="pic" sz="quarter" idx="24" hasCustomPrompt="1"/>
          </p:nvPr>
        </p:nvSpPr>
        <p:spPr>
          <a:xfrm>
            <a:off x="0" y="0"/>
            <a:ext cx="6117790" cy="6858000"/>
          </a:xfrm>
          <a:prstGeom prst="rect">
            <a:avLst/>
          </a:prstGeom>
          <a:solidFill>
            <a:srgbClr val="C2C7CA"/>
          </a:solidFill>
        </p:spPr>
        <p:txBody>
          <a:bodyPr anchor="ctr" anchorCtr="0"/>
          <a:lstStyle>
            <a:lvl1pPr algn="ctr">
              <a:buFontTx/>
              <a:buNone/>
              <a:defRPr sz="1500">
                <a:solidFill>
                  <a:srgbClr val="262626"/>
                </a:solidFill>
              </a:defRPr>
            </a:lvl1pPr>
          </a:lstStyle>
          <a:p>
            <a:r>
              <a:rPr lang="en-US"/>
              <a:t>Insert image here</a:t>
            </a:r>
          </a:p>
        </p:txBody>
      </p:sp>
      <p:sp>
        <p:nvSpPr>
          <p:cNvPr id="6" name="Text Placeholder 7">
            <a:extLst>
              <a:ext uri="{FF2B5EF4-FFF2-40B4-BE49-F238E27FC236}">
                <a16:creationId xmlns:a16="http://schemas.microsoft.com/office/drawing/2014/main" id="{151BCC00-A03E-EE4B-8FAF-7FDF791EC96A}"/>
              </a:ext>
            </a:extLst>
          </p:cNvPr>
          <p:cNvSpPr>
            <a:spLocks noGrp="1"/>
          </p:cNvSpPr>
          <p:nvPr>
            <p:ph type="body" sz="quarter" idx="23" hasCustomPrompt="1"/>
          </p:nvPr>
        </p:nvSpPr>
        <p:spPr>
          <a:xfrm>
            <a:off x="6830465" y="1461010"/>
            <a:ext cx="4627070" cy="3935980"/>
          </a:xfrm>
          <a:prstGeom prst="rect">
            <a:avLst/>
          </a:prstGeom>
        </p:spPr>
        <p:txBody>
          <a:bodyPr anchor="ctr"/>
          <a:lstStyle>
            <a:lvl1pPr marL="0" indent="0" algn="ctr">
              <a:lnSpc>
                <a:spcPct val="100000"/>
              </a:lnSpc>
              <a:spcBef>
                <a:spcPts val="0"/>
              </a:spcBef>
              <a:buNone/>
              <a:defRPr sz="3750">
                <a:solidFill>
                  <a:schemeClr val="tx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Large statement</a:t>
            </a:r>
            <a:br>
              <a:rPr lang="en-GB">
                <a:effectLst/>
                <a:latin typeface="Arial" panose="020B0604020202020204" pitchFamily="34" charset="0"/>
              </a:rPr>
            </a:br>
            <a:r>
              <a:rPr lang="en-GB">
                <a:effectLst/>
                <a:latin typeface="Arial" panose="020B0604020202020204" pitchFamily="34" charset="0"/>
              </a:rPr>
              <a:t>half &amp; half split slide lorem ipsum </a:t>
            </a:r>
            <a:r>
              <a:rPr lang="en-GB" err="1">
                <a:effectLst/>
                <a:latin typeface="Arial" panose="020B0604020202020204" pitchFamily="34" charset="0"/>
              </a:rPr>
              <a:t>dolor</a:t>
            </a:r>
            <a:endParaRPr lang="en-GB">
              <a:effectLst/>
              <a:latin typeface="Arial" panose="020B0604020202020204" pitchFamily="34" charset="0"/>
            </a:endParaRPr>
          </a:p>
          <a:p>
            <a:endParaRPr lang="en-GB">
              <a:effectLst/>
              <a:latin typeface="Arial" panose="020B0604020202020204" pitchFamily="34" charset="0"/>
            </a:endParaRPr>
          </a:p>
        </p:txBody>
      </p:sp>
      <p:sp>
        <p:nvSpPr>
          <p:cNvPr id="7" name="Slide Number Placeholder 5">
            <a:extLst>
              <a:ext uri="{FF2B5EF4-FFF2-40B4-BE49-F238E27FC236}">
                <a16:creationId xmlns:a16="http://schemas.microsoft.com/office/drawing/2014/main" id="{85A261EE-94E8-CA40-B47B-33D11618EE62}"/>
              </a:ext>
            </a:extLst>
          </p:cNvPr>
          <p:cNvSpPr>
            <a:spLocks noGrp="1"/>
          </p:cNvSpPr>
          <p:nvPr>
            <p:ph type="sldNum" sz="quarter" idx="4"/>
          </p:nvPr>
        </p:nvSpPr>
        <p:spPr>
          <a:xfrm>
            <a:off x="191336" y="6471445"/>
            <a:ext cx="750936" cy="386556"/>
          </a:xfrm>
          <a:prstGeom prst="rect">
            <a:avLst/>
          </a:prstGeom>
        </p:spPr>
        <p:txBody>
          <a:bodyPr vert="horz" lIns="0" tIns="0" rIns="0" bIns="0" rtlCol="0" anchor="ctr"/>
          <a:lstStyle>
            <a:lvl1pPr algn="l">
              <a:defRPr sz="800" b="0" i="0">
                <a:solidFill>
                  <a:schemeClr val="bg1"/>
                </a:solidFill>
                <a:latin typeface="Arial" panose="020B0604020202020204" pitchFamily="34" charset="0"/>
                <a:cs typeface="Arial" panose="020B0604020202020204" pitchFamily="34" charset="0"/>
              </a:defRPr>
            </a:lvl1pPr>
          </a:lstStyle>
          <a:p>
            <a:fld id="{BF1B362E-304B-D74F-8E05-F581CCD55911}" type="slidenum">
              <a:rPr lang="en-US" smtClean="0"/>
              <a:pPr/>
              <a:t>‹#›</a:t>
            </a:fld>
            <a:endParaRPr lang="en-US"/>
          </a:p>
        </p:txBody>
      </p:sp>
      <p:pic>
        <p:nvPicPr>
          <p:cNvPr id="9" name="Picture 8" descr="Shape&#10;&#10;Description automatically generated with medium confidence">
            <a:extLst>
              <a:ext uri="{FF2B5EF4-FFF2-40B4-BE49-F238E27FC236}">
                <a16:creationId xmlns:a16="http://schemas.microsoft.com/office/drawing/2014/main" id="{A16842B3-6BDD-8D48-AC87-DEC172FD7BD4}"/>
              </a:ext>
            </a:extLst>
          </p:cNvPr>
          <p:cNvPicPr>
            <a:picLocks noChangeAspect="1"/>
          </p:cNvPicPr>
          <p:nvPr userDrawn="1"/>
        </p:nvPicPr>
        <p:blipFill>
          <a:blip r:embed="rId2"/>
          <a:stretch>
            <a:fillRect/>
          </a:stretch>
        </p:blipFill>
        <p:spPr>
          <a:xfrm>
            <a:off x="10895872" y="6497324"/>
            <a:ext cx="1213995" cy="339897"/>
          </a:xfrm>
          <a:prstGeom prst="rect">
            <a:avLst/>
          </a:prstGeom>
        </p:spPr>
      </p:pic>
      <p:sp>
        <p:nvSpPr>
          <p:cNvPr id="11" name="Text Placeholder 8">
            <a:extLst>
              <a:ext uri="{FF2B5EF4-FFF2-40B4-BE49-F238E27FC236}">
                <a16:creationId xmlns:a16="http://schemas.microsoft.com/office/drawing/2014/main" id="{BCC5396B-B91B-3D49-9916-52108D881B85}"/>
              </a:ext>
            </a:extLst>
          </p:cNvPr>
          <p:cNvSpPr>
            <a:spLocks noGrp="1"/>
          </p:cNvSpPr>
          <p:nvPr>
            <p:ph type="body" sz="quarter" idx="15" hasCustomPrompt="1"/>
          </p:nvPr>
        </p:nvSpPr>
        <p:spPr>
          <a:xfrm>
            <a:off x="4591516" y="6651300"/>
            <a:ext cx="1424080" cy="153889"/>
          </a:xfrm>
          <a:prstGeom prst="rect">
            <a:avLst/>
          </a:prstGeom>
        </p:spPr>
        <p:txBody>
          <a:bodyPr/>
          <a:lstStyle>
            <a:lvl1pPr algn="r">
              <a:lnSpc>
                <a:spcPct val="100000"/>
              </a:lnSpc>
              <a:buNone/>
              <a:defRPr sz="700">
                <a:solidFill>
                  <a:schemeClr val="bg1"/>
                </a:solidFill>
              </a:defRPr>
            </a:lvl1pPr>
            <a:lvl2pPr>
              <a:buNone/>
              <a:defRPr sz="500">
                <a:solidFill>
                  <a:schemeClr val="tx1">
                    <a:alpha val="50000"/>
                  </a:schemeClr>
                </a:solidFill>
              </a:defRPr>
            </a:lvl2pPr>
            <a:lvl3pPr>
              <a:buNone/>
              <a:defRPr sz="500">
                <a:solidFill>
                  <a:schemeClr val="tx1">
                    <a:alpha val="50000"/>
                  </a:schemeClr>
                </a:solidFill>
              </a:defRPr>
            </a:lvl3pPr>
            <a:lvl4pPr>
              <a:buNone/>
              <a:defRPr sz="500">
                <a:solidFill>
                  <a:schemeClr val="tx1">
                    <a:alpha val="50000"/>
                  </a:schemeClr>
                </a:solidFill>
              </a:defRPr>
            </a:lvl4pPr>
            <a:lvl5pPr>
              <a:buNone/>
              <a:defRPr sz="500">
                <a:solidFill>
                  <a:schemeClr val="tx1">
                    <a:alpha val="50000"/>
                  </a:schemeClr>
                </a:solidFill>
              </a:defRPr>
            </a:lvl5pPr>
          </a:lstStyle>
          <a:p>
            <a:pPr lvl="0"/>
            <a:r>
              <a:rPr lang="en-GB"/>
              <a:t>Hotel brand name goes here</a:t>
            </a:r>
            <a:endParaRPr lang="en-US"/>
          </a:p>
        </p:txBody>
      </p:sp>
      <p:sp>
        <p:nvSpPr>
          <p:cNvPr id="8" name="Text Placeholder 5">
            <a:extLst>
              <a:ext uri="{FF2B5EF4-FFF2-40B4-BE49-F238E27FC236}">
                <a16:creationId xmlns:a16="http://schemas.microsoft.com/office/drawing/2014/main" id="{00B23AD4-0733-FE4F-953F-9268D9B725AD}"/>
              </a:ext>
            </a:extLst>
          </p:cNvPr>
          <p:cNvSpPr>
            <a:spLocks noGrp="1"/>
          </p:cNvSpPr>
          <p:nvPr>
            <p:ph type="body" sz="quarter" idx="21"/>
          </p:nvPr>
        </p:nvSpPr>
        <p:spPr>
          <a:xfrm>
            <a:off x="390525" y="332105"/>
            <a:ext cx="1806575" cy="490538"/>
          </a:xfrm>
        </p:spPr>
        <p:txBody>
          <a:bodyPr lIns="0"/>
          <a:lstStyle>
            <a:lvl1pPr marL="0" indent="0" algn="l">
              <a:lnSpc>
                <a:spcPct val="100000"/>
              </a:lnSpc>
              <a:spcAft>
                <a:spcPts val="0"/>
              </a:spcAft>
              <a:buNone/>
              <a:defRPr sz="800" cap="all" spc="15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Tree>
    <p:extLst>
      <p:ext uri="{BB962C8B-B14F-4D97-AF65-F5344CB8AC3E}">
        <p14:creationId xmlns:p14="http://schemas.microsoft.com/office/powerpoint/2010/main" val="259078922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Section Divider White">
    <p:bg>
      <p:bgPr>
        <a:solidFill>
          <a:schemeClr val="bg1"/>
        </a:solidFill>
        <a:effectLst/>
      </p:bgPr>
    </p:bg>
    <p:spTree>
      <p:nvGrpSpPr>
        <p:cNvPr id="1" name=""/>
        <p:cNvGrpSpPr/>
        <p:nvPr/>
      </p:nvGrpSpPr>
      <p:grpSpPr>
        <a:xfrm>
          <a:off x="0" y="0"/>
          <a:ext cx="0" cy="0"/>
          <a:chOff x="0" y="0"/>
          <a:chExt cx="0" cy="0"/>
        </a:xfrm>
      </p:grpSpPr>
      <p:sp>
        <p:nvSpPr>
          <p:cNvPr id="23" name="Text Placeholder 7">
            <a:extLst>
              <a:ext uri="{FF2B5EF4-FFF2-40B4-BE49-F238E27FC236}">
                <a16:creationId xmlns:a16="http://schemas.microsoft.com/office/drawing/2014/main" id="{6EAD5AE8-5659-9448-9DCB-3C8C45173209}"/>
              </a:ext>
            </a:extLst>
          </p:cNvPr>
          <p:cNvSpPr>
            <a:spLocks noGrp="1"/>
          </p:cNvSpPr>
          <p:nvPr>
            <p:ph type="body" sz="quarter" idx="22" hasCustomPrompt="1"/>
          </p:nvPr>
        </p:nvSpPr>
        <p:spPr>
          <a:xfrm>
            <a:off x="1354226" y="1461010"/>
            <a:ext cx="9481167" cy="3935980"/>
          </a:xfrm>
          <a:prstGeom prst="rect">
            <a:avLst/>
          </a:prstGeom>
        </p:spPr>
        <p:txBody>
          <a:bodyPr anchor="ctr"/>
          <a:lstStyle>
            <a:lvl1pPr marL="0" indent="0" algn="ctr">
              <a:lnSpc>
                <a:spcPct val="90000"/>
              </a:lnSpc>
              <a:spcBef>
                <a:spcPts val="0"/>
              </a:spcBef>
              <a:buNone/>
              <a:defRPr sz="6000">
                <a:solidFill>
                  <a:schemeClr val="tx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Section Divider</a:t>
            </a:r>
          </a:p>
        </p:txBody>
      </p:sp>
      <p:sp>
        <p:nvSpPr>
          <p:cNvPr id="9" name="Text Placeholder 5">
            <a:extLst>
              <a:ext uri="{FF2B5EF4-FFF2-40B4-BE49-F238E27FC236}">
                <a16:creationId xmlns:a16="http://schemas.microsoft.com/office/drawing/2014/main" id="{D5AAF991-AC14-AD42-A380-59B9638A7DAE}"/>
              </a:ext>
            </a:extLst>
          </p:cNvPr>
          <p:cNvSpPr>
            <a:spLocks noGrp="1"/>
          </p:cNvSpPr>
          <p:nvPr>
            <p:ph type="body" sz="quarter" idx="21"/>
          </p:nvPr>
        </p:nvSpPr>
        <p:spPr>
          <a:xfrm>
            <a:off x="5192712" y="320675"/>
            <a:ext cx="1806575" cy="490538"/>
          </a:xfrm>
        </p:spPr>
        <p:txBody>
          <a:bodyPr/>
          <a:lstStyle>
            <a:lvl1pPr marL="0" indent="0" algn="ct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 name="Slide Number Placeholder 1">
            <a:extLst>
              <a:ext uri="{FF2B5EF4-FFF2-40B4-BE49-F238E27FC236}">
                <a16:creationId xmlns:a16="http://schemas.microsoft.com/office/drawing/2014/main" id="{0219824A-5618-4D4E-8857-5BDF374FC97F}"/>
              </a:ext>
            </a:extLst>
          </p:cNvPr>
          <p:cNvSpPr>
            <a:spLocks noGrp="1"/>
          </p:cNvSpPr>
          <p:nvPr>
            <p:ph type="sldNum" sz="quarter" idx="23"/>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71432946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Section Divider Warm White">
    <p:bg>
      <p:bgPr>
        <a:solidFill>
          <a:srgbClr val="F0EEED"/>
        </a:solidFill>
        <a:effectLst/>
      </p:bgPr>
    </p:bg>
    <p:spTree>
      <p:nvGrpSpPr>
        <p:cNvPr id="1" name=""/>
        <p:cNvGrpSpPr/>
        <p:nvPr/>
      </p:nvGrpSpPr>
      <p:grpSpPr>
        <a:xfrm>
          <a:off x="0" y="0"/>
          <a:ext cx="0" cy="0"/>
          <a:chOff x="0" y="0"/>
          <a:chExt cx="0" cy="0"/>
        </a:xfrm>
      </p:grpSpPr>
      <p:sp>
        <p:nvSpPr>
          <p:cNvPr id="23" name="Text Placeholder 7">
            <a:extLst>
              <a:ext uri="{FF2B5EF4-FFF2-40B4-BE49-F238E27FC236}">
                <a16:creationId xmlns:a16="http://schemas.microsoft.com/office/drawing/2014/main" id="{6EAD5AE8-5659-9448-9DCB-3C8C45173209}"/>
              </a:ext>
            </a:extLst>
          </p:cNvPr>
          <p:cNvSpPr>
            <a:spLocks noGrp="1"/>
          </p:cNvSpPr>
          <p:nvPr>
            <p:ph type="body" sz="quarter" idx="22" hasCustomPrompt="1"/>
          </p:nvPr>
        </p:nvSpPr>
        <p:spPr>
          <a:xfrm>
            <a:off x="1354226" y="1461010"/>
            <a:ext cx="9481167" cy="3935980"/>
          </a:xfrm>
          <a:prstGeom prst="rect">
            <a:avLst/>
          </a:prstGeom>
        </p:spPr>
        <p:txBody>
          <a:bodyPr anchor="ctr"/>
          <a:lstStyle>
            <a:lvl1pPr marL="0" indent="0" algn="ctr">
              <a:lnSpc>
                <a:spcPct val="90000"/>
              </a:lnSpc>
              <a:spcBef>
                <a:spcPts val="0"/>
              </a:spcBef>
              <a:buNone/>
              <a:defRPr sz="6000">
                <a:solidFill>
                  <a:schemeClr val="tx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Section Divider</a:t>
            </a:r>
          </a:p>
        </p:txBody>
      </p:sp>
      <p:sp>
        <p:nvSpPr>
          <p:cNvPr id="8" name="Text Placeholder 5">
            <a:extLst>
              <a:ext uri="{FF2B5EF4-FFF2-40B4-BE49-F238E27FC236}">
                <a16:creationId xmlns:a16="http://schemas.microsoft.com/office/drawing/2014/main" id="{97B7E5DC-1AD9-884A-A5D4-2B7A443659B3}"/>
              </a:ext>
            </a:extLst>
          </p:cNvPr>
          <p:cNvSpPr>
            <a:spLocks noGrp="1"/>
          </p:cNvSpPr>
          <p:nvPr>
            <p:ph type="body" sz="quarter" idx="21"/>
          </p:nvPr>
        </p:nvSpPr>
        <p:spPr>
          <a:xfrm>
            <a:off x="5192712" y="320675"/>
            <a:ext cx="1806575" cy="490538"/>
          </a:xfrm>
        </p:spPr>
        <p:txBody>
          <a:bodyPr/>
          <a:lstStyle>
            <a:lvl1pPr marL="0" indent="0" algn="ct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 name="Slide Number Placeholder 1">
            <a:extLst>
              <a:ext uri="{FF2B5EF4-FFF2-40B4-BE49-F238E27FC236}">
                <a16:creationId xmlns:a16="http://schemas.microsoft.com/office/drawing/2014/main" id="{7E255AF1-C1E3-E64D-BBA4-1FE6E1B252FF}"/>
              </a:ext>
            </a:extLst>
          </p:cNvPr>
          <p:cNvSpPr>
            <a:spLocks noGrp="1"/>
          </p:cNvSpPr>
          <p:nvPr>
            <p:ph type="sldNum" sz="quarter" idx="23"/>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411719497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userDrawn="1">
  <p:cSld name="Section Divider Cool Gray">
    <p:bg>
      <p:bgPr>
        <a:solidFill>
          <a:srgbClr val="C2C7CA"/>
        </a:solidFill>
        <a:effectLst/>
      </p:bgPr>
    </p:bg>
    <p:spTree>
      <p:nvGrpSpPr>
        <p:cNvPr id="1" name=""/>
        <p:cNvGrpSpPr/>
        <p:nvPr/>
      </p:nvGrpSpPr>
      <p:grpSpPr>
        <a:xfrm>
          <a:off x="0" y="0"/>
          <a:ext cx="0" cy="0"/>
          <a:chOff x="0" y="0"/>
          <a:chExt cx="0" cy="0"/>
        </a:xfrm>
      </p:grpSpPr>
      <p:sp>
        <p:nvSpPr>
          <p:cNvPr id="23" name="Text Placeholder 7">
            <a:extLst>
              <a:ext uri="{FF2B5EF4-FFF2-40B4-BE49-F238E27FC236}">
                <a16:creationId xmlns:a16="http://schemas.microsoft.com/office/drawing/2014/main" id="{6EAD5AE8-5659-9448-9DCB-3C8C45173209}"/>
              </a:ext>
            </a:extLst>
          </p:cNvPr>
          <p:cNvSpPr>
            <a:spLocks noGrp="1"/>
          </p:cNvSpPr>
          <p:nvPr>
            <p:ph type="body" sz="quarter" idx="22" hasCustomPrompt="1"/>
          </p:nvPr>
        </p:nvSpPr>
        <p:spPr>
          <a:xfrm>
            <a:off x="1354226" y="1461010"/>
            <a:ext cx="9481167" cy="3935980"/>
          </a:xfrm>
          <a:prstGeom prst="rect">
            <a:avLst/>
          </a:prstGeom>
        </p:spPr>
        <p:txBody>
          <a:bodyPr anchor="ctr"/>
          <a:lstStyle>
            <a:lvl1pPr marL="0" indent="0" algn="ctr">
              <a:lnSpc>
                <a:spcPct val="90000"/>
              </a:lnSpc>
              <a:spcBef>
                <a:spcPts val="0"/>
              </a:spcBef>
              <a:buNone/>
              <a:defRPr sz="6000">
                <a:solidFill>
                  <a:schemeClr val="tx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Section Divider</a:t>
            </a:r>
          </a:p>
        </p:txBody>
      </p:sp>
      <p:pic>
        <p:nvPicPr>
          <p:cNvPr id="6" name="Picture 5" descr="Shape&#10;&#10;Description automatically generated with medium confidence">
            <a:extLst>
              <a:ext uri="{FF2B5EF4-FFF2-40B4-BE49-F238E27FC236}">
                <a16:creationId xmlns:a16="http://schemas.microsoft.com/office/drawing/2014/main" id="{EFCD742D-BCB5-F645-91FA-4F20736C2E61}"/>
              </a:ext>
            </a:extLst>
          </p:cNvPr>
          <p:cNvPicPr>
            <a:picLocks noChangeAspect="1"/>
          </p:cNvPicPr>
          <p:nvPr userDrawn="1"/>
        </p:nvPicPr>
        <p:blipFill>
          <a:blip r:embed="rId2"/>
          <a:stretch>
            <a:fillRect/>
          </a:stretch>
        </p:blipFill>
        <p:spPr>
          <a:xfrm>
            <a:off x="10895872" y="6497324"/>
            <a:ext cx="1213995" cy="339897"/>
          </a:xfrm>
          <a:prstGeom prst="rect">
            <a:avLst/>
          </a:prstGeom>
        </p:spPr>
      </p:pic>
      <p:sp>
        <p:nvSpPr>
          <p:cNvPr id="7" name="Subtitle 2">
            <a:extLst>
              <a:ext uri="{FF2B5EF4-FFF2-40B4-BE49-F238E27FC236}">
                <a16:creationId xmlns:a16="http://schemas.microsoft.com/office/drawing/2014/main" id="{5471DD50-A0B2-C94A-B42A-040831E7518B}"/>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00000"/>
              </a:lnSpc>
              <a:spcBef>
                <a:spcPts val="0"/>
              </a:spcBef>
            </a:pPr>
            <a:r>
              <a:rPr lang="en-GB" sz="701" kern="800" spc="0">
                <a:solidFill>
                  <a:schemeClr val="tx1"/>
                </a:solidFill>
                <a:latin typeface="Arial" panose="020B0604020202020204" pitchFamily="34" charset="0"/>
                <a:cs typeface="Arial" panose="020B0604020202020204" pitchFamily="34" charset="0"/>
              </a:rPr>
              <a:t>©2021 IHG</a:t>
            </a:r>
            <a:endParaRPr lang="en-US" sz="701" kern="800" spc="0">
              <a:solidFill>
                <a:schemeClr val="tx1"/>
              </a:solidFill>
              <a:latin typeface="Arial" panose="020B0604020202020204" pitchFamily="34" charset="0"/>
              <a:cs typeface="Arial" panose="020B0604020202020204" pitchFamily="34" charset="0"/>
            </a:endParaRPr>
          </a:p>
        </p:txBody>
      </p:sp>
      <p:sp>
        <p:nvSpPr>
          <p:cNvPr id="8" name="Text Placeholder 5">
            <a:extLst>
              <a:ext uri="{FF2B5EF4-FFF2-40B4-BE49-F238E27FC236}">
                <a16:creationId xmlns:a16="http://schemas.microsoft.com/office/drawing/2014/main" id="{280C8013-5EEE-6A46-B2F4-56D76C4D8EA5}"/>
              </a:ext>
            </a:extLst>
          </p:cNvPr>
          <p:cNvSpPr>
            <a:spLocks noGrp="1"/>
          </p:cNvSpPr>
          <p:nvPr>
            <p:ph type="body" sz="quarter" idx="21"/>
          </p:nvPr>
        </p:nvSpPr>
        <p:spPr>
          <a:xfrm>
            <a:off x="5192712" y="320675"/>
            <a:ext cx="1806575" cy="490538"/>
          </a:xfrm>
        </p:spPr>
        <p:txBody>
          <a:bodyPr/>
          <a:lstStyle>
            <a:lvl1pPr marL="0" indent="0" algn="ctr">
              <a:lnSpc>
                <a:spcPct val="100000"/>
              </a:lnSpc>
              <a:spcAft>
                <a:spcPts val="0"/>
              </a:spcAft>
              <a:buNone/>
              <a:defRPr sz="800" cap="all" spc="15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 name="Slide Number Placeholder 1">
            <a:extLst>
              <a:ext uri="{FF2B5EF4-FFF2-40B4-BE49-F238E27FC236}">
                <a16:creationId xmlns:a16="http://schemas.microsoft.com/office/drawing/2014/main" id="{8AFB20F7-B062-3447-AA99-22CCF6F6FF78}"/>
              </a:ext>
            </a:extLst>
          </p:cNvPr>
          <p:cNvSpPr>
            <a:spLocks noGrp="1"/>
          </p:cNvSpPr>
          <p:nvPr>
            <p:ph type="sldNum" sz="quarter" idx="23"/>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48703376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Section Divider Window Image White">
    <p:bg>
      <p:bgPr>
        <a:solidFill>
          <a:schemeClr val="bg1"/>
        </a:solidFill>
        <a:effectLst/>
      </p:bgPr>
    </p:bg>
    <p:spTree>
      <p:nvGrpSpPr>
        <p:cNvPr id="1" name=""/>
        <p:cNvGrpSpPr/>
        <p:nvPr/>
      </p:nvGrpSpPr>
      <p:grpSpPr>
        <a:xfrm>
          <a:off x="0" y="0"/>
          <a:ext cx="0" cy="0"/>
          <a:chOff x="0" y="0"/>
          <a:chExt cx="0" cy="0"/>
        </a:xfrm>
      </p:grpSpPr>
      <p:sp>
        <p:nvSpPr>
          <p:cNvPr id="13" name="Picture Placeholder 3">
            <a:extLst>
              <a:ext uri="{FF2B5EF4-FFF2-40B4-BE49-F238E27FC236}">
                <a16:creationId xmlns:a16="http://schemas.microsoft.com/office/drawing/2014/main" id="{471AC2EF-FED5-0043-8DCC-D2A4865B028D}"/>
              </a:ext>
            </a:extLst>
          </p:cNvPr>
          <p:cNvSpPr>
            <a:spLocks noGrp="1"/>
          </p:cNvSpPr>
          <p:nvPr>
            <p:ph type="pic" sz="quarter" idx="24" hasCustomPrompt="1"/>
          </p:nvPr>
        </p:nvSpPr>
        <p:spPr>
          <a:xfrm>
            <a:off x="1354225" y="1562099"/>
            <a:ext cx="9481166" cy="3733801"/>
          </a:xfrm>
          <a:prstGeom prst="rect">
            <a:avLst/>
          </a:prstGeom>
          <a:solidFill>
            <a:srgbClr val="C2C7CA"/>
          </a:solidFill>
        </p:spPr>
        <p:txBody>
          <a:bodyPr anchor="ctr" anchorCtr="0"/>
          <a:lstStyle>
            <a:lvl1pPr algn="ctr">
              <a:buFontTx/>
              <a:buNone/>
              <a:defRPr sz="1500">
                <a:solidFill>
                  <a:srgbClr val="262626"/>
                </a:solidFill>
              </a:defRPr>
            </a:lvl1pPr>
          </a:lstStyle>
          <a:p>
            <a:r>
              <a:rPr lang="en-US"/>
              <a:t>Insert image here</a:t>
            </a:r>
          </a:p>
        </p:txBody>
      </p:sp>
      <p:sp>
        <p:nvSpPr>
          <p:cNvPr id="23" name="Text Placeholder 7">
            <a:extLst>
              <a:ext uri="{FF2B5EF4-FFF2-40B4-BE49-F238E27FC236}">
                <a16:creationId xmlns:a16="http://schemas.microsoft.com/office/drawing/2014/main" id="{6EAD5AE8-5659-9448-9DCB-3C8C45173209}"/>
              </a:ext>
            </a:extLst>
          </p:cNvPr>
          <p:cNvSpPr>
            <a:spLocks noGrp="1"/>
          </p:cNvSpPr>
          <p:nvPr>
            <p:ph type="body" sz="quarter" idx="22" hasCustomPrompt="1"/>
          </p:nvPr>
        </p:nvSpPr>
        <p:spPr>
          <a:xfrm>
            <a:off x="1354226" y="1084243"/>
            <a:ext cx="9481167" cy="477857"/>
          </a:xfrm>
          <a:prstGeom prst="rect">
            <a:avLst/>
          </a:prstGeom>
        </p:spPr>
        <p:txBody>
          <a:bodyPr anchor="t"/>
          <a:lstStyle>
            <a:lvl1pPr marL="0" indent="0" algn="ctr">
              <a:lnSpc>
                <a:spcPct val="90000"/>
              </a:lnSpc>
              <a:spcBef>
                <a:spcPts val="0"/>
              </a:spcBef>
              <a:buNone/>
              <a:defRPr sz="6000">
                <a:solidFill>
                  <a:schemeClr val="tx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Section Divider</a:t>
            </a:r>
          </a:p>
        </p:txBody>
      </p:sp>
      <p:sp>
        <p:nvSpPr>
          <p:cNvPr id="4" name="Text Placeholder 7">
            <a:extLst>
              <a:ext uri="{FF2B5EF4-FFF2-40B4-BE49-F238E27FC236}">
                <a16:creationId xmlns:a16="http://schemas.microsoft.com/office/drawing/2014/main" id="{C470CE37-4C56-0040-BDFF-0002E1619604}"/>
              </a:ext>
            </a:extLst>
          </p:cNvPr>
          <p:cNvSpPr>
            <a:spLocks noGrp="1"/>
          </p:cNvSpPr>
          <p:nvPr>
            <p:ph type="body" sz="quarter" idx="23" hasCustomPrompt="1"/>
          </p:nvPr>
        </p:nvSpPr>
        <p:spPr>
          <a:xfrm>
            <a:off x="1354226" y="4818044"/>
            <a:ext cx="9481167" cy="477857"/>
          </a:xfrm>
          <a:prstGeom prst="rect">
            <a:avLst/>
          </a:prstGeom>
        </p:spPr>
        <p:txBody>
          <a:bodyPr anchor="t"/>
          <a:lstStyle>
            <a:lvl1pPr marL="0" indent="0" algn="ctr">
              <a:lnSpc>
                <a:spcPct val="90000"/>
              </a:lnSpc>
              <a:spcBef>
                <a:spcPts val="0"/>
              </a:spcBef>
              <a:buNone/>
              <a:defRPr sz="6000">
                <a:solidFill>
                  <a:schemeClr val="tx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Window Image</a:t>
            </a:r>
          </a:p>
        </p:txBody>
      </p:sp>
      <p:sp>
        <p:nvSpPr>
          <p:cNvPr id="17" name="Vertical Text Placeholder 2">
            <a:extLst>
              <a:ext uri="{FF2B5EF4-FFF2-40B4-BE49-F238E27FC236}">
                <a16:creationId xmlns:a16="http://schemas.microsoft.com/office/drawing/2014/main" id="{A52F7CB4-38B5-E34B-8F19-ACDA8E60395F}"/>
              </a:ext>
            </a:extLst>
          </p:cNvPr>
          <p:cNvSpPr>
            <a:spLocks noGrp="1"/>
          </p:cNvSpPr>
          <p:nvPr>
            <p:ph type="body" orient="vert" sz="quarter" idx="25" hasCustomPrompt="1"/>
          </p:nvPr>
        </p:nvSpPr>
        <p:spPr>
          <a:xfrm>
            <a:off x="1210149" y="2454148"/>
            <a:ext cx="288150" cy="1949450"/>
          </a:xfrm>
          <a:prstGeom prst="rect">
            <a:avLst/>
          </a:prstGeom>
          <a:solidFill>
            <a:schemeClr val="accent1"/>
          </a:solidFill>
        </p:spPr>
        <p:txBody>
          <a:bodyPr vert="eaVert" lIns="90000" tIns="0" bIns="0" anchor="ctr" anchorCtr="0"/>
          <a:lstStyle>
            <a:lvl1pPr algn="ctr">
              <a:buFontTx/>
              <a:buNone/>
              <a:defRPr sz="1100">
                <a:solidFill>
                  <a:schemeClr val="tx1"/>
                </a:solidFill>
              </a:defRPr>
            </a:lvl1pPr>
            <a:lvl2pPr>
              <a:buFontTx/>
              <a:buNone/>
              <a:defRPr/>
            </a:lvl2pPr>
            <a:lvl3pPr>
              <a:buFontTx/>
              <a:buNone/>
              <a:defRPr/>
            </a:lvl3pPr>
            <a:lvl4pPr>
              <a:buFontTx/>
              <a:buNone/>
              <a:defRPr/>
            </a:lvl4pPr>
            <a:lvl5pPr>
              <a:buFontTx/>
              <a:buNone/>
              <a:defRPr/>
            </a:lvl5pPr>
          </a:lstStyle>
          <a:p>
            <a:pPr lvl="0"/>
            <a:r>
              <a:rPr lang="en-US"/>
              <a:t>Hotel name goes here</a:t>
            </a:r>
          </a:p>
        </p:txBody>
      </p:sp>
      <p:sp>
        <p:nvSpPr>
          <p:cNvPr id="14" name="Text Placeholder 5">
            <a:extLst>
              <a:ext uri="{FF2B5EF4-FFF2-40B4-BE49-F238E27FC236}">
                <a16:creationId xmlns:a16="http://schemas.microsoft.com/office/drawing/2014/main" id="{5673FF86-614E-6549-82A2-4E4ABE4F13F0}"/>
              </a:ext>
            </a:extLst>
          </p:cNvPr>
          <p:cNvSpPr>
            <a:spLocks noGrp="1"/>
          </p:cNvSpPr>
          <p:nvPr>
            <p:ph type="body" sz="quarter" idx="21"/>
          </p:nvPr>
        </p:nvSpPr>
        <p:spPr>
          <a:xfrm>
            <a:off x="5192712" y="320675"/>
            <a:ext cx="1806575" cy="490538"/>
          </a:xfrm>
        </p:spPr>
        <p:txBody>
          <a:bodyPr/>
          <a:lstStyle>
            <a:lvl1pPr marL="0" indent="0" algn="ct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 name="Slide Number Placeholder 1">
            <a:extLst>
              <a:ext uri="{FF2B5EF4-FFF2-40B4-BE49-F238E27FC236}">
                <a16:creationId xmlns:a16="http://schemas.microsoft.com/office/drawing/2014/main" id="{AC17933A-8E67-E545-A744-9654A2C7DC39}"/>
              </a:ext>
            </a:extLst>
          </p:cNvPr>
          <p:cNvSpPr>
            <a:spLocks noGrp="1"/>
          </p:cNvSpPr>
          <p:nvPr>
            <p:ph type="sldNum" sz="quarter" idx="26"/>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42705433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userDrawn="1">
  <p:cSld name="Section Divider Window Image Cool Gray">
    <p:bg>
      <p:bgPr>
        <a:solidFill>
          <a:srgbClr val="C2C7CA"/>
        </a:solidFill>
        <a:effectLst/>
      </p:bgPr>
    </p:bg>
    <p:spTree>
      <p:nvGrpSpPr>
        <p:cNvPr id="1" name=""/>
        <p:cNvGrpSpPr/>
        <p:nvPr/>
      </p:nvGrpSpPr>
      <p:grpSpPr>
        <a:xfrm>
          <a:off x="0" y="0"/>
          <a:ext cx="0" cy="0"/>
          <a:chOff x="0" y="0"/>
          <a:chExt cx="0" cy="0"/>
        </a:xfrm>
      </p:grpSpPr>
      <p:sp>
        <p:nvSpPr>
          <p:cNvPr id="14" name="Picture Placeholder 3">
            <a:extLst>
              <a:ext uri="{FF2B5EF4-FFF2-40B4-BE49-F238E27FC236}">
                <a16:creationId xmlns:a16="http://schemas.microsoft.com/office/drawing/2014/main" id="{3E912886-6A75-7A49-87FF-C24AE965BDC6}"/>
              </a:ext>
            </a:extLst>
          </p:cNvPr>
          <p:cNvSpPr>
            <a:spLocks noGrp="1"/>
          </p:cNvSpPr>
          <p:nvPr>
            <p:ph type="pic" sz="quarter" idx="24" hasCustomPrompt="1"/>
          </p:nvPr>
        </p:nvSpPr>
        <p:spPr>
          <a:xfrm>
            <a:off x="1354225" y="1562099"/>
            <a:ext cx="9481166" cy="3733801"/>
          </a:xfrm>
          <a:prstGeom prst="rect">
            <a:avLst/>
          </a:prstGeom>
          <a:solidFill>
            <a:schemeClr val="bg1"/>
          </a:solidFill>
        </p:spPr>
        <p:txBody>
          <a:bodyPr anchor="ctr" anchorCtr="0"/>
          <a:lstStyle>
            <a:lvl1pPr algn="ctr">
              <a:buFontTx/>
              <a:buNone/>
              <a:defRPr sz="1500">
                <a:solidFill>
                  <a:srgbClr val="262626"/>
                </a:solidFill>
              </a:defRPr>
            </a:lvl1pPr>
          </a:lstStyle>
          <a:p>
            <a:r>
              <a:rPr lang="en-US"/>
              <a:t>Insert image here</a:t>
            </a:r>
          </a:p>
        </p:txBody>
      </p:sp>
      <p:pic>
        <p:nvPicPr>
          <p:cNvPr id="10" name="Picture 9" descr="Shape&#10;&#10;Description automatically generated with medium confidence">
            <a:extLst>
              <a:ext uri="{FF2B5EF4-FFF2-40B4-BE49-F238E27FC236}">
                <a16:creationId xmlns:a16="http://schemas.microsoft.com/office/drawing/2014/main" id="{BF3B4964-809E-624C-A47C-6E99FB65F65A}"/>
              </a:ext>
            </a:extLst>
          </p:cNvPr>
          <p:cNvPicPr>
            <a:picLocks noChangeAspect="1"/>
          </p:cNvPicPr>
          <p:nvPr userDrawn="1"/>
        </p:nvPicPr>
        <p:blipFill>
          <a:blip r:embed="rId2"/>
          <a:stretch>
            <a:fillRect/>
          </a:stretch>
        </p:blipFill>
        <p:spPr>
          <a:xfrm>
            <a:off x="10895872" y="6497324"/>
            <a:ext cx="1213995" cy="339897"/>
          </a:xfrm>
          <a:prstGeom prst="rect">
            <a:avLst/>
          </a:prstGeom>
        </p:spPr>
      </p:pic>
      <p:sp>
        <p:nvSpPr>
          <p:cNvPr id="13" name="Subtitle 2">
            <a:extLst>
              <a:ext uri="{FF2B5EF4-FFF2-40B4-BE49-F238E27FC236}">
                <a16:creationId xmlns:a16="http://schemas.microsoft.com/office/drawing/2014/main" id="{DFAAAF9A-9F8B-154C-8E7E-1EFAF70E1BF6}"/>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00000"/>
              </a:lnSpc>
              <a:spcBef>
                <a:spcPts val="0"/>
              </a:spcBef>
            </a:pPr>
            <a:r>
              <a:rPr lang="en-GB" sz="701" kern="800" spc="0">
                <a:solidFill>
                  <a:schemeClr val="tx1"/>
                </a:solidFill>
                <a:latin typeface="Arial" panose="020B0604020202020204" pitchFamily="34" charset="0"/>
                <a:cs typeface="Arial" panose="020B0604020202020204" pitchFamily="34" charset="0"/>
              </a:rPr>
              <a:t>©2021 IHG</a:t>
            </a:r>
            <a:endParaRPr lang="en-US" sz="701" kern="800" spc="0">
              <a:solidFill>
                <a:schemeClr val="tx1"/>
              </a:solidFill>
              <a:latin typeface="Arial" panose="020B0604020202020204" pitchFamily="34" charset="0"/>
              <a:cs typeface="Arial" panose="020B0604020202020204" pitchFamily="34" charset="0"/>
            </a:endParaRPr>
          </a:p>
        </p:txBody>
      </p:sp>
      <p:sp>
        <p:nvSpPr>
          <p:cNvPr id="18" name="Text Placeholder 7">
            <a:extLst>
              <a:ext uri="{FF2B5EF4-FFF2-40B4-BE49-F238E27FC236}">
                <a16:creationId xmlns:a16="http://schemas.microsoft.com/office/drawing/2014/main" id="{00BC248E-CA2F-1E44-AD8E-F7731F5224FC}"/>
              </a:ext>
            </a:extLst>
          </p:cNvPr>
          <p:cNvSpPr>
            <a:spLocks noGrp="1"/>
          </p:cNvSpPr>
          <p:nvPr>
            <p:ph type="body" sz="quarter" idx="22" hasCustomPrompt="1"/>
          </p:nvPr>
        </p:nvSpPr>
        <p:spPr>
          <a:xfrm>
            <a:off x="1354226" y="1084243"/>
            <a:ext cx="9481167" cy="477857"/>
          </a:xfrm>
          <a:prstGeom prst="rect">
            <a:avLst/>
          </a:prstGeom>
        </p:spPr>
        <p:txBody>
          <a:bodyPr anchor="t"/>
          <a:lstStyle>
            <a:lvl1pPr marL="0" indent="0" algn="ctr">
              <a:lnSpc>
                <a:spcPct val="90000"/>
              </a:lnSpc>
              <a:spcBef>
                <a:spcPts val="0"/>
              </a:spcBef>
              <a:buNone/>
              <a:defRPr sz="6000">
                <a:solidFill>
                  <a:schemeClr val="tx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Section Divider</a:t>
            </a:r>
          </a:p>
        </p:txBody>
      </p:sp>
      <p:sp>
        <p:nvSpPr>
          <p:cNvPr id="19" name="Text Placeholder 7">
            <a:extLst>
              <a:ext uri="{FF2B5EF4-FFF2-40B4-BE49-F238E27FC236}">
                <a16:creationId xmlns:a16="http://schemas.microsoft.com/office/drawing/2014/main" id="{AEE902A9-CDEC-194C-9673-0E5D13B8FB72}"/>
              </a:ext>
            </a:extLst>
          </p:cNvPr>
          <p:cNvSpPr>
            <a:spLocks noGrp="1"/>
          </p:cNvSpPr>
          <p:nvPr>
            <p:ph type="body" sz="quarter" idx="23" hasCustomPrompt="1"/>
          </p:nvPr>
        </p:nvSpPr>
        <p:spPr>
          <a:xfrm>
            <a:off x="1354226" y="4818044"/>
            <a:ext cx="9481167" cy="477857"/>
          </a:xfrm>
          <a:prstGeom prst="rect">
            <a:avLst/>
          </a:prstGeom>
        </p:spPr>
        <p:txBody>
          <a:bodyPr anchor="t"/>
          <a:lstStyle>
            <a:lvl1pPr marL="0" indent="0" algn="ctr">
              <a:lnSpc>
                <a:spcPct val="90000"/>
              </a:lnSpc>
              <a:spcBef>
                <a:spcPts val="0"/>
              </a:spcBef>
              <a:buNone/>
              <a:defRPr sz="6000">
                <a:solidFill>
                  <a:schemeClr val="tx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Window Image</a:t>
            </a:r>
          </a:p>
        </p:txBody>
      </p:sp>
      <p:sp>
        <p:nvSpPr>
          <p:cNvPr id="11" name="Text Placeholder 5">
            <a:extLst>
              <a:ext uri="{FF2B5EF4-FFF2-40B4-BE49-F238E27FC236}">
                <a16:creationId xmlns:a16="http://schemas.microsoft.com/office/drawing/2014/main" id="{95A756F1-5E3A-0B4E-88FA-E07D907CEA93}"/>
              </a:ext>
            </a:extLst>
          </p:cNvPr>
          <p:cNvSpPr>
            <a:spLocks noGrp="1"/>
          </p:cNvSpPr>
          <p:nvPr>
            <p:ph type="body" sz="quarter" idx="21"/>
          </p:nvPr>
        </p:nvSpPr>
        <p:spPr>
          <a:xfrm>
            <a:off x="5192712" y="320675"/>
            <a:ext cx="1806575" cy="490538"/>
          </a:xfrm>
        </p:spPr>
        <p:txBody>
          <a:bodyPr/>
          <a:lstStyle>
            <a:lvl1pPr marL="0" indent="0" algn="ctr">
              <a:lnSpc>
                <a:spcPct val="100000"/>
              </a:lnSpc>
              <a:spcAft>
                <a:spcPts val="0"/>
              </a:spcAft>
              <a:buNone/>
              <a:defRPr sz="800" cap="all" spc="15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2" name="Vertical Text Placeholder 2">
            <a:extLst>
              <a:ext uri="{FF2B5EF4-FFF2-40B4-BE49-F238E27FC236}">
                <a16:creationId xmlns:a16="http://schemas.microsoft.com/office/drawing/2014/main" id="{F6A28BC8-5CE3-6942-8851-DC15F34FC663}"/>
              </a:ext>
            </a:extLst>
          </p:cNvPr>
          <p:cNvSpPr>
            <a:spLocks noGrp="1"/>
          </p:cNvSpPr>
          <p:nvPr>
            <p:ph type="body" orient="vert" sz="quarter" idx="25" hasCustomPrompt="1"/>
          </p:nvPr>
        </p:nvSpPr>
        <p:spPr>
          <a:xfrm>
            <a:off x="1210149" y="2454148"/>
            <a:ext cx="288150" cy="1949450"/>
          </a:xfrm>
          <a:prstGeom prst="rect">
            <a:avLst/>
          </a:prstGeom>
          <a:solidFill>
            <a:schemeClr val="accent1"/>
          </a:solidFill>
        </p:spPr>
        <p:txBody>
          <a:bodyPr vert="eaVert" lIns="90000" tIns="0" bIns="0" anchor="ctr" anchorCtr="0"/>
          <a:lstStyle>
            <a:lvl1pPr algn="ctr">
              <a:buFontTx/>
              <a:buNone/>
              <a:defRPr sz="1100">
                <a:solidFill>
                  <a:schemeClr val="tx1"/>
                </a:solidFill>
              </a:defRPr>
            </a:lvl1pPr>
            <a:lvl2pPr>
              <a:buFontTx/>
              <a:buNone/>
              <a:defRPr/>
            </a:lvl2pPr>
            <a:lvl3pPr>
              <a:buFontTx/>
              <a:buNone/>
              <a:defRPr/>
            </a:lvl3pPr>
            <a:lvl4pPr>
              <a:buFontTx/>
              <a:buNone/>
              <a:defRPr/>
            </a:lvl4pPr>
            <a:lvl5pPr>
              <a:buFontTx/>
              <a:buNone/>
              <a:defRPr/>
            </a:lvl5pPr>
          </a:lstStyle>
          <a:p>
            <a:pPr lvl="0"/>
            <a:r>
              <a:rPr lang="en-US"/>
              <a:t>Hotel name goes here</a:t>
            </a:r>
          </a:p>
        </p:txBody>
      </p:sp>
      <p:sp>
        <p:nvSpPr>
          <p:cNvPr id="2" name="Slide Number Placeholder 1">
            <a:extLst>
              <a:ext uri="{FF2B5EF4-FFF2-40B4-BE49-F238E27FC236}">
                <a16:creationId xmlns:a16="http://schemas.microsoft.com/office/drawing/2014/main" id="{22905263-EDB0-9F46-9A13-EF415D1DFE97}"/>
              </a:ext>
            </a:extLst>
          </p:cNvPr>
          <p:cNvSpPr>
            <a:spLocks noGrp="1"/>
          </p:cNvSpPr>
          <p:nvPr>
            <p:ph type="sldNum" sz="quarter" idx="26"/>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98943992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userDrawn="1">
  <p:cSld name="Section Divider Window Image Deep Blue">
    <p:bg>
      <p:bgPr>
        <a:solidFill>
          <a:srgbClr val="1E4456"/>
        </a:solid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4842A29D-CDCF-B447-AAFF-CA7B47CD58A5}"/>
              </a:ext>
            </a:extLst>
          </p:cNvPr>
          <p:cNvSpPr>
            <a:spLocks noGrp="1"/>
          </p:cNvSpPr>
          <p:nvPr>
            <p:ph type="pic" sz="quarter" idx="24" hasCustomPrompt="1"/>
          </p:nvPr>
        </p:nvSpPr>
        <p:spPr>
          <a:xfrm>
            <a:off x="1354225" y="1562099"/>
            <a:ext cx="9481166" cy="3733801"/>
          </a:xfrm>
          <a:prstGeom prst="rect">
            <a:avLst/>
          </a:prstGeom>
          <a:solidFill>
            <a:srgbClr val="C2C7CA"/>
          </a:solidFill>
        </p:spPr>
        <p:txBody>
          <a:bodyPr anchor="ctr" anchorCtr="0"/>
          <a:lstStyle>
            <a:lvl1pPr algn="ctr">
              <a:buFontTx/>
              <a:buNone/>
              <a:defRPr sz="1500">
                <a:solidFill>
                  <a:srgbClr val="262626"/>
                </a:solidFill>
              </a:defRPr>
            </a:lvl1pPr>
          </a:lstStyle>
          <a:p>
            <a:r>
              <a:rPr lang="en-US"/>
              <a:t>Insert image here</a:t>
            </a:r>
          </a:p>
        </p:txBody>
      </p:sp>
      <p:sp>
        <p:nvSpPr>
          <p:cNvPr id="23" name="Text Placeholder 7">
            <a:extLst>
              <a:ext uri="{FF2B5EF4-FFF2-40B4-BE49-F238E27FC236}">
                <a16:creationId xmlns:a16="http://schemas.microsoft.com/office/drawing/2014/main" id="{6EAD5AE8-5659-9448-9DCB-3C8C45173209}"/>
              </a:ext>
            </a:extLst>
          </p:cNvPr>
          <p:cNvSpPr>
            <a:spLocks noGrp="1"/>
          </p:cNvSpPr>
          <p:nvPr>
            <p:ph type="body" sz="quarter" idx="22" hasCustomPrompt="1"/>
          </p:nvPr>
        </p:nvSpPr>
        <p:spPr>
          <a:xfrm>
            <a:off x="1354226" y="1084243"/>
            <a:ext cx="9481167" cy="477857"/>
          </a:xfrm>
          <a:prstGeom prst="rect">
            <a:avLst/>
          </a:prstGeom>
        </p:spPr>
        <p:txBody>
          <a:bodyPr anchor="t"/>
          <a:lstStyle>
            <a:lvl1pPr marL="0" indent="0" algn="ctr">
              <a:lnSpc>
                <a:spcPct val="90000"/>
              </a:lnSpc>
              <a:spcBef>
                <a:spcPts val="0"/>
              </a:spcBef>
              <a:buNone/>
              <a:defRPr sz="6000">
                <a:solidFill>
                  <a:schemeClr val="bg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Section Divider</a:t>
            </a:r>
          </a:p>
        </p:txBody>
      </p:sp>
      <p:sp>
        <p:nvSpPr>
          <p:cNvPr id="4" name="Text Placeholder 7">
            <a:extLst>
              <a:ext uri="{FF2B5EF4-FFF2-40B4-BE49-F238E27FC236}">
                <a16:creationId xmlns:a16="http://schemas.microsoft.com/office/drawing/2014/main" id="{C470CE37-4C56-0040-BDFF-0002E1619604}"/>
              </a:ext>
            </a:extLst>
          </p:cNvPr>
          <p:cNvSpPr>
            <a:spLocks noGrp="1"/>
          </p:cNvSpPr>
          <p:nvPr>
            <p:ph type="body" sz="quarter" idx="23" hasCustomPrompt="1"/>
          </p:nvPr>
        </p:nvSpPr>
        <p:spPr>
          <a:xfrm>
            <a:off x="1354226" y="4818043"/>
            <a:ext cx="9481167" cy="477857"/>
          </a:xfrm>
          <a:prstGeom prst="rect">
            <a:avLst/>
          </a:prstGeom>
        </p:spPr>
        <p:txBody>
          <a:bodyPr anchor="t"/>
          <a:lstStyle>
            <a:lvl1pPr marL="0" indent="0" algn="ctr">
              <a:lnSpc>
                <a:spcPct val="90000"/>
              </a:lnSpc>
              <a:spcBef>
                <a:spcPts val="0"/>
              </a:spcBef>
              <a:buNone/>
              <a:defRPr sz="6000">
                <a:solidFill>
                  <a:schemeClr val="bg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Window Image</a:t>
            </a:r>
          </a:p>
        </p:txBody>
      </p:sp>
      <p:pic>
        <p:nvPicPr>
          <p:cNvPr id="10" name="Picture 9">
            <a:extLst>
              <a:ext uri="{FF2B5EF4-FFF2-40B4-BE49-F238E27FC236}">
                <a16:creationId xmlns:a16="http://schemas.microsoft.com/office/drawing/2014/main" id="{181883DC-2517-064A-AE60-75833BEE3A2C}"/>
              </a:ext>
            </a:extLst>
          </p:cNvPr>
          <p:cNvPicPr>
            <a:picLocks noChangeAspect="1"/>
          </p:cNvPicPr>
          <p:nvPr userDrawn="1"/>
        </p:nvPicPr>
        <p:blipFill>
          <a:blip r:embed="rId2"/>
          <a:srcRect/>
          <a:stretch/>
        </p:blipFill>
        <p:spPr>
          <a:xfrm>
            <a:off x="10895872" y="6497324"/>
            <a:ext cx="1213995" cy="339896"/>
          </a:xfrm>
          <a:prstGeom prst="rect">
            <a:avLst/>
          </a:prstGeom>
        </p:spPr>
      </p:pic>
      <p:sp>
        <p:nvSpPr>
          <p:cNvPr id="12" name="Subtitle 2">
            <a:extLst>
              <a:ext uri="{FF2B5EF4-FFF2-40B4-BE49-F238E27FC236}">
                <a16:creationId xmlns:a16="http://schemas.microsoft.com/office/drawing/2014/main" id="{C815FE3F-28F7-1640-840A-FDD80B185E49}"/>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00000"/>
              </a:lnSpc>
              <a:spcBef>
                <a:spcPts val="0"/>
              </a:spcBef>
            </a:pPr>
            <a:r>
              <a:rPr lang="en-GB" sz="701" kern="800" spc="0">
                <a:solidFill>
                  <a:schemeClr val="bg1"/>
                </a:solidFill>
                <a:latin typeface="Arial" panose="020B0604020202020204" pitchFamily="34" charset="0"/>
                <a:cs typeface="Arial" panose="020B0604020202020204" pitchFamily="34" charset="0"/>
              </a:rPr>
              <a:t>©2021 IHG</a:t>
            </a:r>
            <a:endParaRPr lang="en-US" sz="701" kern="800" spc="0">
              <a:solidFill>
                <a:schemeClr val="bg1"/>
              </a:solidFill>
              <a:latin typeface="Arial" panose="020B0604020202020204" pitchFamily="34" charset="0"/>
              <a:cs typeface="Arial" panose="020B0604020202020204" pitchFamily="34" charset="0"/>
            </a:endParaRPr>
          </a:p>
        </p:txBody>
      </p:sp>
      <p:sp>
        <p:nvSpPr>
          <p:cNvPr id="3" name="Vertical Text Placeholder 2">
            <a:extLst>
              <a:ext uri="{FF2B5EF4-FFF2-40B4-BE49-F238E27FC236}">
                <a16:creationId xmlns:a16="http://schemas.microsoft.com/office/drawing/2014/main" id="{55C4B106-0F46-2B4D-9EBB-5AE8EB647462}"/>
              </a:ext>
            </a:extLst>
          </p:cNvPr>
          <p:cNvSpPr>
            <a:spLocks noGrp="1"/>
          </p:cNvSpPr>
          <p:nvPr>
            <p:ph type="body" orient="vert" sz="quarter" idx="25" hasCustomPrompt="1"/>
          </p:nvPr>
        </p:nvSpPr>
        <p:spPr>
          <a:xfrm>
            <a:off x="1210149" y="2454148"/>
            <a:ext cx="288150" cy="1949450"/>
          </a:xfrm>
          <a:prstGeom prst="rect">
            <a:avLst/>
          </a:prstGeom>
          <a:solidFill>
            <a:srgbClr val="E8542A"/>
          </a:solidFill>
        </p:spPr>
        <p:txBody>
          <a:bodyPr vert="eaVert" lIns="90000" tIns="0" bIns="0" anchor="ctr" anchorCtr="0"/>
          <a:lstStyle>
            <a:lvl1pPr algn="ctr">
              <a:buFontTx/>
              <a:buNone/>
              <a:defRPr sz="1100">
                <a:solidFill>
                  <a:schemeClr val="tx1"/>
                </a:solidFill>
              </a:defRPr>
            </a:lvl1pPr>
            <a:lvl2pPr>
              <a:buFontTx/>
              <a:buNone/>
              <a:defRPr/>
            </a:lvl2pPr>
            <a:lvl3pPr>
              <a:buFontTx/>
              <a:buNone/>
              <a:defRPr/>
            </a:lvl3pPr>
            <a:lvl4pPr>
              <a:buFontTx/>
              <a:buNone/>
              <a:defRPr/>
            </a:lvl4pPr>
            <a:lvl5pPr>
              <a:buFontTx/>
              <a:buNone/>
              <a:defRPr/>
            </a:lvl5pPr>
          </a:lstStyle>
          <a:p>
            <a:pPr lvl="0"/>
            <a:r>
              <a:rPr lang="en-US"/>
              <a:t>Hotel name goes here</a:t>
            </a:r>
          </a:p>
        </p:txBody>
      </p:sp>
      <p:sp>
        <p:nvSpPr>
          <p:cNvPr id="13" name="Text Placeholder 5">
            <a:extLst>
              <a:ext uri="{FF2B5EF4-FFF2-40B4-BE49-F238E27FC236}">
                <a16:creationId xmlns:a16="http://schemas.microsoft.com/office/drawing/2014/main" id="{66B90CA6-546C-EA4E-BA5C-06A87AE41AF5}"/>
              </a:ext>
            </a:extLst>
          </p:cNvPr>
          <p:cNvSpPr>
            <a:spLocks noGrp="1"/>
          </p:cNvSpPr>
          <p:nvPr>
            <p:ph type="body" sz="quarter" idx="21"/>
          </p:nvPr>
        </p:nvSpPr>
        <p:spPr>
          <a:xfrm>
            <a:off x="5192712" y="320675"/>
            <a:ext cx="1806575" cy="490538"/>
          </a:xfrm>
        </p:spPr>
        <p:txBody>
          <a:bodyPr/>
          <a:lstStyle>
            <a:lvl1pPr marL="0" indent="0" algn="ctr">
              <a:lnSpc>
                <a:spcPct val="100000"/>
              </a:lnSpc>
              <a:spcAft>
                <a:spcPts val="0"/>
              </a:spcAft>
              <a:buNone/>
              <a:defRPr sz="800" cap="all" spc="15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 name="Slide Number Placeholder 1">
            <a:extLst>
              <a:ext uri="{FF2B5EF4-FFF2-40B4-BE49-F238E27FC236}">
                <a16:creationId xmlns:a16="http://schemas.microsoft.com/office/drawing/2014/main" id="{0E5EEAFB-AE60-E240-B04C-CD774088BCD7}"/>
              </a:ext>
            </a:extLst>
          </p:cNvPr>
          <p:cNvSpPr>
            <a:spLocks noGrp="1"/>
          </p:cNvSpPr>
          <p:nvPr>
            <p:ph type="sldNum" sz="quarter" idx="26"/>
          </p:nvPr>
        </p:nvSpPr>
        <p:spPr/>
        <p:txBody>
          <a:bodyPr/>
          <a:lstStyle>
            <a:lvl1pPr>
              <a:defRPr>
                <a:solidFill>
                  <a:schemeClr val="bg1"/>
                </a:solidFill>
              </a:defRPr>
            </a:lvl1pPr>
          </a:lstStyle>
          <a:p>
            <a:fld id="{BF1B362E-304B-D74F-8E05-F581CCD55911}" type="slidenum">
              <a:rPr lang="en-US" smtClean="0"/>
              <a:pPr/>
              <a:t>‹#›</a:t>
            </a:fld>
            <a:endParaRPr lang="en-US"/>
          </a:p>
        </p:txBody>
      </p:sp>
    </p:spTree>
    <p:extLst>
      <p:ext uri="{BB962C8B-B14F-4D97-AF65-F5344CB8AC3E}">
        <p14:creationId xmlns:p14="http://schemas.microsoft.com/office/powerpoint/2010/main" val="339532059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Content Slide – 1 Image">
    <p:bg>
      <p:bgPr>
        <a:solidFill>
          <a:schemeClr val="bg1"/>
        </a:solidFill>
        <a:effectLst/>
      </p:bgPr>
    </p:bg>
    <p:spTree>
      <p:nvGrpSpPr>
        <p:cNvPr id="1" name=""/>
        <p:cNvGrpSpPr/>
        <p:nvPr/>
      </p:nvGrpSpPr>
      <p:grpSpPr>
        <a:xfrm>
          <a:off x="0" y="0"/>
          <a:ext cx="0" cy="0"/>
          <a:chOff x="0" y="0"/>
          <a:chExt cx="0" cy="0"/>
        </a:xfrm>
      </p:grpSpPr>
      <p:sp>
        <p:nvSpPr>
          <p:cNvPr id="14" name="Picture Placeholder 3">
            <a:extLst>
              <a:ext uri="{FF2B5EF4-FFF2-40B4-BE49-F238E27FC236}">
                <a16:creationId xmlns:a16="http://schemas.microsoft.com/office/drawing/2014/main" id="{21DD1ECD-5D1D-3D4D-A0E6-7E9952CA26F5}"/>
              </a:ext>
            </a:extLst>
          </p:cNvPr>
          <p:cNvSpPr>
            <a:spLocks noGrp="1"/>
          </p:cNvSpPr>
          <p:nvPr>
            <p:ph type="pic" sz="quarter" idx="24" hasCustomPrompt="1"/>
          </p:nvPr>
        </p:nvSpPr>
        <p:spPr>
          <a:xfrm>
            <a:off x="4718280" y="1562099"/>
            <a:ext cx="7473720" cy="3733801"/>
          </a:xfrm>
          <a:prstGeom prst="rect">
            <a:avLst/>
          </a:prstGeom>
          <a:solidFill>
            <a:srgbClr val="C2C7CA"/>
          </a:solidFill>
        </p:spPr>
        <p:txBody>
          <a:bodyPr anchor="ctr" anchorCtr="0"/>
          <a:lstStyle>
            <a:lvl1pPr algn="ctr">
              <a:buFontTx/>
              <a:buNone/>
              <a:defRPr sz="1500">
                <a:solidFill>
                  <a:srgbClr val="262626"/>
                </a:solidFill>
              </a:defRPr>
            </a:lvl1pPr>
          </a:lstStyle>
          <a:p>
            <a:r>
              <a:rPr lang="en-US"/>
              <a:t>Insert image here</a:t>
            </a:r>
          </a:p>
        </p:txBody>
      </p:sp>
      <p:sp>
        <p:nvSpPr>
          <p:cNvPr id="23" name="Text Placeholder 7">
            <a:extLst>
              <a:ext uri="{FF2B5EF4-FFF2-40B4-BE49-F238E27FC236}">
                <a16:creationId xmlns:a16="http://schemas.microsoft.com/office/drawing/2014/main" id="{6EAD5AE8-5659-9448-9DCB-3C8C45173209}"/>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7" name="Text Placeholder 6">
            <a:extLst>
              <a:ext uri="{FF2B5EF4-FFF2-40B4-BE49-F238E27FC236}">
                <a16:creationId xmlns:a16="http://schemas.microsoft.com/office/drawing/2014/main" id="{35DD635A-E185-3A47-B621-983D2FF2C15A}"/>
              </a:ext>
            </a:extLst>
          </p:cNvPr>
          <p:cNvSpPr>
            <a:spLocks noGrp="1"/>
          </p:cNvSpPr>
          <p:nvPr>
            <p:ph type="body" sz="quarter" idx="25" hasCustomPrompt="1"/>
          </p:nvPr>
        </p:nvSpPr>
        <p:spPr>
          <a:xfrm>
            <a:off x="411024" y="1553601"/>
            <a:ext cx="3555178" cy="2484234"/>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14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a:t>
            </a:r>
            <a:r>
              <a:rPr lang="en-GB">
                <a:effectLst/>
                <a:latin typeface="Arial" panose="020B0604020202020204" pitchFamily="34" charset="0"/>
              </a:rPr>
              <a:t>.</a:t>
            </a:r>
          </a:p>
          <a:p>
            <a:r>
              <a:rPr lang="en-GB">
                <a:effectLst/>
                <a:latin typeface="Arial" panose="020B0604020202020204" pitchFamily="34" charset="0"/>
              </a:rPr>
              <a:t>Da </a:t>
            </a:r>
            <a:r>
              <a:rPr lang="en-GB" err="1">
                <a:effectLst/>
                <a:latin typeface="Arial" panose="020B0604020202020204" pitchFamily="34" charset="0"/>
              </a:rPr>
              <a:t>volum</a:t>
            </a:r>
            <a:r>
              <a:rPr lang="en-GB">
                <a:effectLst/>
                <a:latin typeface="Arial" panose="020B0604020202020204" pitchFamily="34" charset="0"/>
              </a:rPr>
              <a:t> </a:t>
            </a:r>
            <a:r>
              <a:rPr lang="en-GB" err="1">
                <a:effectLst/>
                <a:latin typeface="Arial" panose="020B0604020202020204" pitchFamily="34" charset="0"/>
              </a:rPr>
              <a:t>volo</a:t>
            </a:r>
            <a:r>
              <a:rPr lang="en-GB">
                <a:effectLst/>
                <a:latin typeface="Arial" panose="020B0604020202020204" pitchFamily="34" charset="0"/>
              </a:rPr>
              <a:t> voles </a:t>
            </a:r>
            <a:r>
              <a:rPr lang="en-GB" err="1">
                <a:effectLst/>
                <a:latin typeface="Arial" panose="020B0604020202020204" pitchFamily="34" charset="0"/>
              </a:rPr>
              <a:t>sinis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as et </a:t>
            </a:r>
            <a:r>
              <a:rPr lang="en-GB" err="1">
                <a:effectLst/>
                <a:latin typeface="Arial" panose="020B0604020202020204" pitchFamily="34" charset="0"/>
              </a:rPr>
              <a:t>idit</a:t>
            </a:r>
            <a:r>
              <a:rPr lang="en-GB">
                <a:effectLst/>
                <a:latin typeface="Arial" panose="020B0604020202020204" pitchFamily="34" charset="0"/>
              </a:rPr>
              <a:t> </a:t>
            </a:r>
            <a:r>
              <a:rPr lang="en-GB" err="1">
                <a:effectLst/>
                <a:latin typeface="Arial" panose="020B0604020202020204" pitchFamily="34" charset="0"/>
              </a:rPr>
              <a:t>ratur</a:t>
            </a:r>
            <a:r>
              <a:rPr lang="en-GB">
                <a:effectLst/>
                <a:latin typeface="Arial" panose="020B0604020202020204" pitchFamily="34" charset="0"/>
              </a:rPr>
              <a:t>, nus, </a:t>
            </a:r>
            <a:r>
              <a:rPr lang="en-GB" err="1">
                <a:effectLst/>
                <a:latin typeface="Arial" panose="020B0604020202020204" pitchFamily="34" charset="0"/>
              </a:rPr>
              <a:t>ium</a:t>
            </a:r>
            <a:r>
              <a:rPr lang="en-GB">
                <a:effectLst/>
                <a:latin typeface="Arial" panose="020B0604020202020204" pitchFamily="34" charset="0"/>
              </a:rPr>
              <a:t> </a:t>
            </a:r>
            <a:r>
              <a:rPr lang="en-GB" err="1">
                <a:effectLst/>
                <a:latin typeface="Arial" panose="020B0604020202020204" pitchFamily="34" charset="0"/>
              </a:rPr>
              <a:t>volupis</a:t>
            </a:r>
            <a:r>
              <a:rPr lang="en-GB">
                <a:effectLst/>
                <a:latin typeface="Arial" panose="020B0604020202020204" pitchFamily="34" charset="0"/>
              </a:rPr>
              <a:t> mod </a:t>
            </a:r>
            <a:r>
              <a:rPr lang="en-GB" err="1">
                <a:effectLst/>
                <a:latin typeface="Arial" panose="020B0604020202020204" pitchFamily="34" charset="0"/>
              </a:rPr>
              <a:t>ut</a:t>
            </a:r>
            <a:r>
              <a:rPr lang="en-GB">
                <a:effectLst/>
                <a:latin typeface="Arial" panose="020B0604020202020204" pitchFamily="34" charset="0"/>
              </a:rPr>
              <a:t> la </a:t>
            </a:r>
            <a:r>
              <a:rPr lang="en-GB" err="1">
                <a:effectLst/>
                <a:latin typeface="Arial" panose="020B0604020202020204" pitchFamily="34" charset="0"/>
              </a:rPr>
              <a:t>simusdam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perrovid</a:t>
            </a:r>
            <a:r>
              <a:rPr lang="en-GB">
                <a:effectLst/>
                <a:latin typeface="Arial" panose="020B0604020202020204" pitchFamily="34" charset="0"/>
              </a:rPr>
              <a:t> et, </a:t>
            </a:r>
            <a:r>
              <a:rPr lang="en-GB" err="1">
                <a:effectLst/>
                <a:latin typeface="Arial" panose="020B0604020202020204" pitchFamily="34" charset="0"/>
              </a:rPr>
              <a:t>sam</a:t>
            </a:r>
            <a:r>
              <a:rPr lang="en-GB">
                <a:effectLst/>
                <a:latin typeface="Arial" panose="020B0604020202020204" pitchFamily="34" charset="0"/>
              </a:rPr>
              <a:t>, imus, omnis </a:t>
            </a:r>
            <a:r>
              <a:rPr lang="en-GB" err="1">
                <a:effectLst/>
                <a:latin typeface="Arial" panose="020B0604020202020204" pitchFamily="34" charset="0"/>
              </a:rPr>
              <a:t>etur</a:t>
            </a:r>
            <a:r>
              <a:rPr lang="en-GB">
                <a:effectLst/>
                <a:latin typeface="Arial" panose="020B0604020202020204" pitchFamily="34" charset="0"/>
              </a:rPr>
              <a:t> </a:t>
            </a:r>
            <a:r>
              <a:rPr lang="en-GB" err="1">
                <a:effectLst/>
                <a:latin typeface="Arial" panose="020B0604020202020204" pitchFamily="34" charset="0"/>
              </a:rPr>
              <a:t>sedipsa</a:t>
            </a:r>
            <a:r>
              <a:rPr lang="en-GB">
                <a:effectLst/>
                <a:latin typeface="Arial" panose="020B0604020202020204" pitchFamily="34" charset="0"/>
              </a:rPr>
              <a:t> </a:t>
            </a:r>
            <a:r>
              <a:rPr lang="en-GB" err="1">
                <a:effectLst/>
                <a:latin typeface="Arial" panose="020B0604020202020204" pitchFamily="34" charset="0"/>
              </a:rPr>
              <a:t>nditaturia</a:t>
            </a:r>
            <a:r>
              <a:rPr lang="en-GB">
                <a:effectLst/>
                <a:latin typeface="Arial" panose="020B0604020202020204" pitchFamily="34" charset="0"/>
              </a:rPr>
              <a:t> cum </a:t>
            </a:r>
            <a:r>
              <a:rPr lang="en-GB" err="1">
                <a:effectLst/>
                <a:latin typeface="Arial" panose="020B0604020202020204" pitchFamily="34" charset="0"/>
              </a:rPr>
              <a:t>consequat</a:t>
            </a:r>
            <a:r>
              <a:rPr lang="en-GB">
                <a:effectLst/>
                <a:latin typeface="Arial" panose="020B0604020202020204" pitchFamily="34" charset="0"/>
              </a:rPr>
              <a:t> labor.</a:t>
            </a:r>
          </a:p>
        </p:txBody>
      </p:sp>
      <p:sp>
        <p:nvSpPr>
          <p:cNvPr id="18" name="Vertical Text Placeholder 2">
            <a:extLst>
              <a:ext uri="{FF2B5EF4-FFF2-40B4-BE49-F238E27FC236}">
                <a16:creationId xmlns:a16="http://schemas.microsoft.com/office/drawing/2014/main" id="{2DFB45B2-7483-D847-96A3-6AF946C4CCDF}"/>
              </a:ext>
            </a:extLst>
          </p:cNvPr>
          <p:cNvSpPr>
            <a:spLocks noGrp="1"/>
          </p:cNvSpPr>
          <p:nvPr>
            <p:ph type="body" orient="vert" sz="quarter" idx="26" hasCustomPrompt="1"/>
          </p:nvPr>
        </p:nvSpPr>
        <p:spPr>
          <a:xfrm>
            <a:off x="4574205" y="2454148"/>
            <a:ext cx="288150" cy="1949450"/>
          </a:xfrm>
          <a:prstGeom prst="rect">
            <a:avLst/>
          </a:prstGeom>
          <a:solidFill>
            <a:srgbClr val="E8542A"/>
          </a:solidFill>
        </p:spPr>
        <p:txBody>
          <a:bodyPr vert="eaVert" lIns="90000" tIns="0" bIns="0" anchor="ctr" anchorCtr="0"/>
          <a:lstStyle>
            <a:lvl1pPr algn="ctr">
              <a:buFontTx/>
              <a:buNone/>
              <a:defRPr sz="1100">
                <a:solidFill>
                  <a:srgbClr val="262626"/>
                </a:solidFill>
              </a:defRPr>
            </a:lvl1pPr>
            <a:lvl2pPr>
              <a:buFontTx/>
              <a:buNone/>
              <a:defRPr/>
            </a:lvl2pPr>
            <a:lvl3pPr>
              <a:buFontTx/>
              <a:buNone/>
              <a:defRPr/>
            </a:lvl3pPr>
            <a:lvl4pPr>
              <a:buFontTx/>
              <a:buNone/>
              <a:defRPr/>
            </a:lvl4pPr>
            <a:lvl5pPr>
              <a:buFontTx/>
              <a:buNone/>
              <a:defRPr/>
            </a:lvl5pPr>
          </a:lstStyle>
          <a:p>
            <a:pPr lvl="0"/>
            <a:r>
              <a:rPr lang="en-US"/>
              <a:t>Hotel name goes here</a:t>
            </a:r>
          </a:p>
        </p:txBody>
      </p:sp>
      <p:sp>
        <p:nvSpPr>
          <p:cNvPr id="11" name="Text Placeholder 5">
            <a:extLst>
              <a:ext uri="{FF2B5EF4-FFF2-40B4-BE49-F238E27FC236}">
                <a16:creationId xmlns:a16="http://schemas.microsoft.com/office/drawing/2014/main" id="{CF187817-1AC7-5744-8A96-43CA271F91BE}"/>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4" name="Slide Number Placeholder 3">
            <a:extLst>
              <a:ext uri="{FF2B5EF4-FFF2-40B4-BE49-F238E27FC236}">
                <a16:creationId xmlns:a16="http://schemas.microsoft.com/office/drawing/2014/main" id="{A5062B26-C736-D74C-A621-82A4988E179D}"/>
              </a:ext>
            </a:extLst>
          </p:cNvPr>
          <p:cNvSpPr>
            <a:spLocks noGrp="1"/>
          </p:cNvSpPr>
          <p:nvPr>
            <p:ph type="sldNum" sz="quarter" idx="27"/>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83347741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Content Slide – 1 Text Block">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13814B9F-28D6-484B-9B58-FC527E36831C}"/>
              </a:ext>
            </a:extLst>
          </p:cNvPr>
          <p:cNvSpPr>
            <a:spLocks noGrp="1"/>
          </p:cNvSpPr>
          <p:nvPr>
            <p:ph type="body" sz="quarter" idx="26"/>
          </p:nvPr>
        </p:nvSpPr>
        <p:spPr>
          <a:xfrm>
            <a:off x="411023" y="1520340"/>
            <a:ext cx="11458248" cy="4216677"/>
          </a:xfrm>
          <a:prstGeom prst="rect">
            <a:avLst/>
          </a:prstGeom>
        </p:spPr>
        <p:txBody>
          <a:bodyPr lIns="0" tIns="0" rIns="0" bIns="0"/>
          <a:lstStyle>
            <a:lvl1pPr>
              <a:lnSpc>
                <a:spcPct val="100000"/>
              </a:lnSpc>
              <a:spcBef>
                <a:spcPts val="600"/>
              </a:spcBef>
              <a:buNone/>
              <a:defRPr sz="2400">
                <a:solidFill>
                  <a:schemeClr val="tx1"/>
                </a:solidFill>
              </a:defRPr>
            </a:lvl1pPr>
            <a:lvl2pPr>
              <a:lnSpc>
                <a:spcPct val="100000"/>
              </a:lnSpc>
              <a:spcBef>
                <a:spcPts val="600"/>
              </a:spcBef>
              <a:defRPr sz="2400">
                <a:solidFill>
                  <a:schemeClr val="tx1"/>
                </a:solidFill>
              </a:defRPr>
            </a:lvl2pPr>
            <a:lvl3pPr>
              <a:lnSpc>
                <a:spcPct val="100000"/>
              </a:lnSpc>
              <a:spcBef>
                <a:spcPts val="600"/>
              </a:spcBef>
              <a:defRPr sz="2400">
                <a:solidFill>
                  <a:schemeClr val="tx1"/>
                </a:solidFill>
              </a:defRPr>
            </a:lvl3pPr>
            <a:lvl4pPr>
              <a:lnSpc>
                <a:spcPct val="100000"/>
              </a:lnSpc>
              <a:spcBef>
                <a:spcPts val="600"/>
              </a:spcBef>
              <a:defRPr sz="2400">
                <a:solidFill>
                  <a:schemeClr val="tx1"/>
                </a:solidFill>
              </a:defRPr>
            </a:lvl4pPr>
            <a:lvl5pPr>
              <a:lnSpc>
                <a:spcPts val="1750"/>
              </a:lnSpc>
              <a:defRPr sz="1400"/>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705ADB92-A675-354D-8CFF-BF6779F05B8B}"/>
              </a:ext>
            </a:extLst>
          </p:cNvPr>
          <p:cNvSpPr>
            <a:spLocks noGrp="1"/>
          </p:cNvSpPr>
          <p:nvPr>
            <p:ph type="sldNum" sz="quarter" idx="27"/>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217773430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ontent Slide – Title Only">
    <p:bg>
      <p:bgPr>
        <a:solidFill>
          <a:schemeClr val="bg1"/>
        </a:solidFill>
        <a:effectLst/>
      </p:bgPr>
    </p:bg>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6"/>
            <a:ext cx="9595278" cy="991282"/>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5C08E9EA-89C9-9442-857B-4031E334067C}"/>
              </a:ext>
            </a:extLst>
          </p:cNvPr>
          <p:cNvSpPr>
            <a:spLocks noGrp="1"/>
          </p:cNvSpPr>
          <p:nvPr>
            <p:ph type="sldNum" sz="quarter" idx="23"/>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10254331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Content Slide – Split Columns">
    <p:bg>
      <p:bgPr>
        <a:solidFill>
          <a:schemeClr val="bg1"/>
        </a:solidFill>
        <a:effectLst/>
      </p:bgPr>
    </p:bg>
    <p:spTree>
      <p:nvGrpSpPr>
        <p:cNvPr id="1" name=""/>
        <p:cNvGrpSpPr/>
        <p:nvPr/>
      </p:nvGrpSpPr>
      <p:grpSpPr>
        <a:xfrm>
          <a:off x="0" y="0"/>
          <a:ext cx="0" cy="0"/>
          <a:chOff x="0" y="0"/>
          <a:chExt cx="0" cy="0"/>
        </a:xfrm>
      </p:grpSpPr>
      <p:sp>
        <p:nvSpPr>
          <p:cNvPr id="14" name="Picture Placeholder 3">
            <a:extLst>
              <a:ext uri="{FF2B5EF4-FFF2-40B4-BE49-F238E27FC236}">
                <a16:creationId xmlns:a16="http://schemas.microsoft.com/office/drawing/2014/main" id="{A7648A88-094A-014E-B9FA-E3944CAEFF39}"/>
              </a:ext>
            </a:extLst>
          </p:cNvPr>
          <p:cNvSpPr>
            <a:spLocks noGrp="1"/>
          </p:cNvSpPr>
          <p:nvPr>
            <p:ph type="pic" sz="quarter" idx="30" hasCustomPrompt="1"/>
          </p:nvPr>
        </p:nvSpPr>
        <p:spPr>
          <a:xfrm>
            <a:off x="400391" y="3840207"/>
            <a:ext cx="3555179" cy="1981200"/>
          </a:xfrm>
          <a:prstGeom prst="rect">
            <a:avLst/>
          </a:prstGeom>
          <a:solidFill>
            <a:srgbClr val="F0EEED"/>
          </a:solidFill>
        </p:spPr>
        <p:txBody>
          <a:bodyPr anchor="ctr" anchorCtr="0"/>
          <a:lstStyle>
            <a:lvl1pPr algn="ctr">
              <a:buFontTx/>
              <a:buNone/>
              <a:defRPr sz="1500">
                <a:solidFill>
                  <a:srgbClr val="262626"/>
                </a:solidFill>
              </a:defRPr>
            </a:lvl1pPr>
          </a:lstStyle>
          <a:p>
            <a:r>
              <a:rPr lang="en-US"/>
              <a:t>Insert image here</a:t>
            </a:r>
          </a:p>
        </p:txBody>
      </p:sp>
      <p:sp>
        <p:nvSpPr>
          <p:cNvPr id="12" name="Text Placeholder 6">
            <a:extLst>
              <a:ext uri="{FF2B5EF4-FFF2-40B4-BE49-F238E27FC236}">
                <a16:creationId xmlns:a16="http://schemas.microsoft.com/office/drawing/2014/main" id="{ECCDD53B-4B33-1F4A-9198-A9BF0D3C3C9C}"/>
              </a:ext>
            </a:extLst>
          </p:cNvPr>
          <p:cNvSpPr>
            <a:spLocks noGrp="1"/>
          </p:cNvSpPr>
          <p:nvPr>
            <p:ph type="body" sz="quarter" idx="25" hasCustomPrompt="1"/>
          </p:nvPr>
        </p:nvSpPr>
        <p:spPr>
          <a:xfrm>
            <a:off x="411024" y="1407141"/>
            <a:ext cx="3555178" cy="2056224"/>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14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a:t>
            </a:r>
            <a:r>
              <a:rPr lang="en-GB">
                <a:effectLst/>
                <a:latin typeface="Arial" panose="020B0604020202020204" pitchFamily="34" charset="0"/>
              </a:rPr>
              <a:t>.</a:t>
            </a:r>
          </a:p>
          <a:p>
            <a:r>
              <a:rPr lang="en-GB">
                <a:effectLst/>
                <a:latin typeface="Arial" panose="020B0604020202020204" pitchFamily="34" charset="0"/>
              </a:rPr>
              <a:t>Da </a:t>
            </a:r>
            <a:r>
              <a:rPr lang="en-GB" err="1">
                <a:effectLst/>
                <a:latin typeface="Arial" panose="020B0604020202020204" pitchFamily="34" charset="0"/>
              </a:rPr>
              <a:t>volum</a:t>
            </a:r>
            <a:r>
              <a:rPr lang="en-GB">
                <a:effectLst/>
                <a:latin typeface="Arial" panose="020B0604020202020204" pitchFamily="34" charset="0"/>
              </a:rPr>
              <a:t> </a:t>
            </a:r>
            <a:r>
              <a:rPr lang="en-GB" err="1">
                <a:effectLst/>
                <a:latin typeface="Arial" panose="020B0604020202020204" pitchFamily="34" charset="0"/>
              </a:rPr>
              <a:t>volo</a:t>
            </a:r>
            <a:r>
              <a:rPr lang="en-GB">
                <a:effectLst/>
                <a:latin typeface="Arial" panose="020B0604020202020204" pitchFamily="34" charset="0"/>
              </a:rPr>
              <a:t> voles </a:t>
            </a:r>
            <a:r>
              <a:rPr lang="en-GB" err="1">
                <a:effectLst/>
                <a:latin typeface="Arial" panose="020B0604020202020204" pitchFamily="34" charset="0"/>
              </a:rPr>
              <a:t>sinis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as et </a:t>
            </a:r>
            <a:r>
              <a:rPr lang="en-GB" err="1">
                <a:effectLst/>
                <a:latin typeface="Arial" panose="020B0604020202020204" pitchFamily="34" charset="0"/>
              </a:rPr>
              <a:t>idit</a:t>
            </a:r>
            <a:r>
              <a:rPr lang="en-GB">
                <a:effectLst/>
                <a:latin typeface="Arial" panose="020B0604020202020204" pitchFamily="34" charset="0"/>
              </a:rPr>
              <a:t> </a:t>
            </a:r>
            <a:r>
              <a:rPr lang="en-GB" err="1">
                <a:effectLst/>
                <a:latin typeface="Arial" panose="020B0604020202020204" pitchFamily="34" charset="0"/>
              </a:rPr>
              <a:t>ratur</a:t>
            </a:r>
            <a:r>
              <a:rPr lang="en-GB">
                <a:effectLst/>
                <a:latin typeface="Arial" panose="020B0604020202020204" pitchFamily="34" charset="0"/>
              </a:rPr>
              <a:t>, nus, </a:t>
            </a:r>
            <a:r>
              <a:rPr lang="en-GB" err="1">
                <a:effectLst/>
                <a:latin typeface="Arial" panose="020B0604020202020204" pitchFamily="34" charset="0"/>
              </a:rPr>
              <a:t>ium</a:t>
            </a:r>
            <a:r>
              <a:rPr lang="en-GB">
                <a:effectLst/>
                <a:latin typeface="Arial" panose="020B0604020202020204" pitchFamily="34" charset="0"/>
              </a:rPr>
              <a:t> </a:t>
            </a:r>
            <a:r>
              <a:rPr lang="en-GB" err="1">
                <a:effectLst/>
                <a:latin typeface="Arial" panose="020B0604020202020204" pitchFamily="34" charset="0"/>
              </a:rPr>
              <a:t>volupis</a:t>
            </a:r>
            <a:r>
              <a:rPr lang="en-GB">
                <a:effectLst/>
                <a:latin typeface="Arial" panose="020B0604020202020204" pitchFamily="34" charset="0"/>
              </a:rPr>
              <a:t> mod </a:t>
            </a:r>
            <a:r>
              <a:rPr lang="en-GB" err="1">
                <a:effectLst/>
                <a:latin typeface="Arial" panose="020B0604020202020204" pitchFamily="34" charset="0"/>
              </a:rPr>
              <a:t>ut</a:t>
            </a:r>
            <a:r>
              <a:rPr lang="en-GB">
                <a:effectLst/>
                <a:latin typeface="Arial" panose="020B0604020202020204" pitchFamily="34" charset="0"/>
              </a:rPr>
              <a:t> la </a:t>
            </a:r>
            <a:r>
              <a:rPr lang="en-GB" err="1">
                <a:effectLst/>
                <a:latin typeface="Arial" panose="020B0604020202020204" pitchFamily="34" charset="0"/>
              </a:rPr>
              <a:t>simusdam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perrovid</a:t>
            </a:r>
            <a:r>
              <a:rPr lang="en-GB">
                <a:effectLst/>
                <a:latin typeface="Arial" panose="020B0604020202020204" pitchFamily="34" charset="0"/>
              </a:rPr>
              <a:t> et, </a:t>
            </a:r>
            <a:r>
              <a:rPr lang="en-GB" err="1">
                <a:effectLst/>
                <a:latin typeface="Arial" panose="020B0604020202020204" pitchFamily="34" charset="0"/>
              </a:rPr>
              <a:t>sam</a:t>
            </a:r>
            <a:r>
              <a:rPr lang="en-GB">
                <a:effectLst/>
                <a:latin typeface="Arial" panose="020B0604020202020204" pitchFamily="34" charset="0"/>
              </a:rPr>
              <a:t>, imus, omnis </a:t>
            </a:r>
            <a:r>
              <a:rPr lang="en-GB" err="1">
                <a:effectLst/>
                <a:latin typeface="Arial" panose="020B0604020202020204" pitchFamily="34" charset="0"/>
              </a:rPr>
              <a:t>etur</a:t>
            </a:r>
            <a:r>
              <a:rPr lang="en-GB">
                <a:effectLst/>
                <a:latin typeface="Arial" panose="020B0604020202020204" pitchFamily="34" charset="0"/>
              </a:rPr>
              <a:t> </a:t>
            </a:r>
            <a:r>
              <a:rPr lang="en-GB" err="1">
                <a:effectLst/>
                <a:latin typeface="Arial" panose="020B0604020202020204" pitchFamily="34" charset="0"/>
              </a:rPr>
              <a:t>sedipsa</a:t>
            </a:r>
            <a:r>
              <a:rPr lang="en-GB">
                <a:effectLst/>
                <a:latin typeface="Arial" panose="020B0604020202020204" pitchFamily="34" charset="0"/>
              </a:rPr>
              <a:t> </a:t>
            </a:r>
            <a:r>
              <a:rPr lang="en-GB" err="1">
                <a:effectLst/>
                <a:latin typeface="Arial" panose="020B0604020202020204" pitchFamily="34" charset="0"/>
              </a:rPr>
              <a:t>nditaturia</a:t>
            </a:r>
            <a:r>
              <a:rPr lang="en-GB">
                <a:effectLst/>
                <a:latin typeface="Arial" panose="020B0604020202020204" pitchFamily="34" charset="0"/>
              </a:rPr>
              <a:t> cum </a:t>
            </a:r>
            <a:r>
              <a:rPr lang="en-GB" err="1">
                <a:effectLst/>
                <a:latin typeface="Arial" panose="020B0604020202020204" pitchFamily="34" charset="0"/>
              </a:rPr>
              <a:t>consequat</a:t>
            </a:r>
            <a:r>
              <a:rPr lang="en-GB">
                <a:effectLst/>
                <a:latin typeface="Arial" panose="020B0604020202020204" pitchFamily="34" charset="0"/>
              </a:rPr>
              <a:t> labor.</a:t>
            </a:r>
          </a:p>
        </p:txBody>
      </p:sp>
      <p:sp>
        <p:nvSpPr>
          <p:cNvPr id="15" name="Text Placeholder 6">
            <a:extLst>
              <a:ext uri="{FF2B5EF4-FFF2-40B4-BE49-F238E27FC236}">
                <a16:creationId xmlns:a16="http://schemas.microsoft.com/office/drawing/2014/main" id="{71FF3BF8-89ED-B145-9BB6-A75D22466DF0}"/>
              </a:ext>
            </a:extLst>
          </p:cNvPr>
          <p:cNvSpPr>
            <a:spLocks noGrp="1"/>
          </p:cNvSpPr>
          <p:nvPr>
            <p:ph type="body" sz="quarter" idx="26" hasCustomPrompt="1"/>
          </p:nvPr>
        </p:nvSpPr>
        <p:spPr>
          <a:xfrm>
            <a:off x="5245806" y="1407140"/>
            <a:ext cx="2680304" cy="4369077"/>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9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a:t>
            </a:r>
            <a:r>
              <a:rPr lang="en-GB">
                <a:effectLst/>
                <a:latin typeface="Arial" panose="020B0604020202020204" pitchFamily="34" charset="0"/>
              </a:rPr>
              <a:t> pel </a:t>
            </a:r>
            <a:r>
              <a:rPr lang="en-GB" err="1">
                <a:effectLst/>
                <a:latin typeface="Arial" panose="020B0604020202020204" pitchFamily="34" charset="0"/>
              </a:rPr>
              <a:t>ipsaepereped</a:t>
            </a:r>
            <a:r>
              <a:rPr lang="en-GB">
                <a:effectLst/>
                <a:latin typeface="Arial" panose="020B0604020202020204" pitchFamily="34" charset="0"/>
              </a:rPr>
              <a:t> </a:t>
            </a:r>
            <a:r>
              <a:rPr lang="en-GB" err="1">
                <a:effectLst/>
                <a:latin typeface="Arial" panose="020B0604020202020204" pitchFamily="34" charset="0"/>
              </a:rPr>
              <a:t>quibus</a:t>
            </a:r>
            <a:r>
              <a:rPr lang="en-GB">
                <a:effectLst/>
                <a:latin typeface="Arial" panose="020B0604020202020204" pitchFamily="34" charset="0"/>
              </a:rPr>
              <a:t> </a:t>
            </a:r>
            <a:r>
              <a:rPr lang="en-GB" err="1">
                <a:effectLst/>
                <a:latin typeface="Arial" panose="020B0604020202020204" pitchFamily="34" charset="0"/>
              </a:rPr>
              <a:t>eum</a:t>
            </a:r>
            <a:r>
              <a:rPr lang="en-GB">
                <a:effectLst/>
                <a:latin typeface="Arial" panose="020B0604020202020204" pitchFamily="34" charset="0"/>
              </a:rPr>
              <a:t> verum </a:t>
            </a:r>
            <a:r>
              <a:rPr lang="en-GB" err="1">
                <a:effectLst/>
                <a:latin typeface="Arial" panose="020B0604020202020204" pitchFamily="34" charset="0"/>
              </a:rPr>
              <a:t>eum</a:t>
            </a:r>
            <a:r>
              <a:rPr lang="en-GB">
                <a:effectLst/>
                <a:latin typeface="Arial" panose="020B0604020202020204" pitchFamily="34" charset="0"/>
              </a:rPr>
              <a:t>.</a:t>
            </a:r>
          </a:p>
          <a:p>
            <a:r>
              <a:rPr lang="en-GB">
                <a:effectLst/>
                <a:latin typeface="Arial" panose="020B0604020202020204" pitchFamily="34" charset="0"/>
              </a:rPr>
              <a:t>Busam qui aut mo mos aut quam quae dolent es veriae. </a:t>
            </a:r>
            <a:r>
              <a:rPr lang="en-GB" err="1">
                <a:effectLst/>
                <a:latin typeface="Arial" panose="020B0604020202020204" pitchFamily="34" charset="0"/>
              </a:rPr>
              <a:t>Os</a:t>
            </a:r>
            <a:r>
              <a:rPr lang="en-GB">
                <a:effectLst/>
                <a:latin typeface="Arial" panose="020B0604020202020204" pitchFamily="34" charset="0"/>
              </a:rPr>
              <a:t> </a:t>
            </a:r>
            <a:r>
              <a:rPr lang="en-GB" err="1">
                <a:effectLst/>
                <a:latin typeface="Arial" panose="020B0604020202020204" pitchFamily="34" charset="0"/>
              </a:rPr>
              <a:t>rendent</a:t>
            </a:r>
            <a:r>
              <a:rPr lang="en-GB">
                <a:effectLst/>
                <a:latin typeface="Arial" panose="020B0604020202020204" pitchFamily="34" charset="0"/>
              </a:rPr>
              <a:t> </a:t>
            </a:r>
            <a:r>
              <a:rPr lang="en-GB" err="1">
                <a:effectLst/>
                <a:latin typeface="Arial" panose="020B0604020202020204" pitchFamily="34" charset="0"/>
              </a:rPr>
              <a:t>ianimin</a:t>
            </a:r>
            <a:r>
              <a:rPr lang="en-GB">
                <a:effectLst/>
                <a:latin typeface="Arial" panose="020B0604020202020204" pitchFamily="34" charset="0"/>
              </a:rPr>
              <a:t> cum </a:t>
            </a:r>
            <a:r>
              <a:rPr lang="en-GB" err="1">
                <a:effectLst/>
                <a:latin typeface="Arial" panose="020B0604020202020204" pitchFamily="34" charset="0"/>
              </a:rPr>
              <a:t>venihicia</a:t>
            </a:r>
            <a:r>
              <a:rPr lang="en-GB">
                <a:effectLst/>
                <a:latin typeface="Arial" panose="020B0604020202020204" pitchFamily="34" charset="0"/>
              </a:rPr>
              <a:t> </a:t>
            </a:r>
            <a:r>
              <a:rPr lang="en-GB" err="1">
                <a:effectLst/>
                <a:latin typeface="Arial" panose="020B0604020202020204" pitchFamily="34" charset="0"/>
              </a:rPr>
              <a:t>exceristo</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Em dent lam aliqui ut ipsum natemqui torum doluptatium faccusa aute vent, omnimusdae autem quam, sitate volesti umquam que pa nimint quodi dolut volupid.</a:t>
            </a:r>
          </a:p>
          <a:p>
            <a:r>
              <a:rPr lang="en-GB">
                <a:effectLst/>
                <a:latin typeface="Arial" panose="020B0604020202020204" pitchFamily="34" charset="0"/>
              </a:rPr>
              <a:t>Leicium soluptaspel ipsaepereped quibus eum verum eum apietur? Faccus placiis quam a volo tem idelis dolupienimo ommoluptas quid qui in nulpa dest, cus nos dignatium nectent oreped et utas rempori sequam dit, sum eosant plitatios destrum et vere consequat lam, apiet acero dolorro ipsam id</a:t>
            </a:r>
          </a:p>
          <a:p>
            <a:r>
              <a:rPr lang="en-GB">
                <a:effectLst/>
                <a:latin typeface="Arial" panose="020B0604020202020204" pitchFamily="34" charset="0"/>
              </a:rPr>
              <a:t>Gitam quam aut alitem net quati voluptate nus reri consed mod ute ipsandus exces maiorendae qui vid qui re conseria is cus pel ipsaepereped quibus eum verum eum.</a:t>
            </a:r>
          </a:p>
          <a:p>
            <a:r>
              <a:rPr lang="en-GB">
                <a:effectLst/>
                <a:latin typeface="Arial" panose="020B0604020202020204" pitchFamily="34" charset="0"/>
              </a:rPr>
              <a:t>Busam qui aut mo mos aut quam quae dolent es veriae. </a:t>
            </a:r>
            <a:r>
              <a:rPr lang="en-GB" err="1">
                <a:effectLst/>
                <a:latin typeface="Arial" panose="020B0604020202020204" pitchFamily="34" charset="0"/>
              </a:rPr>
              <a:t>Os</a:t>
            </a:r>
            <a:r>
              <a:rPr lang="en-GB">
                <a:effectLst/>
                <a:latin typeface="Arial" panose="020B0604020202020204" pitchFamily="34" charset="0"/>
              </a:rPr>
              <a:t> </a:t>
            </a:r>
            <a:r>
              <a:rPr lang="en-GB" err="1">
                <a:effectLst/>
                <a:latin typeface="Arial" panose="020B0604020202020204" pitchFamily="34" charset="0"/>
              </a:rPr>
              <a:t>rendent</a:t>
            </a:r>
            <a:r>
              <a:rPr lang="en-GB">
                <a:effectLst/>
                <a:latin typeface="Arial" panose="020B0604020202020204" pitchFamily="34" charset="0"/>
              </a:rPr>
              <a:t> </a:t>
            </a:r>
            <a:r>
              <a:rPr lang="en-GB" err="1">
                <a:effectLst/>
                <a:latin typeface="Arial" panose="020B0604020202020204" pitchFamily="34" charset="0"/>
              </a:rPr>
              <a:t>ianimin</a:t>
            </a:r>
            <a:r>
              <a:rPr lang="en-GB">
                <a:effectLst/>
                <a:latin typeface="Arial" panose="020B0604020202020204" pitchFamily="34" charset="0"/>
              </a:rPr>
              <a:t> cum </a:t>
            </a:r>
            <a:r>
              <a:rPr lang="en-GB" err="1">
                <a:effectLst/>
                <a:latin typeface="Arial" panose="020B0604020202020204" pitchFamily="34" charset="0"/>
              </a:rPr>
              <a:t>venihicia</a:t>
            </a:r>
            <a:r>
              <a:rPr lang="en-GB">
                <a:effectLst/>
                <a:latin typeface="Arial" panose="020B0604020202020204" pitchFamily="34" charset="0"/>
              </a:rPr>
              <a:t> </a:t>
            </a:r>
            <a:r>
              <a:rPr lang="en-GB" err="1">
                <a:effectLst/>
                <a:latin typeface="Arial" panose="020B0604020202020204" pitchFamily="34" charset="0"/>
              </a:rPr>
              <a:t>exceristo</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Em</a:t>
            </a:r>
            <a:r>
              <a:rPr lang="en-GB">
                <a:effectLst/>
                <a:latin typeface="Arial" panose="020B0604020202020204" pitchFamily="34" charset="0"/>
              </a:rPr>
              <a:t> dent lam </a:t>
            </a:r>
            <a:r>
              <a:rPr lang="en-GB" err="1">
                <a:effectLst/>
                <a:latin typeface="Arial" panose="020B0604020202020204" pitchFamily="34" charset="0"/>
              </a:rPr>
              <a:t>aliqui</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ipsum </a:t>
            </a:r>
            <a:r>
              <a:rPr lang="en-GB" err="1">
                <a:effectLst/>
                <a:latin typeface="Arial" panose="020B0604020202020204" pitchFamily="34" charset="0"/>
              </a:rPr>
              <a:t>natemqui</a:t>
            </a:r>
            <a:r>
              <a:rPr lang="en-GB">
                <a:effectLst/>
                <a:latin typeface="Arial" panose="020B0604020202020204" pitchFamily="34" charset="0"/>
              </a:rPr>
              <a:t> </a:t>
            </a:r>
            <a:r>
              <a:rPr lang="en-GB" err="1">
                <a:effectLst/>
                <a:latin typeface="Arial" panose="020B0604020202020204" pitchFamily="34" charset="0"/>
              </a:rPr>
              <a:t>torum</a:t>
            </a:r>
            <a:r>
              <a:rPr lang="en-GB">
                <a:effectLst/>
                <a:latin typeface="Arial" panose="020B0604020202020204" pitchFamily="34" charset="0"/>
              </a:rPr>
              <a:t> </a:t>
            </a:r>
            <a:r>
              <a:rPr lang="en-GB" err="1">
                <a:effectLst/>
                <a:latin typeface="Arial" panose="020B0604020202020204" pitchFamily="34" charset="0"/>
              </a:rPr>
              <a:t>doluptatium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aute</a:t>
            </a:r>
            <a:r>
              <a:rPr lang="en-GB">
                <a:effectLst/>
                <a:latin typeface="Arial" panose="020B0604020202020204" pitchFamily="34" charset="0"/>
              </a:rPr>
              <a:t> vent, </a:t>
            </a:r>
            <a:r>
              <a:rPr lang="en-GB" err="1">
                <a:effectLst/>
                <a:latin typeface="Arial" panose="020B0604020202020204" pitchFamily="34" charset="0"/>
              </a:rPr>
              <a:t>omnimusdae</a:t>
            </a:r>
            <a:r>
              <a:rPr lang="en-GB">
                <a:effectLst/>
                <a:latin typeface="Arial" panose="020B0604020202020204" pitchFamily="34" charset="0"/>
              </a:rPr>
              <a:t> </a:t>
            </a:r>
            <a:r>
              <a:rPr lang="en-GB" err="1">
                <a:effectLst/>
                <a:latin typeface="Arial" panose="020B0604020202020204" pitchFamily="34" charset="0"/>
              </a:rPr>
              <a:t>autem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sitate</a:t>
            </a:r>
            <a:r>
              <a:rPr lang="en-GB">
                <a:effectLst/>
                <a:latin typeface="Arial" panose="020B0604020202020204" pitchFamily="34" charset="0"/>
              </a:rPr>
              <a:t> </a:t>
            </a:r>
            <a:r>
              <a:rPr lang="en-GB" err="1">
                <a:effectLst/>
                <a:latin typeface="Arial" panose="020B0604020202020204" pitchFamily="34" charset="0"/>
              </a:rPr>
              <a:t>volesti</a:t>
            </a:r>
            <a:r>
              <a:rPr lang="en-GB">
                <a:effectLst/>
                <a:latin typeface="Arial" panose="020B0604020202020204" pitchFamily="34" charset="0"/>
              </a:rPr>
              <a:t> </a:t>
            </a:r>
            <a:r>
              <a:rPr lang="en-GB" err="1">
                <a:effectLst/>
                <a:latin typeface="Arial" panose="020B0604020202020204" pitchFamily="34" charset="0"/>
              </a:rPr>
              <a:t>umquam</a:t>
            </a:r>
            <a:r>
              <a:rPr lang="en-GB">
                <a:effectLst/>
                <a:latin typeface="Arial" panose="020B0604020202020204" pitchFamily="34" charset="0"/>
              </a:rPr>
              <a:t> que pa </a:t>
            </a:r>
            <a:r>
              <a:rPr lang="en-GB" err="1">
                <a:effectLst/>
                <a:latin typeface="Arial" panose="020B0604020202020204" pitchFamily="34" charset="0"/>
              </a:rPr>
              <a:t>nimint</a:t>
            </a:r>
            <a:r>
              <a:rPr lang="en-GB">
                <a:effectLst/>
                <a:latin typeface="Arial" panose="020B0604020202020204" pitchFamily="34" charset="0"/>
              </a:rPr>
              <a:t> </a:t>
            </a:r>
            <a:r>
              <a:rPr lang="en-GB" err="1">
                <a:effectLst/>
                <a:latin typeface="Arial" panose="020B0604020202020204" pitchFamily="34" charset="0"/>
              </a:rPr>
              <a:t>quodi</a:t>
            </a:r>
            <a:r>
              <a:rPr lang="en-GB">
                <a:effectLst/>
                <a:latin typeface="Arial" panose="020B0604020202020204" pitchFamily="34" charset="0"/>
              </a:rPr>
              <a:t> </a:t>
            </a:r>
            <a:r>
              <a:rPr lang="en-GB" err="1">
                <a:effectLst/>
                <a:latin typeface="Arial" panose="020B0604020202020204" pitchFamily="34" charset="0"/>
              </a:rPr>
              <a:t>dolut</a:t>
            </a:r>
            <a:r>
              <a:rPr lang="en-GB">
                <a:effectLst/>
                <a:latin typeface="Arial" panose="020B0604020202020204" pitchFamily="34" charset="0"/>
              </a:rPr>
              <a:t> </a:t>
            </a:r>
            <a:r>
              <a:rPr lang="en-GB" err="1">
                <a:effectLst/>
                <a:latin typeface="Arial" panose="020B0604020202020204" pitchFamily="34" charset="0"/>
              </a:rPr>
              <a:t>volupid</a:t>
            </a:r>
            <a:r>
              <a:rPr lang="en-GB">
                <a:effectLst/>
                <a:latin typeface="Arial" panose="020B0604020202020204" pitchFamily="34" charset="0"/>
              </a:rPr>
              <a:t>.</a:t>
            </a:r>
          </a:p>
        </p:txBody>
      </p:sp>
      <p:sp>
        <p:nvSpPr>
          <p:cNvPr id="7" name="Text Placeholder 6">
            <a:extLst>
              <a:ext uri="{FF2B5EF4-FFF2-40B4-BE49-F238E27FC236}">
                <a16:creationId xmlns:a16="http://schemas.microsoft.com/office/drawing/2014/main" id="{37812CCF-F651-4C42-AAC1-41C42F563385}"/>
              </a:ext>
            </a:extLst>
          </p:cNvPr>
          <p:cNvSpPr>
            <a:spLocks noGrp="1"/>
          </p:cNvSpPr>
          <p:nvPr>
            <p:ph type="body" sz="quarter" idx="27" hasCustomPrompt="1"/>
          </p:nvPr>
        </p:nvSpPr>
        <p:spPr>
          <a:xfrm>
            <a:off x="8139642" y="1407152"/>
            <a:ext cx="2695750" cy="4369065"/>
          </a:xfrm>
          <a:prstGeom prst="rect">
            <a:avLst/>
          </a:prstGeom>
        </p:spPr>
        <p:txBody>
          <a:bodyPr lIns="0" tIns="0" rIns="0" bIns="0"/>
          <a:lstStyle>
            <a:lvl1pPr marL="126000" indent="-126000">
              <a:lnSpc>
                <a:spcPct val="100000"/>
              </a:lnSpc>
              <a:spcBef>
                <a:spcPts val="0"/>
              </a:spcBef>
              <a:spcAft>
                <a:spcPts val="600"/>
              </a:spcAft>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a:t>
            </a:r>
            <a:r>
              <a:rPr lang="en-GB" err="1">
                <a:effectLst/>
                <a:latin typeface="Arial" panose="020B0604020202020204" pitchFamily="34" charset="0"/>
              </a:rPr>
              <a:t>eas</a:t>
            </a:r>
            <a:r>
              <a:rPr lang="en-GB">
                <a:effectLst/>
                <a:latin typeface="Arial" panose="020B0604020202020204" pitchFamily="34" charset="0"/>
              </a:rPr>
              <a:t>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Os</a:t>
            </a:r>
            <a:r>
              <a:rPr lang="en-GB">
                <a:effectLst/>
                <a:latin typeface="Arial" panose="020B0604020202020204" pitchFamily="34" charset="0"/>
              </a:rPr>
              <a:t> </a:t>
            </a:r>
            <a:r>
              <a:rPr lang="en-GB" err="1">
                <a:effectLst/>
                <a:latin typeface="Arial" panose="020B0604020202020204" pitchFamily="34" charset="0"/>
              </a:rPr>
              <a:t>rendent</a:t>
            </a:r>
            <a:r>
              <a:rPr lang="en-GB">
                <a:effectLst/>
                <a:latin typeface="Arial" panose="020B0604020202020204" pitchFamily="34" charset="0"/>
              </a:rPr>
              <a:t> </a:t>
            </a:r>
            <a:r>
              <a:rPr lang="en-GB" err="1">
                <a:effectLst/>
                <a:latin typeface="Arial" panose="020B0604020202020204" pitchFamily="34" charset="0"/>
              </a:rPr>
              <a:t>ianimin</a:t>
            </a:r>
            <a:r>
              <a:rPr lang="en-GB">
                <a:effectLst/>
                <a:latin typeface="Arial" panose="020B0604020202020204" pitchFamily="34" charset="0"/>
              </a:rPr>
              <a:t> cum </a:t>
            </a:r>
            <a:r>
              <a:rPr lang="en-GB" err="1">
                <a:effectLst/>
                <a:latin typeface="Arial" panose="020B0604020202020204" pitchFamily="34" charset="0"/>
              </a:rPr>
              <a:t>venihicia</a:t>
            </a:r>
            <a:r>
              <a:rPr lang="en-GB">
                <a:effectLst/>
                <a:latin typeface="Arial" panose="020B0604020202020204" pitchFamily="34" charset="0"/>
              </a:rPr>
              <a:t> </a:t>
            </a:r>
            <a:r>
              <a:rPr lang="en-GB" err="1">
                <a:effectLst/>
                <a:latin typeface="Arial" panose="020B0604020202020204" pitchFamily="34" charset="0"/>
              </a:rPr>
              <a:t>exceristo</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p>
          <a:p>
            <a:r>
              <a:rPr lang="en-GB" err="1">
                <a:effectLst/>
                <a:latin typeface="Arial" panose="020B0604020202020204" pitchFamily="34" charset="0"/>
              </a:rPr>
              <a:t>Em</a:t>
            </a:r>
            <a:r>
              <a:rPr lang="en-GB">
                <a:effectLst/>
                <a:latin typeface="Arial" panose="020B0604020202020204" pitchFamily="34" charset="0"/>
              </a:rPr>
              <a:t> dent lam </a:t>
            </a:r>
            <a:r>
              <a:rPr lang="en-GB" err="1">
                <a:effectLst/>
                <a:latin typeface="Arial" panose="020B0604020202020204" pitchFamily="34" charset="0"/>
              </a:rPr>
              <a:t>aliqui</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ipsum </a:t>
            </a:r>
            <a:r>
              <a:rPr lang="en-GB" err="1">
                <a:effectLst/>
                <a:latin typeface="Arial" panose="020B0604020202020204" pitchFamily="34" charset="0"/>
              </a:rPr>
              <a:t>natemqui</a:t>
            </a:r>
            <a:r>
              <a:rPr lang="en-GB">
                <a:effectLst/>
                <a:latin typeface="Arial" panose="020B0604020202020204" pitchFamily="34" charset="0"/>
              </a:rPr>
              <a:t> </a:t>
            </a:r>
            <a:r>
              <a:rPr lang="en-GB" err="1">
                <a:effectLst/>
                <a:latin typeface="Arial" panose="020B0604020202020204" pitchFamily="34" charset="0"/>
              </a:rPr>
              <a:t>torum</a:t>
            </a:r>
            <a:r>
              <a:rPr lang="en-GB">
                <a:effectLst/>
                <a:latin typeface="Arial" panose="020B0604020202020204" pitchFamily="34" charset="0"/>
              </a:rPr>
              <a:t> </a:t>
            </a:r>
            <a:r>
              <a:rPr lang="en-GB" err="1">
                <a:effectLst/>
                <a:latin typeface="Arial" panose="020B0604020202020204" pitchFamily="34" charset="0"/>
              </a:rPr>
              <a:t>doluptatium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aute</a:t>
            </a:r>
            <a:r>
              <a:rPr lang="en-GB">
                <a:effectLst/>
                <a:latin typeface="Arial" panose="020B0604020202020204" pitchFamily="34" charset="0"/>
              </a:rPr>
              <a:t> vent, </a:t>
            </a:r>
            <a:r>
              <a:rPr lang="en-GB" err="1">
                <a:effectLst/>
                <a:latin typeface="Arial" panose="020B0604020202020204" pitchFamily="34" charset="0"/>
              </a:rPr>
              <a:t>omnimusdae</a:t>
            </a:r>
            <a:r>
              <a:rPr lang="en-GB">
                <a:effectLst/>
                <a:latin typeface="Arial" panose="020B0604020202020204" pitchFamily="34" charset="0"/>
              </a:rPr>
              <a:t>.</a:t>
            </a:r>
          </a:p>
          <a:p>
            <a:r>
              <a:rPr lang="en-GB" err="1">
                <a:effectLst/>
                <a:latin typeface="Arial" panose="020B0604020202020204" pitchFamily="34" charset="0"/>
              </a:rPr>
              <a:t>Autem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sitate</a:t>
            </a:r>
            <a:r>
              <a:rPr lang="en-GB">
                <a:effectLst/>
                <a:latin typeface="Arial" panose="020B0604020202020204" pitchFamily="34" charset="0"/>
              </a:rPr>
              <a:t> </a:t>
            </a:r>
            <a:r>
              <a:rPr lang="en-GB" err="1">
                <a:effectLst/>
                <a:latin typeface="Arial" panose="020B0604020202020204" pitchFamily="34" charset="0"/>
              </a:rPr>
              <a:t>volesti</a:t>
            </a:r>
            <a:r>
              <a:rPr lang="en-GB">
                <a:effectLst/>
                <a:latin typeface="Arial" panose="020B0604020202020204" pitchFamily="34" charset="0"/>
              </a:rPr>
              <a:t> </a:t>
            </a:r>
            <a:r>
              <a:rPr lang="en-GB" err="1">
                <a:effectLst/>
                <a:latin typeface="Arial" panose="020B0604020202020204" pitchFamily="34" charset="0"/>
              </a:rPr>
              <a:t>umquam</a:t>
            </a:r>
            <a:r>
              <a:rPr lang="en-GB">
                <a:effectLst/>
                <a:latin typeface="Arial" panose="020B0604020202020204" pitchFamily="34" charset="0"/>
              </a:rPr>
              <a:t> que pa </a:t>
            </a:r>
            <a:r>
              <a:rPr lang="en-GB" err="1">
                <a:effectLst/>
                <a:latin typeface="Arial" panose="020B0604020202020204" pitchFamily="34" charset="0"/>
              </a:rPr>
              <a:t>nimint</a:t>
            </a:r>
            <a:r>
              <a:rPr lang="en-GB">
                <a:effectLst/>
                <a:latin typeface="Arial" panose="020B0604020202020204" pitchFamily="34" charset="0"/>
              </a:rPr>
              <a:t> </a:t>
            </a:r>
            <a:r>
              <a:rPr lang="en-GB" err="1">
                <a:effectLst/>
                <a:latin typeface="Arial" panose="020B0604020202020204" pitchFamily="34" charset="0"/>
              </a:rPr>
              <a:t>quodi</a:t>
            </a:r>
            <a:r>
              <a:rPr lang="en-GB">
                <a:effectLst/>
                <a:latin typeface="Arial" panose="020B0604020202020204" pitchFamily="34" charset="0"/>
              </a:rPr>
              <a:t> </a:t>
            </a:r>
            <a:r>
              <a:rPr lang="en-GB" err="1">
                <a:effectLst/>
                <a:latin typeface="Arial" panose="020B0604020202020204" pitchFamily="34" charset="0"/>
              </a:rPr>
              <a:t>dolut</a:t>
            </a:r>
            <a:r>
              <a:rPr lang="en-GB">
                <a:effectLst/>
                <a:latin typeface="Arial" panose="020B0604020202020204" pitchFamily="34" charset="0"/>
              </a:rPr>
              <a:t> </a:t>
            </a:r>
            <a:r>
              <a:rPr lang="en-GB" err="1">
                <a:effectLst/>
                <a:latin typeface="Arial" panose="020B0604020202020204" pitchFamily="34" charset="0"/>
              </a:rPr>
              <a:t>volupid</a:t>
            </a:r>
            <a:r>
              <a:rPr lang="en-GB">
                <a:effectLst/>
                <a:latin typeface="Arial" panose="020B0604020202020204" pitchFamily="34" charset="0"/>
              </a:rPr>
              <a:t>.</a:t>
            </a:r>
          </a:p>
          <a:p>
            <a:r>
              <a:rPr lang="en-GB" err="1">
                <a:effectLst/>
                <a:latin typeface="Arial" panose="020B0604020202020204" pitchFamily="34" charset="0"/>
              </a:rPr>
              <a:t>Leicium</a:t>
            </a:r>
            <a:r>
              <a:rPr lang="en-GB">
                <a:effectLst/>
                <a:latin typeface="Arial" panose="020B0604020202020204" pitchFamily="34" charset="0"/>
              </a:rPr>
              <a:t> </a:t>
            </a:r>
            <a:r>
              <a:rPr lang="en-GB" err="1">
                <a:effectLst/>
                <a:latin typeface="Arial" panose="020B0604020202020204" pitchFamily="34" charset="0"/>
              </a:rPr>
              <a:t>soluptaspel</a:t>
            </a:r>
            <a:r>
              <a:rPr lang="en-GB">
                <a:effectLst/>
                <a:latin typeface="Arial" panose="020B0604020202020204" pitchFamily="34" charset="0"/>
              </a:rPr>
              <a:t> </a:t>
            </a:r>
            <a:r>
              <a:rPr lang="en-GB" err="1">
                <a:effectLst/>
                <a:latin typeface="Arial" panose="020B0604020202020204" pitchFamily="34" charset="0"/>
              </a:rPr>
              <a:t>ipsaepereped</a:t>
            </a:r>
            <a:r>
              <a:rPr lang="en-GB">
                <a:effectLst/>
                <a:latin typeface="Arial" panose="020B0604020202020204" pitchFamily="34" charset="0"/>
              </a:rPr>
              <a:t> </a:t>
            </a:r>
            <a:r>
              <a:rPr lang="en-GB" err="1">
                <a:effectLst/>
                <a:latin typeface="Arial" panose="020B0604020202020204" pitchFamily="34" charset="0"/>
              </a:rPr>
              <a:t>quibus</a:t>
            </a:r>
            <a:r>
              <a:rPr lang="en-GB">
                <a:effectLst/>
                <a:latin typeface="Arial" panose="020B0604020202020204" pitchFamily="34" charset="0"/>
              </a:rPr>
              <a:t> </a:t>
            </a:r>
            <a:r>
              <a:rPr lang="en-GB" err="1">
                <a:effectLst/>
                <a:latin typeface="Arial" panose="020B0604020202020204" pitchFamily="34" charset="0"/>
              </a:rPr>
              <a:t>eum</a:t>
            </a:r>
            <a:r>
              <a:rPr lang="en-GB">
                <a:effectLst/>
                <a:latin typeface="Arial" panose="020B0604020202020204" pitchFamily="34" charset="0"/>
              </a:rPr>
              <a:t> verum </a:t>
            </a:r>
            <a:r>
              <a:rPr lang="en-GB" err="1">
                <a:effectLst/>
                <a:latin typeface="Arial" panose="020B0604020202020204" pitchFamily="34" charset="0"/>
              </a:rPr>
              <a:t>eum</a:t>
            </a:r>
            <a:r>
              <a:rPr lang="en-GB">
                <a:effectLst/>
                <a:latin typeface="Arial" panose="020B0604020202020204" pitchFamily="34" charset="0"/>
              </a:rPr>
              <a:t> </a:t>
            </a:r>
            <a:r>
              <a:rPr lang="en-GB" err="1">
                <a:effectLst/>
                <a:latin typeface="Arial" panose="020B0604020202020204" pitchFamily="34" charset="0"/>
              </a:rPr>
              <a:t>apietur</a:t>
            </a:r>
            <a:r>
              <a:rPr lang="en-GB">
                <a:effectLst/>
                <a:latin typeface="Arial" panose="020B0604020202020204" pitchFamily="34" charset="0"/>
              </a:rPr>
              <a:t>? </a:t>
            </a:r>
            <a:r>
              <a:rPr lang="en-GB" err="1">
                <a:effectLst/>
                <a:latin typeface="Arial" panose="020B0604020202020204" pitchFamily="34" charset="0"/>
              </a:rPr>
              <a:t>Facc</a:t>
            </a:r>
            <a:endParaRPr lang="en-GB">
              <a:effectLst/>
              <a:latin typeface="Arial" panose="020B0604020202020204" pitchFamily="34" charset="0"/>
            </a:endParaRPr>
          </a:p>
          <a:p>
            <a:r>
              <a:rPr lang="en-GB">
                <a:effectLst/>
                <a:latin typeface="Arial" panose="020B0604020202020204" pitchFamily="34" charset="0"/>
              </a:rPr>
              <a:t>us </a:t>
            </a:r>
            <a:r>
              <a:rPr lang="en-GB" err="1">
                <a:effectLst/>
                <a:latin typeface="Arial" panose="020B0604020202020204" pitchFamily="34" charset="0"/>
              </a:rPr>
              <a:t>placiis</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 </a:t>
            </a:r>
            <a:r>
              <a:rPr lang="en-GB" err="1">
                <a:effectLst/>
                <a:latin typeface="Arial" panose="020B0604020202020204" pitchFamily="34" charset="0"/>
              </a:rPr>
              <a:t>volo</a:t>
            </a:r>
            <a:r>
              <a:rPr lang="en-GB">
                <a:effectLst/>
                <a:latin typeface="Arial" panose="020B0604020202020204" pitchFamily="34" charset="0"/>
              </a:rPr>
              <a:t> </a:t>
            </a:r>
            <a:r>
              <a:rPr lang="en-GB" err="1">
                <a:effectLst/>
                <a:latin typeface="Arial" panose="020B0604020202020204" pitchFamily="34" charset="0"/>
              </a:rPr>
              <a:t>tem</a:t>
            </a:r>
            <a:r>
              <a:rPr lang="en-GB">
                <a:effectLst/>
                <a:latin typeface="Arial" panose="020B0604020202020204" pitchFamily="34" charset="0"/>
              </a:rPr>
              <a:t> </a:t>
            </a:r>
            <a:r>
              <a:rPr lang="en-GB" err="1">
                <a:effectLst/>
                <a:latin typeface="Arial" panose="020B0604020202020204" pitchFamily="34" charset="0"/>
              </a:rPr>
              <a:t>idelis</a:t>
            </a:r>
            <a:r>
              <a:rPr lang="en-GB">
                <a:effectLst/>
                <a:latin typeface="Arial" panose="020B0604020202020204" pitchFamily="34" charset="0"/>
              </a:rPr>
              <a:t> </a:t>
            </a:r>
            <a:r>
              <a:rPr lang="en-GB" err="1">
                <a:effectLst/>
                <a:latin typeface="Arial" panose="020B0604020202020204" pitchFamily="34" charset="0"/>
              </a:rPr>
              <a:t>dolupienimo</a:t>
            </a:r>
            <a:r>
              <a:rPr lang="en-GB">
                <a:effectLst/>
                <a:latin typeface="Arial" panose="020B0604020202020204" pitchFamily="34" charset="0"/>
              </a:rPr>
              <a:t> </a:t>
            </a:r>
            <a:r>
              <a:rPr lang="en-GB" err="1">
                <a:effectLst/>
                <a:latin typeface="Arial" panose="020B0604020202020204" pitchFamily="34" charset="0"/>
              </a:rPr>
              <a:t>ommoluptas</a:t>
            </a:r>
            <a:r>
              <a:rPr lang="en-GB">
                <a:effectLst/>
                <a:latin typeface="Arial" panose="020B0604020202020204" pitchFamily="34" charset="0"/>
              </a:rPr>
              <a:t> quid qui in </a:t>
            </a:r>
            <a:r>
              <a:rPr lang="en-GB" err="1">
                <a:effectLst/>
                <a:latin typeface="Arial" panose="020B0604020202020204" pitchFamily="34" charset="0"/>
              </a:rPr>
              <a:t>nulpa</a:t>
            </a:r>
            <a:r>
              <a:rPr lang="en-GB">
                <a:effectLst/>
                <a:latin typeface="Arial" panose="020B0604020202020204" pitchFamily="34" charset="0"/>
              </a:rPr>
              <a:t> </a:t>
            </a:r>
            <a:r>
              <a:rPr lang="en-GB" err="1">
                <a:effectLst/>
                <a:latin typeface="Arial" panose="020B0604020202020204" pitchFamily="34" charset="0"/>
              </a:rPr>
              <a:t>dest</a:t>
            </a:r>
            <a:r>
              <a:rPr lang="en-GB">
                <a:effectLst/>
                <a:latin typeface="Arial" panose="020B0604020202020204" pitchFamily="34" charset="0"/>
              </a:rPr>
              <a:t>, </a:t>
            </a:r>
            <a:r>
              <a:rPr lang="en-GB" err="1">
                <a:effectLst/>
                <a:latin typeface="Arial" panose="020B0604020202020204" pitchFamily="34" charset="0"/>
              </a:rPr>
              <a:t>cus</a:t>
            </a:r>
            <a:r>
              <a:rPr lang="en-GB">
                <a:effectLst/>
                <a:latin typeface="Arial" panose="020B0604020202020204" pitchFamily="34" charset="0"/>
              </a:rPr>
              <a:t> </a:t>
            </a:r>
            <a:r>
              <a:rPr lang="en-GB" err="1">
                <a:effectLst/>
                <a:latin typeface="Arial" panose="020B0604020202020204" pitchFamily="34" charset="0"/>
              </a:rPr>
              <a:t>nos</a:t>
            </a:r>
            <a:r>
              <a:rPr lang="en-GB">
                <a:effectLst/>
                <a:latin typeface="Arial" panose="020B0604020202020204" pitchFamily="34" charset="0"/>
              </a:rPr>
              <a:t> </a:t>
            </a:r>
            <a:r>
              <a:rPr lang="en-GB" err="1">
                <a:effectLst/>
                <a:latin typeface="Arial" panose="020B0604020202020204" pitchFamily="34" charset="0"/>
              </a:rPr>
              <a:t>dignatium</a:t>
            </a:r>
            <a:r>
              <a:rPr lang="en-GB">
                <a:effectLst/>
                <a:latin typeface="Arial" panose="020B0604020202020204" pitchFamily="34" charset="0"/>
              </a:rPr>
              <a:t> </a:t>
            </a:r>
            <a:r>
              <a:rPr lang="en-GB" err="1">
                <a:effectLst/>
                <a:latin typeface="Arial" panose="020B0604020202020204" pitchFamily="34" charset="0"/>
              </a:rPr>
              <a:t>nectent</a:t>
            </a:r>
            <a:r>
              <a:rPr lang="en-GB">
                <a:effectLst/>
                <a:latin typeface="Arial" panose="020B0604020202020204" pitchFamily="34" charset="0"/>
              </a:rPr>
              <a:t> </a:t>
            </a:r>
            <a:r>
              <a:rPr lang="en-GB" err="1">
                <a:effectLst/>
                <a:latin typeface="Arial" panose="020B0604020202020204" pitchFamily="34" charset="0"/>
              </a:rPr>
              <a:t>oreped</a:t>
            </a:r>
            <a:r>
              <a:rPr lang="en-GB">
                <a:effectLst/>
                <a:latin typeface="Arial" panose="020B0604020202020204" pitchFamily="34" charset="0"/>
              </a:rPr>
              <a:t> et utas </a:t>
            </a:r>
            <a:r>
              <a:rPr lang="en-GB" err="1">
                <a:effectLst/>
                <a:latin typeface="Arial" panose="020B0604020202020204" pitchFamily="34" charset="0"/>
              </a:rPr>
              <a:t>rempori</a:t>
            </a:r>
            <a:r>
              <a:rPr lang="en-GB">
                <a:effectLst/>
                <a:latin typeface="Arial" panose="020B0604020202020204" pitchFamily="34" charset="0"/>
              </a:rPr>
              <a:t> </a:t>
            </a:r>
            <a:r>
              <a:rPr lang="en-GB" err="1">
                <a:effectLst/>
                <a:latin typeface="Arial" panose="020B0604020202020204" pitchFamily="34" charset="0"/>
              </a:rPr>
              <a:t>sequ</a:t>
            </a:r>
            <a:r>
              <a:rPr lang="en-GB">
                <a:effectLst/>
                <a:latin typeface="Arial" panose="020B0604020202020204" pitchFamily="34" charset="0"/>
              </a:rPr>
              <a:t>.</a:t>
            </a:r>
          </a:p>
        </p:txBody>
      </p:sp>
      <p:sp>
        <p:nvSpPr>
          <p:cNvPr id="17" name="Text Placeholder 8">
            <a:extLst>
              <a:ext uri="{FF2B5EF4-FFF2-40B4-BE49-F238E27FC236}">
                <a16:creationId xmlns:a16="http://schemas.microsoft.com/office/drawing/2014/main" id="{BE305900-F553-4E4C-8CA0-C223907F1741}"/>
              </a:ext>
            </a:extLst>
          </p:cNvPr>
          <p:cNvSpPr>
            <a:spLocks noGrp="1"/>
          </p:cNvSpPr>
          <p:nvPr>
            <p:ph type="body" sz="quarter" idx="15" hasCustomPrompt="1"/>
          </p:nvPr>
        </p:nvSpPr>
        <p:spPr>
          <a:xfrm>
            <a:off x="347223" y="5872704"/>
            <a:ext cx="3618979" cy="223296"/>
          </a:xfrm>
          <a:prstGeom prst="rect">
            <a:avLst/>
          </a:prstGeom>
        </p:spPr>
        <p:txBody>
          <a:bodyPr/>
          <a:lstStyle>
            <a:lvl1pPr>
              <a:lnSpc>
                <a:spcPct val="100000"/>
              </a:lnSpc>
              <a:buNone/>
              <a:defRPr sz="700">
                <a:solidFill>
                  <a:schemeClr val="tx1"/>
                </a:solidFill>
              </a:defRPr>
            </a:lvl1pPr>
            <a:lvl2pPr>
              <a:buNone/>
              <a:defRPr sz="500">
                <a:solidFill>
                  <a:schemeClr val="tx1">
                    <a:alpha val="50000"/>
                  </a:schemeClr>
                </a:solidFill>
              </a:defRPr>
            </a:lvl2pPr>
            <a:lvl3pPr>
              <a:buNone/>
              <a:defRPr sz="500">
                <a:solidFill>
                  <a:schemeClr val="tx1">
                    <a:alpha val="50000"/>
                  </a:schemeClr>
                </a:solidFill>
              </a:defRPr>
            </a:lvl3pPr>
            <a:lvl4pPr>
              <a:buNone/>
              <a:defRPr sz="500">
                <a:solidFill>
                  <a:schemeClr val="tx1">
                    <a:alpha val="50000"/>
                  </a:schemeClr>
                </a:solidFill>
              </a:defRPr>
            </a:lvl4pPr>
            <a:lvl5pPr>
              <a:buNone/>
              <a:defRPr sz="500">
                <a:solidFill>
                  <a:schemeClr val="tx1">
                    <a:alpha val="50000"/>
                  </a:schemeClr>
                </a:solidFill>
              </a:defRPr>
            </a:lvl5pPr>
          </a:lstStyle>
          <a:p>
            <a:pPr lvl="0"/>
            <a:r>
              <a:rPr lang="en-GB"/>
              <a:t>Hotel brand name goes here</a:t>
            </a:r>
            <a:endParaRPr lang="en-US"/>
          </a:p>
        </p:txBody>
      </p:sp>
      <p:sp>
        <p:nvSpPr>
          <p:cNvPr id="18" name="Text Placeholder 5">
            <a:extLst>
              <a:ext uri="{FF2B5EF4-FFF2-40B4-BE49-F238E27FC236}">
                <a16:creationId xmlns:a16="http://schemas.microsoft.com/office/drawing/2014/main" id="{4F0A8D7B-10EF-1740-B3E8-9F102E1313EB}"/>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9" name="Text Placeholder 7">
            <a:extLst>
              <a:ext uri="{FF2B5EF4-FFF2-40B4-BE49-F238E27FC236}">
                <a16:creationId xmlns:a16="http://schemas.microsoft.com/office/drawing/2014/main" id="{DE26E370-8F4D-B34E-9981-B45A40A3EF82}"/>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DAFA5E69-A3C2-7547-A999-43FEC5951EB1}"/>
              </a:ext>
            </a:extLst>
          </p:cNvPr>
          <p:cNvSpPr>
            <a:spLocks noGrp="1"/>
          </p:cNvSpPr>
          <p:nvPr>
            <p:ph type="sldNum" sz="quarter" idx="31"/>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55855981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userDrawn="1">
  <p:cSld name="Content Slide – Image + Content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1CFB91-C806-8D41-AEB8-66A5C159DA35}"/>
              </a:ext>
            </a:extLst>
          </p:cNvPr>
          <p:cNvSpPr/>
          <p:nvPr userDrawn="1"/>
        </p:nvSpPr>
        <p:spPr>
          <a:xfrm>
            <a:off x="0" y="0"/>
            <a:ext cx="6096000" cy="6858000"/>
          </a:xfrm>
          <a:prstGeom prst="rect">
            <a:avLst/>
          </a:prstGeom>
          <a:solidFill>
            <a:srgbClr val="1E44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0" name="Picture Placeholder 3">
            <a:extLst>
              <a:ext uri="{FF2B5EF4-FFF2-40B4-BE49-F238E27FC236}">
                <a16:creationId xmlns:a16="http://schemas.microsoft.com/office/drawing/2014/main" id="{18057AE8-4D76-1A47-BD43-6B088AA398AD}"/>
              </a:ext>
            </a:extLst>
          </p:cNvPr>
          <p:cNvSpPr>
            <a:spLocks noGrp="1"/>
          </p:cNvSpPr>
          <p:nvPr>
            <p:ph type="pic" sz="quarter" idx="30" hasCustomPrompt="1"/>
          </p:nvPr>
        </p:nvSpPr>
        <p:spPr>
          <a:xfrm>
            <a:off x="998934" y="1448329"/>
            <a:ext cx="4098133" cy="3961342"/>
          </a:xfrm>
          <a:prstGeom prst="rect">
            <a:avLst/>
          </a:prstGeom>
          <a:solidFill>
            <a:srgbClr val="C2C7CA"/>
          </a:solidFill>
        </p:spPr>
        <p:txBody>
          <a:bodyPr anchor="ctr" anchorCtr="0"/>
          <a:lstStyle>
            <a:lvl1pPr algn="ctr">
              <a:buFontTx/>
              <a:buNone/>
              <a:defRPr sz="1500">
                <a:solidFill>
                  <a:srgbClr val="262626"/>
                </a:solidFill>
              </a:defRPr>
            </a:lvl1pPr>
          </a:lstStyle>
          <a:p>
            <a:r>
              <a:rPr lang="en-US"/>
              <a:t>Insert image here</a:t>
            </a:r>
          </a:p>
        </p:txBody>
      </p:sp>
      <p:sp>
        <p:nvSpPr>
          <p:cNvPr id="5" name="Text Placeholder 7">
            <a:extLst>
              <a:ext uri="{FF2B5EF4-FFF2-40B4-BE49-F238E27FC236}">
                <a16:creationId xmlns:a16="http://schemas.microsoft.com/office/drawing/2014/main" id="{FA755B49-F1BF-A842-A657-EF5A4EFCF900}"/>
              </a:ext>
            </a:extLst>
          </p:cNvPr>
          <p:cNvSpPr>
            <a:spLocks noGrp="1"/>
          </p:cNvSpPr>
          <p:nvPr>
            <p:ph type="body" sz="quarter" idx="22" hasCustomPrompt="1"/>
          </p:nvPr>
        </p:nvSpPr>
        <p:spPr>
          <a:xfrm>
            <a:off x="754707" y="1083733"/>
            <a:ext cx="4587910" cy="584730"/>
          </a:xfrm>
          <a:prstGeom prst="rect">
            <a:avLst/>
          </a:prstGeom>
        </p:spPr>
        <p:txBody>
          <a:bodyPr anchor="t"/>
          <a:lstStyle>
            <a:lvl1pPr marL="0" indent="0" algn="ctr">
              <a:lnSpc>
                <a:spcPct val="100000"/>
              </a:lnSpc>
              <a:spcBef>
                <a:spcPts val="0"/>
              </a:spcBef>
              <a:buNone/>
              <a:defRPr sz="3750">
                <a:solidFill>
                  <a:schemeClr val="bg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Content title</a:t>
            </a:r>
          </a:p>
        </p:txBody>
      </p:sp>
      <p:pic>
        <p:nvPicPr>
          <p:cNvPr id="9" name="Picture 8" descr="Shape&#10;&#10;Description automatically generated with medium confidence">
            <a:extLst>
              <a:ext uri="{FF2B5EF4-FFF2-40B4-BE49-F238E27FC236}">
                <a16:creationId xmlns:a16="http://schemas.microsoft.com/office/drawing/2014/main" id="{BB59885E-792D-AC4B-AA80-1B2C4B42A7A1}"/>
              </a:ext>
            </a:extLst>
          </p:cNvPr>
          <p:cNvPicPr>
            <a:picLocks noChangeAspect="1"/>
          </p:cNvPicPr>
          <p:nvPr userDrawn="1"/>
        </p:nvPicPr>
        <p:blipFill>
          <a:blip r:embed="rId2"/>
          <a:stretch>
            <a:fillRect/>
          </a:stretch>
        </p:blipFill>
        <p:spPr>
          <a:xfrm>
            <a:off x="10895872" y="6497324"/>
            <a:ext cx="1213995" cy="339897"/>
          </a:xfrm>
          <a:prstGeom prst="rect">
            <a:avLst/>
          </a:prstGeom>
        </p:spPr>
      </p:pic>
      <p:sp>
        <p:nvSpPr>
          <p:cNvPr id="10" name="Slide Number Placeholder 5">
            <a:extLst>
              <a:ext uri="{FF2B5EF4-FFF2-40B4-BE49-F238E27FC236}">
                <a16:creationId xmlns:a16="http://schemas.microsoft.com/office/drawing/2014/main" id="{30F41468-29F6-1A40-8B1C-A9CEDE77BB9B}"/>
              </a:ext>
            </a:extLst>
          </p:cNvPr>
          <p:cNvSpPr>
            <a:spLocks noGrp="1"/>
          </p:cNvSpPr>
          <p:nvPr>
            <p:ph type="sldNum" sz="quarter" idx="4"/>
          </p:nvPr>
        </p:nvSpPr>
        <p:spPr>
          <a:xfrm>
            <a:off x="191336" y="6471445"/>
            <a:ext cx="750936" cy="386556"/>
          </a:xfrm>
          <a:prstGeom prst="rect">
            <a:avLst/>
          </a:prstGeom>
        </p:spPr>
        <p:txBody>
          <a:bodyPr vert="horz" lIns="0" tIns="0" rIns="0" bIns="0" rtlCol="0" anchor="ctr"/>
          <a:lstStyle>
            <a:lvl1pPr algn="l">
              <a:defRPr sz="800" b="0" i="0">
                <a:solidFill>
                  <a:schemeClr val="bg1"/>
                </a:solidFill>
                <a:latin typeface="Arial" panose="020B0604020202020204" pitchFamily="34" charset="0"/>
                <a:cs typeface="Arial" panose="020B0604020202020204" pitchFamily="34" charset="0"/>
              </a:defRPr>
            </a:lvl1pPr>
          </a:lstStyle>
          <a:p>
            <a:fld id="{BF1B362E-304B-D74F-8E05-F581CCD55911}" type="slidenum">
              <a:rPr lang="en-US" smtClean="0"/>
              <a:pPr/>
              <a:t>‹#›</a:t>
            </a:fld>
            <a:endParaRPr lang="en-US"/>
          </a:p>
        </p:txBody>
      </p:sp>
      <p:sp>
        <p:nvSpPr>
          <p:cNvPr id="8" name="Text Placeholder 7">
            <a:extLst>
              <a:ext uri="{FF2B5EF4-FFF2-40B4-BE49-F238E27FC236}">
                <a16:creationId xmlns:a16="http://schemas.microsoft.com/office/drawing/2014/main" id="{18192EA2-72F6-CC46-BDC2-D45B9A2B58C4}"/>
              </a:ext>
            </a:extLst>
          </p:cNvPr>
          <p:cNvSpPr>
            <a:spLocks noGrp="1"/>
          </p:cNvSpPr>
          <p:nvPr>
            <p:ph type="body" sz="quarter" idx="23" hasCustomPrompt="1"/>
          </p:nvPr>
        </p:nvSpPr>
        <p:spPr>
          <a:xfrm>
            <a:off x="754707" y="5054600"/>
            <a:ext cx="4587910" cy="584730"/>
          </a:xfrm>
          <a:prstGeom prst="rect">
            <a:avLst/>
          </a:prstGeom>
        </p:spPr>
        <p:txBody>
          <a:bodyPr anchor="t"/>
          <a:lstStyle>
            <a:lvl1pPr marL="0" algn="ctr">
              <a:lnSpc>
                <a:spcPct val="100000"/>
              </a:lnSpc>
              <a:spcBef>
                <a:spcPts val="0"/>
              </a:spcBef>
              <a:buNone/>
              <a:defRPr sz="3750">
                <a:solidFill>
                  <a:schemeClr val="bg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Content title</a:t>
            </a:r>
          </a:p>
        </p:txBody>
      </p:sp>
      <p:sp>
        <p:nvSpPr>
          <p:cNvPr id="12" name="Text Placeholder 7">
            <a:extLst>
              <a:ext uri="{FF2B5EF4-FFF2-40B4-BE49-F238E27FC236}">
                <a16:creationId xmlns:a16="http://schemas.microsoft.com/office/drawing/2014/main" id="{D9C2FC27-BE4F-A540-B533-6DD71004AA82}"/>
              </a:ext>
            </a:extLst>
          </p:cNvPr>
          <p:cNvSpPr>
            <a:spLocks noGrp="1"/>
          </p:cNvSpPr>
          <p:nvPr>
            <p:ph type="body" sz="quarter" idx="24" hasCustomPrompt="1"/>
          </p:nvPr>
        </p:nvSpPr>
        <p:spPr>
          <a:xfrm>
            <a:off x="7313890" y="948182"/>
            <a:ext cx="3660219" cy="261471"/>
          </a:xfrm>
          <a:prstGeom prst="rect">
            <a:avLst/>
          </a:prstGeom>
        </p:spPr>
        <p:txBody>
          <a:bodyPr lIns="0" tIns="0" rIns="0" bIns="0" anchor="t"/>
          <a:lstStyle>
            <a:lvl1pPr marL="0" indent="0" algn="l">
              <a:lnSpc>
                <a:spcPct val="100000"/>
              </a:lnSpc>
              <a:spcBef>
                <a:spcPts val="0"/>
              </a:spcBef>
              <a:buNone/>
              <a:defRPr sz="1500">
                <a:solidFill>
                  <a:schemeClr val="accent1"/>
                </a:solidFill>
                <a:latin typeface="Arial" panose="020B0604020202020204" pitchFamily="34" charset="0"/>
                <a:cs typeface="Arial" panose="020B0604020202020204" pitchFamily="34" charset="0"/>
              </a:defRPr>
            </a:lvl1pPr>
          </a:lstStyle>
          <a:p>
            <a:r>
              <a:rPr lang="en-GB" err="1">
                <a:effectLst/>
                <a:latin typeface="Arial" panose="020B0604020202020204" pitchFamily="34" charset="0"/>
              </a:rPr>
              <a:t>Subheader</a:t>
            </a:r>
            <a:r>
              <a:rPr lang="en-GB">
                <a:effectLst/>
                <a:latin typeface="Arial" panose="020B0604020202020204" pitchFamily="34" charset="0"/>
              </a:rPr>
              <a:t> 01</a:t>
            </a:r>
          </a:p>
        </p:txBody>
      </p:sp>
      <p:sp>
        <p:nvSpPr>
          <p:cNvPr id="15" name="Text Placeholder 14">
            <a:extLst>
              <a:ext uri="{FF2B5EF4-FFF2-40B4-BE49-F238E27FC236}">
                <a16:creationId xmlns:a16="http://schemas.microsoft.com/office/drawing/2014/main" id="{D85F9D05-767E-F449-B433-4C332FBC7DF2}"/>
              </a:ext>
            </a:extLst>
          </p:cNvPr>
          <p:cNvSpPr>
            <a:spLocks noGrp="1"/>
          </p:cNvSpPr>
          <p:nvPr>
            <p:ph type="body" sz="quarter" idx="25" hasCustomPrompt="1"/>
          </p:nvPr>
        </p:nvSpPr>
        <p:spPr>
          <a:xfrm>
            <a:off x="7313890" y="1323909"/>
            <a:ext cx="3660219" cy="1057601"/>
          </a:xfrm>
          <a:prstGeom prst="rect">
            <a:avLst/>
          </a:prstGeom>
        </p:spPr>
        <p:txBody>
          <a:bodyPr lIns="0" tIns="0" rIns="0" bIns="0"/>
          <a:lstStyle>
            <a:lvl1pPr marL="126000" indent="-126000">
              <a:lnSpc>
                <a:spcPct val="100000"/>
              </a:lnSpc>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luptaqui</a:t>
            </a:r>
            <a:r>
              <a:rPr lang="en-GB">
                <a:effectLst/>
                <a:latin typeface="Arial" panose="020B0604020202020204" pitchFamily="34" charset="0"/>
              </a:rPr>
              <a:t> </a:t>
            </a:r>
            <a:r>
              <a:rPr lang="en-GB" err="1">
                <a:effectLst/>
                <a:latin typeface="Arial" panose="020B0604020202020204" pitchFamily="34" charset="0"/>
              </a:rPr>
              <a:t>ra</a:t>
            </a:r>
            <a:r>
              <a:rPr lang="en-GB">
                <a:effectLst/>
                <a:latin typeface="Arial" panose="020B0604020202020204" pitchFamily="34" charset="0"/>
              </a:rPr>
              <a:t> </a:t>
            </a:r>
            <a:r>
              <a:rPr lang="en-GB" err="1">
                <a:effectLst/>
                <a:latin typeface="Arial" panose="020B0604020202020204" pitchFamily="34" charset="0"/>
              </a:rPr>
              <a:t>sinctus</a:t>
            </a:r>
            <a:r>
              <a:rPr lang="en-GB">
                <a:effectLst/>
                <a:latin typeface="Arial" panose="020B0604020202020204" pitchFamily="34" charset="0"/>
              </a:rPr>
              <a:t> </a:t>
            </a:r>
            <a:r>
              <a:rPr lang="en-GB" err="1">
                <a:effectLst/>
                <a:latin typeface="Arial" panose="020B0604020202020204" pitchFamily="34" charset="0"/>
              </a:rPr>
              <a:t>alignisqui</a:t>
            </a:r>
            <a:r>
              <a:rPr lang="en-GB">
                <a:effectLst/>
                <a:latin typeface="Arial" panose="020B0604020202020204" pitchFamily="34" charset="0"/>
              </a:rPr>
              <a:t>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sintur</a:t>
            </a:r>
            <a:r>
              <a:rPr lang="en-GB">
                <a:effectLst/>
                <a:latin typeface="Arial" panose="020B0604020202020204" pitchFamily="34" charset="0"/>
              </a:rPr>
              <a:t> </a:t>
            </a:r>
            <a:r>
              <a:rPr lang="en-GB" err="1">
                <a:effectLst/>
                <a:latin typeface="Arial" panose="020B0604020202020204" pitchFamily="34" charset="0"/>
              </a:rPr>
              <a:t>minvell</a:t>
            </a:r>
            <a:r>
              <a:rPr lang="en-GB">
                <a:effectLst/>
                <a:latin typeface="Arial" panose="020B0604020202020204" pitchFamily="34" charset="0"/>
              </a:rPr>
              <a:t> </a:t>
            </a:r>
            <a:r>
              <a:rPr lang="en-GB" err="1">
                <a:effectLst/>
                <a:latin typeface="Arial" panose="020B0604020202020204" pitchFamily="34" charset="0"/>
              </a:rPr>
              <a:t>ibusam</a:t>
            </a:r>
            <a:r>
              <a:rPr lang="en-GB">
                <a:effectLst/>
                <a:latin typeface="Arial" panose="020B0604020202020204" pitchFamily="34" charset="0"/>
              </a:rPr>
              <a:t> es di </a:t>
            </a:r>
            <a:r>
              <a:rPr lang="en-GB" err="1">
                <a:effectLst/>
                <a:latin typeface="Arial" panose="020B0604020202020204" pitchFamily="34" charset="0"/>
              </a:rPr>
              <a:t>comnihita</a:t>
            </a:r>
            <a:r>
              <a:rPr lang="en-GB">
                <a:effectLst/>
                <a:latin typeface="Arial" panose="020B0604020202020204" pitchFamily="34" charset="0"/>
              </a:rPr>
              <a:t> </a:t>
            </a:r>
            <a:r>
              <a:rPr lang="en-GB" err="1">
                <a:effectLst/>
                <a:latin typeface="Arial" panose="020B0604020202020204" pitchFamily="34" charset="0"/>
              </a:rPr>
              <a:t>doluptatem</a:t>
            </a:r>
            <a:r>
              <a:rPr lang="en-GB">
                <a:effectLst/>
                <a:latin typeface="Arial" panose="020B0604020202020204" pitchFamily="34" charset="0"/>
              </a:rPr>
              <a:t> con </a:t>
            </a:r>
            <a:r>
              <a:rPr lang="en-GB" err="1">
                <a:effectLst/>
                <a:latin typeface="Arial" panose="020B0604020202020204" pitchFamily="34" charset="0"/>
              </a:rPr>
              <a:t>cus</a:t>
            </a:r>
            <a:r>
              <a:rPr lang="en-GB">
                <a:effectLst/>
                <a:latin typeface="Arial" panose="020B0604020202020204" pitchFamily="34" charset="0"/>
              </a:rPr>
              <a:t> et a </a:t>
            </a:r>
            <a:r>
              <a:rPr lang="en-GB" err="1">
                <a:effectLst/>
                <a:latin typeface="Arial" panose="020B0604020202020204" pitchFamily="34" charset="0"/>
              </a:rPr>
              <a:t>quatem</a:t>
            </a:r>
            <a:r>
              <a:rPr lang="en-GB">
                <a:effectLst/>
                <a:latin typeface="Arial" panose="020B0604020202020204" pitchFamily="34" charset="0"/>
              </a:rPr>
              <a:t> vera por </a:t>
            </a:r>
            <a:r>
              <a:rPr lang="en-GB" err="1">
                <a:effectLst/>
                <a:latin typeface="Arial" panose="020B0604020202020204" pitchFamily="34" charset="0"/>
              </a:rPr>
              <a:t>magnis</a:t>
            </a:r>
            <a:r>
              <a:rPr lang="en-GB">
                <a:effectLst/>
                <a:latin typeface="Arial" panose="020B0604020202020204" pitchFamily="34" charset="0"/>
              </a:rPr>
              <a:t> </a:t>
            </a:r>
            <a:r>
              <a:rPr lang="en-GB" err="1">
                <a:effectLst/>
                <a:latin typeface="Arial" panose="020B0604020202020204" pitchFamily="34" charset="0"/>
              </a:rPr>
              <a:t>numquam</a:t>
            </a:r>
            <a:r>
              <a:rPr lang="en-GB">
                <a:effectLst/>
                <a:latin typeface="Arial" panose="020B0604020202020204" pitchFamily="34" charset="0"/>
              </a:rPr>
              <a:t> </a:t>
            </a:r>
            <a:r>
              <a:rPr lang="en-GB" err="1">
                <a:effectLst/>
                <a:latin typeface="Arial" panose="020B0604020202020204" pitchFamily="34" charset="0"/>
              </a:rPr>
              <a:t>si</a:t>
            </a:r>
            <a:r>
              <a:rPr lang="en-GB">
                <a:effectLst/>
                <a:latin typeface="Arial" panose="020B0604020202020204" pitchFamily="34" charset="0"/>
              </a:rPr>
              <a:t> </a:t>
            </a:r>
            <a:r>
              <a:rPr lang="en-GB" err="1">
                <a:effectLst/>
                <a:latin typeface="Arial" panose="020B0604020202020204" pitchFamily="34" charset="0"/>
              </a:rPr>
              <a:t>doluptiusant</a:t>
            </a:r>
            <a:r>
              <a:rPr lang="en-GB">
                <a:effectLst/>
                <a:latin typeface="Arial" panose="020B0604020202020204" pitchFamily="34" charset="0"/>
              </a:rPr>
              <a:t> </a:t>
            </a:r>
            <a:r>
              <a:rPr lang="en-GB" err="1">
                <a:effectLst/>
                <a:latin typeface="Arial" panose="020B0604020202020204" pitchFamily="34" charset="0"/>
              </a:rPr>
              <a:t>periaerum</a:t>
            </a:r>
            <a:r>
              <a:rPr lang="en-GB">
                <a:effectLst/>
                <a:latin typeface="Arial" panose="020B0604020202020204" pitchFamily="34" charset="0"/>
              </a:rPr>
              <a:t> </a:t>
            </a:r>
            <a:r>
              <a:rPr lang="en-GB" err="1">
                <a:effectLst/>
                <a:latin typeface="Arial" panose="020B0604020202020204" pitchFamily="34" charset="0"/>
              </a:rPr>
              <a:t>voloreriam</a:t>
            </a:r>
            <a:r>
              <a:rPr lang="en-GB">
                <a:effectLst/>
                <a:latin typeface="Arial" panose="020B0604020202020204" pitchFamily="34" charset="0"/>
              </a:rPr>
              <a:t> ipsum </a:t>
            </a:r>
            <a:r>
              <a:rPr lang="en-GB" err="1">
                <a:effectLst/>
                <a:latin typeface="Arial" panose="020B0604020202020204" pitchFamily="34" charset="0"/>
              </a:rPr>
              <a:t>essi</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volor</a:t>
            </a:r>
            <a:r>
              <a:rPr lang="en-GB">
                <a:effectLst/>
                <a:latin typeface="Arial" panose="020B0604020202020204" pitchFamily="34" charset="0"/>
              </a:rPr>
              <a:t> </a:t>
            </a:r>
            <a:r>
              <a:rPr lang="en-GB" err="1">
                <a:effectLst/>
                <a:latin typeface="Arial" panose="020B0604020202020204" pitchFamily="34" charset="0"/>
              </a:rPr>
              <a:t>sa</a:t>
            </a:r>
            <a:endParaRPr lang="en-GB">
              <a:effectLst/>
              <a:latin typeface="Arial" panose="020B0604020202020204" pitchFamily="34" charset="0"/>
            </a:endParaRPr>
          </a:p>
          <a:p>
            <a:r>
              <a:rPr lang="en-GB" err="1">
                <a:effectLst/>
                <a:latin typeface="Arial" panose="020B0604020202020204" pitchFamily="34" charset="0"/>
              </a:rPr>
              <a:t>Dolecullabo</a:t>
            </a:r>
            <a:r>
              <a:rPr lang="en-GB">
                <a:effectLst/>
                <a:latin typeface="Arial" panose="020B0604020202020204" pitchFamily="34" charset="0"/>
              </a:rPr>
              <a:t>. Ut </a:t>
            </a:r>
            <a:r>
              <a:rPr lang="en-GB" err="1">
                <a:effectLst/>
                <a:latin typeface="Arial" panose="020B0604020202020204" pitchFamily="34" charset="0"/>
              </a:rPr>
              <a:t>andamet</a:t>
            </a:r>
            <a:r>
              <a:rPr lang="en-GB">
                <a:effectLst/>
                <a:latin typeface="Arial" panose="020B0604020202020204" pitchFamily="34" charset="0"/>
              </a:rPr>
              <a:t> </a:t>
            </a:r>
            <a:r>
              <a:rPr lang="en-GB" err="1">
                <a:effectLst/>
                <a:latin typeface="Arial" panose="020B0604020202020204" pitchFamily="34" charset="0"/>
              </a:rPr>
              <a:t>alibus</a:t>
            </a:r>
            <a:r>
              <a:rPr lang="en-GB">
                <a:effectLst/>
                <a:latin typeface="Arial" panose="020B0604020202020204" pitchFamily="34" charset="0"/>
              </a:rPr>
              <a:t>, sae </a:t>
            </a:r>
            <a:r>
              <a:rPr lang="en-GB" err="1">
                <a:effectLst/>
                <a:latin typeface="Arial" panose="020B0604020202020204" pitchFamily="34" charset="0"/>
              </a:rPr>
              <a:t>dem</a:t>
            </a:r>
            <a:r>
              <a:rPr lang="en-GB">
                <a:effectLst/>
                <a:latin typeface="Arial" panose="020B0604020202020204" pitchFamily="34" charset="0"/>
              </a:rPr>
              <a:t> </a:t>
            </a:r>
            <a:r>
              <a:rPr lang="en-GB" err="1">
                <a:effectLst/>
                <a:latin typeface="Arial" panose="020B0604020202020204" pitchFamily="34" charset="0"/>
              </a:rPr>
              <a:t>facearu</a:t>
            </a:r>
            <a:r>
              <a:rPr lang="en-GB">
                <a:effectLst/>
                <a:latin typeface="Arial" panose="020B0604020202020204" pitchFamily="34" charset="0"/>
              </a:rPr>
              <a:t> </a:t>
            </a:r>
            <a:r>
              <a:rPr lang="en-GB" err="1">
                <a:effectLst/>
                <a:latin typeface="Arial" panose="020B0604020202020204" pitchFamily="34" charset="0"/>
              </a:rPr>
              <a:t>mquodit</a:t>
            </a:r>
            <a:r>
              <a:rPr lang="en-GB">
                <a:effectLst/>
                <a:latin typeface="Arial" panose="020B0604020202020204" pitchFamily="34" charset="0"/>
              </a:rPr>
              <a:t>, in </a:t>
            </a:r>
            <a:r>
              <a:rPr lang="en-GB" err="1">
                <a:effectLst/>
                <a:latin typeface="Arial" panose="020B0604020202020204" pitchFamily="34" charset="0"/>
              </a:rPr>
              <a:t>everro</a:t>
            </a:r>
            <a:r>
              <a:rPr lang="en-GB">
                <a:effectLst/>
                <a:latin typeface="Arial" panose="020B0604020202020204" pitchFamily="34" charset="0"/>
              </a:rPr>
              <a:t> </a:t>
            </a:r>
            <a:r>
              <a:rPr lang="en-GB" err="1">
                <a:effectLst/>
                <a:latin typeface="Arial" panose="020B0604020202020204" pitchFamily="34" charset="0"/>
              </a:rPr>
              <a:t>eos</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et </a:t>
            </a:r>
            <a:r>
              <a:rPr lang="en-GB" err="1">
                <a:effectLst/>
                <a:latin typeface="Arial" panose="020B0604020202020204" pitchFamily="34" charset="0"/>
              </a:rPr>
              <a:t>quaectem</a:t>
            </a:r>
            <a:r>
              <a:rPr lang="en-GB">
                <a:effectLst/>
                <a:latin typeface="Arial" panose="020B0604020202020204" pitchFamily="34" charset="0"/>
              </a:rPr>
              <a:t> </a:t>
            </a:r>
            <a:r>
              <a:rPr lang="en-GB" err="1">
                <a:effectLst/>
                <a:latin typeface="Arial" panose="020B0604020202020204" pitchFamily="34" charset="0"/>
              </a:rPr>
              <a:t>susciis</a:t>
            </a:r>
            <a:r>
              <a:rPr lang="en-GB">
                <a:effectLst/>
                <a:latin typeface="Arial" panose="020B0604020202020204" pitchFamily="34" charset="0"/>
              </a:rPr>
              <a:t> </a:t>
            </a:r>
            <a:r>
              <a:rPr lang="en-GB" err="1">
                <a:effectLst/>
                <a:latin typeface="Arial" panose="020B0604020202020204" pitchFamily="34" charset="0"/>
              </a:rPr>
              <a:t>est</a:t>
            </a:r>
            <a:r>
              <a:rPr lang="en-GB">
                <a:effectLst/>
                <a:latin typeface="Arial" panose="020B0604020202020204" pitchFamily="34" charset="0"/>
              </a:rPr>
              <a:t>, </a:t>
            </a:r>
            <a:r>
              <a:rPr lang="en-GB" err="1">
                <a:effectLst/>
                <a:latin typeface="Arial" panose="020B0604020202020204" pitchFamily="34" charset="0"/>
              </a:rPr>
              <a:t>quatur</a:t>
            </a:r>
            <a:r>
              <a:rPr lang="en-GB">
                <a:effectLst/>
                <a:latin typeface="Arial" panose="020B0604020202020204" pitchFamily="34" charset="0"/>
              </a:rPr>
              <a:t>, </a:t>
            </a:r>
            <a:r>
              <a:rPr lang="en-GB" err="1">
                <a:effectLst/>
                <a:latin typeface="Arial" panose="020B0604020202020204" pitchFamily="34" charset="0"/>
              </a:rPr>
              <a:t>sintem</a:t>
            </a:r>
            <a:r>
              <a:rPr lang="en-GB">
                <a:effectLst/>
                <a:latin typeface="Arial" panose="020B0604020202020204" pitchFamily="34" charset="0"/>
              </a:rPr>
              <a:t> quate.</a:t>
            </a:r>
          </a:p>
        </p:txBody>
      </p:sp>
      <p:sp>
        <p:nvSpPr>
          <p:cNvPr id="16" name="Text Placeholder 7">
            <a:extLst>
              <a:ext uri="{FF2B5EF4-FFF2-40B4-BE49-F238E27FC236}">
                <a16:creationId xmlns:a16="http://schemas.microsoft.com/office/drawing/2014/main" id="{50DB282D-F010-5540-ADFA-A0D33A7DC6F7}"/>
              </a:ext>
            </a:extLst>
          </p:cNvPr>
          <p:cNvSpPr>
            <a:spLocks noGrp="1"/>
          </p:cNvSpPr>
          <p:nvPr>
            <p:ph type="body" sz="quarter" idx="26" hasCustomPrompt="1"/>
          </p:nvPr>
        </p:nvSpPr>
        <p:spPr>
          <a:xfrm>
            <a:off x="7313890" y="2750088"/>
            <a:ext cx="3660219" cy="261471"/>
          </a:xfrm>
          <a:prstGeom prst="rect">
            <a:avLst/>
          </a:prstGeom>
        </p:spPr>
        <p:txBody>
          <a:bodyPr lIns="0" tIns="0" rIns="0" bIns="0" anchor="t"/>
          <a:lstStyle>
            <a:lvl1pPr marL="0" indent="0" algn="l">
              <a:lnSpc>
                <a:spcPct val="100000"/>
              </a:lnSpc>
              <a:spcBef>
                <a:spcPts val="0"/>
              </a:spcBef>
              <a:buNone/>
              <a:defRPr sz="1500">
                <a:solidFill>
                  <a:schemeClr val="accent1"/>
                </a:solidFill>
                <a:latin typeface="Arial" panose="020B0604020202020204" pitchFamily="34" charset="0"/>
                <a:cs typeface="Arial" panose="020B0604020202020204" pitchFamily="34" charset="0"/>
              </a:defRPr>
            </a:lvl1pPr>
          </a:lstStyle>
          <a:p>
            <a:r>
              <a:rPr lang="en-GB" err="1">
                <a:effectLst/>
                <a:latin typeface="Arial" panose="020B0604020202020204" pitchFamily="34" charset="0"/>
              </a:rPr>
              <a:t>Subheader</a:t>
            </a:r>
            <a:r>
              <a:rPr lang="en-GB">
                <a:effectLst/>
                <a:latin typeface="Arial" panose="020B0604020202020204" pitchFamily="34" charset="0"/>
              </a:rPr>
              <a:t> 02</a:t>
            </a:r>
          </a:p>
        </p:txBody>
      </p:sp>
      <p:sp>
        <p:nvSpPr>
          <p:cNvPr id="17" name="Text Placeholder 14">
            <a:extLst>
              <a:ext uri="{FF2B5EF4-FFF2-40B4-BE49-F238E27FC236}">
                <a16:creationId xmlns:a16="http://schemas.microsoft.com/office/drawing/2014/main" id="{F6655E9E-2403-CB48-8E32-DBB497DDCEE9}"/>
              </a:ext>
            </a:extLst>
          </p:cNvPr>
          <p:cNvSpPr>
            <a:spLocks noGrp="1"/>
          </p:cNvSpPr>
          <p:nvPr>
            <p:ph type="body" sz="quarter" idx="27" hasCustomPrompt="1"/>
          </p:nvPr>
        </p:nvSpPr>
        <p:spPr>
          <a:xfrm>
            <a:off x="7313890" y="3125815"/>
            <a:ext cx="3660219" cy="1057601"/>
          </a:xfrm>
          <a:prstGeom prst="rect">
            <a:avLst/>
          </a:prstGeom>
        </p:spPr>
        <p:txBody>
          <a:bodyPr lIns="0" tIns="0" rIns="0" bIns="0"/>
          <a:lstStyle>
            <a:lvl1pPr marL="126000" indent="-126000">
              <a:lnSpc>
                <a:spcPct val="100000"/>
              </a:lnSpc>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luptaqui</a:t>
            </a:r>
            <a:r>
              <a:rPr lang="en-GB">
                <a:effectLst/>
                <a:latin typeface="Arial" panose="020B0604020202020204" pitchFamily="34" charset="0"/>
              </a:rPr>
              <a:t> </a:t>
            </a:r>
            <a:r>
              <a:rPr lang="en-GB" err="1">
                <a:effectLst/>
                <a:latin typeface="Arial" panose="020B0604020202020204" pitchFamily="34" charset="0"/>
              </a:rPr>
              <a:t>ra</a:t>
            </a:r>
            <a:r>
              <a:rPr lang="en-GB">
                <a:effectLst/>
                <a:latin typeface="Arial" panose="020B0604020202020204" pitchFamily="34" charset="0"/>
              </a:rPr>
              <a:t> </a:t>
            </a:r>
            <a:r>
              <a:rPr lang="en-GB" err="1">
                <a:effectLst/>
                <a:latin typeface="Arial" panose="020B0604020202020204" pitchFamily="34" charset="0"/>
              </a:rPr>
              <a:t>sinctus</a:t>
            </a:r>
            <a:r>
              <a:rPr lang="en-GB">
                <a:effectLst/>
                <a:latin typeface="Arial" panose="020B0604020202020204" pitchFamily="34" charset="0"/>
              </a:rPr>
              <a:t> </a:t>
            </a:r>
            <a:r>
              <a:rPr lang="en-GB" err="1">
                <a:effectLst/>
                <a:latin typeface="Arial" panose="020B0604020202020204" pitchFamily="34" charset="0"/>
              </a:rPr>
              <a:t>alignisqui</a:t>
            </a:r>
            <a:r>
              <a:rPr lang="en-GB">
                <a:effectLst/>
                <a:latin typeface="Arial" panose="020B0604020202020204" pitchFamily="34" charset="0"/>
              </a:rPr>
              <a:t>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sintur</a:t>
            </a:r>
            <a:r>
              <a:rPr lang="en-GB">
                <a:effectLst/>
                <a:latin typeface="Arial" panose="020B0604020202020204" pitchFamily="34" charset="0"/>
              </a:rPr>
              <a:t> </a:t>
            </a:r>
            <a:r>
              <a:rPr lang="en-GB" err="1">
                <a:effectLst/>
                <a:latin typeface="Arial" panose="020B0604020202020204" pitchFamily="34" charset="0"/>
              </a:rPr>
              <a:t>minvell</a:t>
            </a:r>
            <a:r>
              <a:rPr lang="en-GB">
                <a:effectLst/>
                <a:latin typeface="Arial" panose="020B0604020202020204" pitchFamily="34" charset="0"/>
              </a:rPr>
              <a:t> </a:t>
            </a:r>
            <a:r>
              <a:rPr lang="en-GB" err="1">
                <a:effectLst/>
                <a:latin typeface="Arial" panose="020B0604020202020204" pitchFamily="34" charset="0"/>
              </a:rPr>
              <a:t>ibusam</a:t>
            </a:r>
            <a:r>
              <a:rPr lang="en-GB">
                <a:effectLst/>
                <a:latin typeface="Arial" panose="020B0604020202020204" pitchFamily="34" charset="0"/>
              </a:rPr>
              <a:t> es di </a:t>
            </a:r>
            <a:r>
              <a:rPr lang="en-GB" err="1">
                <a:effectLst/>
                <a:latin typeface="Arial" panose="020B0604020202020204" pitchFamily="34" charset="0"/>
              </a:rPr>
              <a:t>comnihita</a:t>
            </a:r>
            <a:r>
              <a:rPr lang="en-GB">
                <a:effectLst/>
                <a:latin typeface="Arial" panose="020B0604020202020204" pitchFamily="34" charset="0"/>
              </a:rPr>
              <a:t> </a:t>
            </a:r>
            <a:r>
              <a:rPr lang="en-GB" err="1">
                <a:effectLst/>
                <a:latin typeface="Arial" panose="020B0604020202020204" pitchFamily="34" charset="0"/>
              </a:rPr>
              <a:t>doluptatem</a:t>
            </a:r>
            <a:r>
              <a:rPr lang="en-GB">
                <a:effectLst/>
                <a:latin typeface="Arial" panose="020B0604020202020204" pitchFamily="34" charset="0"/>
              </a:rPr>
              <a:t> con </a:t>
            </a:r>
            <a:r>
              <a:rPr lang="en-GB" err="1">
                <a:effectLst/>
                <a:latin typeface="Arial" panose="020B0604020202020204" pitchFamily="34" charset="0"/>
              </a:rPr>
              <a:t>cus</a:t>
            </a:r>
            <a:r>
              <a:rPr lang="en-GB">
                <a:effectLst/>
                <a:latin typeface="Arial" panose="020B0604020202020204" pitchFamily="34" charset="0"/>
              </a:rPr>
              <a:t> et a </a:t>
            </a:r>
            <a:r>
              <a:rPr lang="en-GB" err="1">
                <a:effectLst/>
                <a:latin typeface="Arial" panose="020B0604020202020204" pitchFamily="34" charset="0"/>
              </a:rPr>
              <a:t>quatem</a:t>
            </a:r>
            <a:r>
              <a:rPr lang="en-GB">
                <a:effectLst/>
                <a:latin typeface="Arial" panose="020B0604020202020204" pitchFamily="34" charset="0"/>
              </a:rPr>
              <a:t> vera por </a:t>
            </a:r>
            <a:r>
              <a:rPr lang="en-GB" err="1">
                <a:effectLst/>
                <a:latin typeface="Arial" panose="020B0604020202020204" pitchFamily="34" charset="0"/>
              </a:rPr>
              <a:t>magnis</a:t>
            </a:r>
            <a:r>
              <a:rPr lang="en-GB">
                <a:effectLst/>
                <a:latin typeface="Arial" panose="020B0604020202020204" pitchFamily="34" charset="0"/>
              </a:rPr>
              <a:t> </a:t>
            </a:r>
            <a:r>
              <a:rPr lang="en-GB" err="1">
                <a:effectLst/>
                <a:latin typeface="Arial" panose="020B0604020202020204" pitchFamily="34" charset="0"/>
              </a:rPr>
              <a:t>numquam</a:t>
            </a:r>
            <a:r>
              <a:rPr lang="en-GB">
                <a:effectLst/>
                <a:latin typeface="Arial" panose="020B0604020202020204" pitchFamily="34" charset="0"/>
              </a:rPr>
              <a:t> </a:t>
            </a:r>
            <a:r>
              <a:rPr lang="en-GB" err="1">
                <a:effectLst/>
                <a:latin typeface="Arial" panose="020B0604020202020204" pitchFamily="34" charset="0"/>
              </a:rPr>
              <a:t>si</a:t>
            </a:r>
            <a:r>
              <a:rPr lang="en-GB">
                <a:effectLst/>
                <a:latin typeface="Arial" panose="020B0604020202020204" pitchFamily="34" charset="0"/>
              </a:rPr>
              <a:t> </a:t>
            </a:r>
            <a:r>
              <a:rPr lang="en-GB" err="1">
                <a:effectLst/>
                <a:latin typeface="Arial" panose="020B0604020202020204" pitchFamily="34" charset="0"/>
              </a:rPr>
              <a:t>doluptiusant</a:t>
            </a:r>
            <a:r>
              <a:rPr lang="en-GB">
                <a:effectLst/>
                <a:latin typeface="Arial" panose="020B0604020202020204" pitchFamily="34" charset="0"/>
              </a:rPr>
              <a:t> </a:t>
            </a:r>
            <a:r>
              <a:rPr lang="en-GB" err="1">
                <a:effectLst/>
                <a:latin typeface="Arial" panose="020B0604020202020204" pitchFamily="34" charset="0"/>
              </a:rPr>
              <a:t>periaerum</a:t>
            </a:r>
            <a:r>
              <a:rPr lang="en-GB">
                <a:effectLst/>
                <a:latin typeface="Arial" panose="020B0604020202020204" pitchFamily="34" charset="0"/>
              </a:rPr>
              <a:t> </a:t>
            </a:r>
            <a:r>
              <a:rPr lang="en-GB" err="1">
                <a:effectLst/>
                <a:latin typeface="Arial" panose="020B0604020202020204" pitchFamily="34" charset="0"/>
              </a:rPr>
              <a:t>voloreriam</a:t>
            </a:r>
            <a:r>
              <a:rPr lang="en-GB">
                <a:effectLst/>
                <a:latin typeface="Arial" panose="020B0604020202020204" pitchFamily="34" charset="0"/>
              </a:rPr>
              <a:t> ipsum </a:t>
            </a:r>
            <a:r>
              <a:rPr lang="en-GB" err="1">
                <a:effectLst/>
                <a:latin typeface="Arial" panose="020B0604020202020204" pitchFamily="34" charset="0"/>
              </a:rPr>
              <a:t>essi</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volor</a:t>
            </a:r>
            <a:r>
              <a:rPr lang="en-GB">
                <a:effectLst/>
                <a:latin typeface="Arial" panose="020B0604020202020204" pitchFamily="34" charset="0"/>
              </a:rPr>
              <a:t> </a:t>
            </a:r>
            <a:r>
              <a:rPr lang="en-GB" err="1">
                <a:effectLst/>
                <a:latin typeface="Arial" panose="020B0604020202020204" pitchFamily="34" charset="0"/>
              </a:rPr>
              <a:t>sa</a:t>
            </a:r>
            <a:endParaRPr lang="en-GB">
              <a:effectLst/>
              <a:latin typeface="Arial" panose="020B0604020202020204" pitchFamily="34" charset="0"/>
            </a:endParaRPr>
          </a:p>
          <a:p>
            <a:r>
              <a:rPr lang="en-GB" err="1">
                <a:effectLst/>
                <a:latin typeface="Arial" panose="020B0604020202020204" pitchFamily="34" charset="0"/>
              </a:rPr>
              <a:t>Dolecullabo</a:t>
            </a:r>
            <a:r>
              <a:rPr lang="en-GB">
                <a:effectLst/>
                <a:latin typeface="Arial" panose="020B0604020202020204" pitchFamily="34" charset="0"/>
              </a:rPr>
              <a:t>. Ut </a:t>
            </a:r>
            <a:r>
              <a:rPr lang="en-GB" err="1">
                <a:effectLst/>
                <a:latin typeface="Arial" panose="020B0604020202020204" pitchFamily="34" charset="0"/>
              </a:rPr>
              <a:t>andamet</a:t>
            </a:r>
            <a:r>
              <a:rPr lang="en-GB">
                <a:effectLst/>
                <a:latin typeface="Arial" panose="020B0604020202020204" pitchFamily="34" charset="0"/>
              </a:rPr>
              <a:t> </a:t>
            </a:r>
            <a:r>
              <a:rPr lang="en-GB" err="1">
                <a:effectLst/>
                <a:latin typeface="Arial" panose="020B0604020202020204" pitchFamily="34" charset="0"/>
              </a:rPr>
              <a:t>alibus</a:t>
            </a:r>
            <a:r>
              <a:rPr lang="en-GB">
                <a:effectLst/>
                <a:latin typeface="Arial" panose="020B0604020202020204" pitchFamily="34" charset="0"/>
              </a:rPr>
              <a:t>, sae </a:t>
            </a:r>
            <a:r>
              <a:rPr lang="en-GB" err="1">
                <a:effectLst/>
                <a:latin typeface="Arial" panose="020B0604020202020204" pitchFamily="34" charset="0"/>
              </a:rPr>
              <a:t>dem</a:t>
            </a:r>
            <a:r>
              <a:rPr lang="en-GB">
                <a:effectLst/>
                <a:latin typeface="Arial" panose="020B0604020202020204" pitchFamily="34" charset="0"/>
              </a:rPr>
              <a:t> </a:t>
            </a:r>
            <a:r>
              <a:rPr lang="en-GB" err="1">
                <a:effectLst/>
                <a:latin typeface="Arial" panose="020B0604020202020204" pitchFamily="34" charset="0"/>
              </a:rPr>
              <a:t>facearu</a:t>
            </a:r>
            <a:r>
              <a:rPr lang="en-GB">
                <a:effectLst/>
                <a:latin typeface="Arial" panose="020B0604020202020204" pitchFamily="34" charset="0"/>
              </a:rPr>
              <a:t> </a:t>
            </a:r>
            <a:r>
              <a:rPr lang="en-GB" err="1">
                <a:effectLst/>
                <a:latin typeface="Arial" panose="020B0604020202020204" pitchFamily="34" charset="0"/>
              </a:rPr>
              <a:t>mquodit</a:t>
            </a:r>
            <a:r>
              <a:rPr lang="en-GB">
                <a:effectLst/>
                <a:latin typeface="Arial" panose="020B0604020202020204" pitchFamily="34" charset="0"/>
              </a:rPr>
              <a:t>, in </a:t>
            </a:r>
            <a:r>
              <a:rPr lang="en-GB" err="1">
                <a:effectLst/>
                <a:latin typeface="Arial" panose="020B0604020202020204" pitchFamily="34" charset="0"/>
              </a:rPr>
              <a:t>everro</a:t>
            </a:r>
            <a:r>
              <a:rPr lang="en-GB">
                <a:effectLst/>
                <a:latin typeface="Arial" panose="020B0604020202020204" pitchFamily="34" charset="0"/>
              </a:rPr>
              <a:t> </a:t>
            </a:r>
            <a:r>
              <a:rPr lang="en-GB" err="1">
                <a:effectLst/>
                <a:latin typeface="Arial" panose="020B0604020202020204" pitchFamily="34" charset="0"/>
              </a:rPr>
              <a:t>eos</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et </a:t>
            </a:r>
            <a:r>
              <a:rPr lang="en-GB" err="1">
                <a:effectLst/>
                <a:latin typeface="Arial" panose="020B0604020202020204" pitchFamily="34" charset="0"/>
              </a:rPr>
              <a:t>quaectem</a:t>
            </a:r>
            <a:r>
              <a:rPr lang="en-GB">
                <a:effectLst/>
                <a:latin typeface="Arial" panose="020B0604020202020204" pitchFamily="34" charset="0"/>
              </a:rPr>
              <a:t> </a:t>
            </a:r>
            <a:r>
              <a:rPr lang="en-GB" err="1">
                <a:effectLst/>
                <a:latin typeface="Arial" panose="020B0604020202020204" pitchFamily="34" charset="0"/>
              </a:rPr>
              <a:t>susciis</a:t>
            </a:r>
            <a:r>
              <a:rPr lang="en-GB">
                <a:effectLst/>
                <a:latin typeface="Arial" panose="020B0604020202020204" pitchFamily="34" charset="0"/>
              </a:rPr>
              <a:t> </a:t>
            </a:r>
            <a:r>
              <a:rPr lang="en-GB" err="1">
                <a:effectLst/>
                <a:latin typeface="Arial" panose="020B0604020202020204" pitchFamily="34" charset="0"/>
              </a:rPr>
              <a:t>est</a:t>
            </a:r>
            <a:r>
              <a:rPr lang="en-GB">
                <a:effectLst/>
                <a:latin typeface="Arial" panose="020B0604020202020204" pitchFamily="34" charset="0"/>
              </a:rPr>
              <a:t>, </a:t>
            </a:r>
            <a:r>
              <a:rPr lang="en-GB" err="1">
                <a:effectLst/>
                <a:latin typeface="Arial" panose="020B0604020202020204" pitchFamily="34" charset="0"/>
              </a:rPr>
              <a:t>quatur</a:t>
            </a:r>
            <a:r>
              <a:rPr lang="en-GB">
                <a:effectLst/>
                <a:latin typeface="Arial" panose="020B0604020202020204" pitchFamily="34" charset="0"/>
              </a:rPr>
              <a:t>, </a:t>
            </a:r>
            <a:r>
              <a:rPr lang="en-GB" err="1">
                <a:effectLst/>
                <a:latin typeface="Arial" panose="020B0604020202020204" pitchFamily="34" charset="0"/>
              </a:rPr>
              <a:t>sintem</a:t>
            </a:r>
            <a:r>
              <a:rPr lang="en-GB">
                <a:effectLst/>
                <a:latin typeface="Arial" panose="020B0604020202020204" pitchFamily="34" charset="0"/>
              </a:rPr>
              <a:t> quate.</a:t>
            </a:r>
          </a:p>
        </p:txBody>
      </p:sp>
      <p:sp>
        <p:nvSpPr>
          <p:cNvPr id="18" name="Text Placeholder 7">
            <a:extLst>
              <a:ext uri="{FF2B5EF4-FFF2-40B4-BE49-F238E27FC236}">
                <a16:creationId xmlns:a16="http://schemas.microsoft.com/office/drawing/2014/main" id="{58A99B4A-9FB9-9047-A2DE-8C0C8AA0A84D}"/>
              </a:ext>
            </a:extLst>
          </p:cNvPr>
          <p:cNvSpPr>
            <a:spLocks noGrp="1"/>
          </p:cNvSpPr>
          <p:nvPr>
            <p:ph type="body" sz="quarter" idx="28" hasCustomPrompt="1"/>
          </p:nvPr>
        </p:nvSpPr>
        <p:spPr>
          <a:xfrm>
            <a:off x="7313890" y="4525100"/>
            <a:ext cx="3660219" cy="261471"/>
          </a:xfrm>
          <a:prstGeom prst="rect">
            <a:avLst/>
          </a:prstGeom>
        </p:spPr>
        <p:txBody>
          <a:bodyPr lIns="0" tIns="0" rIns="0" bIns="0" anchor="t"/>
          <a:lstStyle>
            <a:lvl1pPr marL="0" indent="0" algn="l">
              <a:lnSpc>
                <a:spcPct val="100000"/>
              </a:lnSpc>
              <a:spcBef>
                <a:spcPts val="0"/>
              </a:spcBef>
              <a:buNone/>
              <a:defRPr sz="1500">
                <a:solidFill>
                  <a:schemeClr val="accent1"/>
                </a:solidFill>
                <a:latin typeface="Arial" panose="020B0604020202020204" pitchFamily="34" charset="0"/>
                <a:cs typeface="Arial" panose="020B0604020202020204" pitchFamily="34" charset="0"/>
              </a:defRPr>
            </a:lvl1pPr>
          </a:lstStyle>
          <a:p>
            <a:r>
              <a:rPr lang="en-GB" err="1">
                <a:effectLst/>
                <a:latin typeface="Arial" panose="020B0604020202020204" pitchFamily="34" charset="0"/>
              </a:rPr>
              <a:t>Subheader</a:t>
            </a:r>
            <a:r>
              <a:rPr lang="en-GB">
                <a:effectLst/>
                <a:latin typeface="Arial" panose="020B0604020202020204" pitchFamily="34" charset="0"/>
              </a:rPr>
              <a:t> 03</a:t>
            </a:r>
          </a:p>
        </p:txBody>
      </p:sp>
      <p:sp>
        <p:nvSpPr>
          <p:cNvPr id="19" name="Text Placeholder 14">
            <a:extLst>
              <a:ext uri="{FF2B5EF4-FFF2-40B4-BE49-F238E27FC236}">
                <a16:creationId xmlns:a16="http://schemas.microsoft.com/office/drawing/2014/main" id="{9B589CC2-2E5C-084D-99BB-8F5939EBAA8D}"/>
              </a:ext>
            </a:extLst>
          </p:cNvPr>
          <p:cNvSpPr>
            <a:spLocks noGrp="1"/>
          </p:cNvSpPr>
          <p:nvPr>
            <p:ph type="body" sz="quarter" idx="29" hasCustomPrompt="1"/>
          </p:nvPr>
        </p:nvSpPr>
        <p:spPr>
          <a:xfrm>
            <a:off x="7313890" y="4900827"/>
            <a:ext cx="3660219" cy="1057601"/>
          </a:xfrm>
          <a:prstGeom prst="rect">
            <a:avLst/>
          </a:prstGeom>
        </p:spPr>
        <p:txBody>
          <a:bodyPr lIns="0" tIns="0" rIns="0" bIns="0"/>
          <a:lstStyle>
            <a:lvl1pPr marL="126000" indent="-126000">
              <a:lnSpc>
                <a:spcPct val="100000"/>
              </a:lnSpc>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luptaqui</a:t>
            </a:r>
            <a:r>
              <a:rPr lang="en-GB">
                <a:effectLst/>
                <a:latin typeface="Arial" panose="020B0604020202020204" pitchFamily="34" charset="0"/>
              </a:rPr>
              <a:t> </a:t>
            </a:r>
            <a:r>
              <a:rPr lang="en-GB" err="1">
                <a:effectLst/>
                <a:latin typeface="Arial" panose="020B0604020202020204" pitchFamily="34" charset="0"/>
              </a:rPr>
              <a:t>ra</a:t>
            </a:r>
            <a:r>
              <a:rPr lang="en-GB">
                <a:effectLst/>
                <a:latin typeface="Arial" panose="020B0604020202020204" pitchFamily="34" charset="0"/>
              </a:rPr>
              <a:t> </a:t>
            </a:r>
            <a:r>
              <a:rPr lang="en-GB" err="1">
                <a:effectLst/>
                <a:latin typeface="Arial" panose="020B0604020202020204" pitchFamily="34" charset="0"/>
              </a:rPr>
              <a:t>sinctus</a:t>
            </a:r>
            <a:r>
              <a:rPr lang="en-GB">
                <a:effectLst/>
                <a:latin typeface="Arial" panose="020B0604020202020204" pitchFamily="34" charset="0"/>
              </a:rPr>
              <a:t> </a:t>
            </a:r>
            <a:r>
              <a:rPr lang="en-GB" err="1">
                <a:effectLst/>
                <a:latin typeface="Arial" panose="020B0604020202020204" pitchFamily="34" charset="0"/>
              </a:rPr>
              <a:t>alignisqui</a:t>
            </a:r>
            <a:r>
              <a:rPr lang="en-GB">
                <a:effectLst/>
                <a:latin typeface="Arial" panose="020B0604020202020204" pitchFamily="34" charset="0"/>
              </a:rPr>
              <a:t>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sintur</a:t>
            </a:r>
            <a:r>
              <a:rPr lang="en-GB">
                <a:effectLst/>
                <a:latin typeface="Arial" panose="020B0604020202020204" pitchFamily="34" charset="0"/>
              </a:rPr>
              <a:t> </a:t>
            </a:r>
            <a:r>
              <a:rPr lang="en-GB" err="1">
                <a:effectLst/>
                <a:latin typeface="Arial" panose="020B0604020202020204" pitchFamily="34" charset="0"/>
              </a:rPr>
              <a:t>minvell</a:t>
            </a:r>
            <a:r>
              <a:rPr lang="en-GB">
                <a:effectLst/>
                <a:latin typeface="Arial" panose="020B0604020202020204" pitchFamily="34" charset="0"/>
              </a:rPr>
              <a:t> </a:t>
            </a:r>
            <a:r>
              <a:rPr lang="en-GB" err="1">
                <a:effectLst/>
                <a:latin typeface="Arial" panose="020B0604020202020204" pitchFamily="34" charset="0"/>
              </a:rPr>
              <a:t>ibusam</a:t>
            </a:r>
            <a:r>
              <a:rPr lang="en-GB">
                <a:effectLst/>
                <a:latin typeface="Arial" panose="020B0604020202020204" pitchFamily="34" charset="0"/>
              </a:rPr>
              <a:t> es di </a:t>
            </a:r>
            <a:r>
              <a:rPr lang="en-GB" err="1">
                <a:effectLst/>
                <a:latin typeface="Arial" panose="020B0604020202020204" pitchFamily="34" charset="0"/>
              </a:rPr>
              <a:t>comnihita</a:t>
            </a:r>
            <a:r>
              <a:rPr lang="en-GB">
                <a:effectLst/>
                <a:latin typeface="Arial" panose="020B0604020202020204" pitchFamily="34" charset="0"/>
              </a:rPr>
              <a:t> </a:t>
            </a:r>
            <a:r>
              <a:rPr lang="en-GB" err="1">
                <a:effectLst/>
                <a:latin typeface="Arial" panose="020B0604020202020204" pitchFamily="34" charset="0"/>
              </a:rPr>
              <a:t>doluptatem</a:t>
            </a:r>
            <a:r>
              <a:rPr lang="en-GB">
                <a:effectLst/>
                <a:latin typeface="Arial" panose="020B0604020202020204" pitchFamily="34" charset="0"/>
              </a:rPr>
              <a:t> con </a:t>
            </a:r>
            <a:r>
              <a:rPr lang="en-GB" err="1">
                <a:effectLst/>
                <a:latin typeface="Arial" panose="020B0604020202020204" pitchFamily="34" charset="0"/>
              </a:rPr>
              <a:t>cus</a:t>
            </a:r>
            <a:r>
              <a:rPr lang="en-GB">
                <a:effectLst/>
                <a:latin typeface="Arial" panose="020B0604020202020204" pitchFamily="34" charset="0"/>
              </a:rPr>
              <a:t> et a </a:t>
            </a:r>
            <a:r>
              <a:rPr lang="en-GB" err="1">
                <a:effectLst/>
                <a:latin typeface="Arial" panose="020B0604020202020204" pitchFamily="34" charset="0"/>
              </a:rPr>
              <a:t>quatem</a:t>
            </a:r>
            <a:r>
              <a:rPr lang="en-GB">
                <a:effectLst/>
                <a:latin typeface="Arial" panose="020B0604020202020204" pitchFamily="34" charset="0"/>
              </a:rPr>
              <a:t> vera por </a:t>
            </a:r>
            <a:r>
              <a:rPr lang="en-GB" err="1">
                <a:effectLst/>
                <a:latin typeface="Arial" panose="020B0604020202020204" pitchFamily="34" charset="0"/>
              </a:rPr>
              <a:t>magnis</a:t>
            </a:r>
            <a:r>
              <a:rPr lang="en-GB">
                <a:effectLst/>
                <a:latin typeface="Arial" panose="020B0604020202020204" pitchFamily="34" charset="0"/>
              </a:rPr>
              <a:t> </a:t>
            </a:r>
            <a:r>
              <a:rPr lang="en-GB" err="1">
                <a:effectLst/>
                <a:latin typeface="Arial" panose="020B0604020202020204" pitchFamily="34" charset="0"/>
              </a:rPr>
              <a:t>numquam</a:t>
            </a:r>
            <a:r>
              <a:rPr lang="en-GB">
                <a:effectLst/>
                <a:latin typeface="Arial" panose="020B0604020202020204" pitchFamily="34" charset="0"/>
              </a:rPr>
              <a:t> </a:t>
            </a:r>
            <a:r>
              <a:rPr lang="en-GB" err="1">
                <a:effectLst/>
                <a:latin typeface="Arial" panose="020B0604020202020204" pitchFamily="34" charset="0"/>
              </a:rPr>
              <a:t>si</a:t>
            </a:r>
            <a:r>
              <a:rPr lang="en-GB">
                <a:effectLst/>
                <a:latin typeface="Arial" panose="020B0604020202020204" pitchFamily="34" charset="0"/>
              </a:rPr>
              <a:t> </a:t>
            </a:r>
            <a:r>
              <a:rPr lang="en-GB" err="1">
                <a:effectLst/>
                <a:latin typeface="Arial" panose="020B0604020202020204" pitchFamily="34" charset="0"/>
              </a:rPr>
              <a:t>doluptiusant</a:t>
            </a:r>
            <a:r>
              <a:rPr lang="en-GB">
                <a:effectLst/>
                <a:latin typeface="Arial" panose="020B0604020202020204" pitchFamily="34" charset="0"/>
              </a:rPr>
              <a:t> </a:t>
            </a:r>
            <a:r>
              <a:rPr lang="en-GB" err="1">
                <a:effectLst/>
                <a:latin typeface="Arial" panose="020B0604020202020204" pitchFamily="34" charset="0"/>
              </a:rPr>
              <a:t>periaerum</a:t>
            </a:r>
            <a:r>
              <a:rPr lang="en-GB">
                <a:effectLst/>
                <a:latin typeface="Arial" panose="020B0604020202020204" pitchFamily="34" charset="0"/>
              </a:rPr>
              <a:t> </a:t>
            </a:r>
            <a:r>
              <a:rPr lang="en-GB" err="1">
                <a:effectLst/>
                <a:latin typeface="Arial" panose="020B0604020202020204" pitchFamily="34" charset="0"/>
              </a:rPr>
              <a:t>voloreriam</a:t>
            </a:r>
            <a:r>
              <a:rPr lang="en-GB">
                <a:effectLst/>
                <a:latin typeface="Arial" panose="020B0604020202020204" pitchFamily="34" charset="0"/>
              </a:rPr>
              <a:t> ipsum </a:t>
            </a:r>
            <a:r>
              <a:rPr lang="en-GB" err="1">
                <a:effectLst/>
                <a:latin typeface="Arial" panose="020B0604020202020204" pitchFamily="34" charset="0"/>
              </a:rPr>
              <a:t>essi</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volor</a:t>
            </a:r>
            <a:r>
              <a:rPr lang="en-GB">
                <a:effectLst/>
                <a:latin typeface="Arial" panose="020B0604020202020204" pitchFamily="34" charset="0"/>
              </a:rPr>
              <a:t> </a:t>
            </a:r>
            <a:r>
              <a:rPr lang="en-GB" err="1">
                <a:effectLst/>
                <a:latin typeface="Arial" panose="020B0604020202020204" pitchFamily="34" charset="0"/>
              </a:rPr>
              <a:t>sa</a:t>
            </a:r>
            <a:endParaRPr lang="en-GB">
              <a:effectLst/>
              <a:latin typeface="Arial" panose="020B0604020202020204" pitchFamily="34" charset="0"/>
            </a:endParaRPr>
          </a:p>
          <a:p>
            <a:r>
              <a:rPr lang="en-GB" err="1">
                <a:effectLst/>
                <a:latin typeface="Arial" panose="020B0604020202020204" pitchFamily="34" charset="0"/>
              </a:rPr>
              <a:t>Dolecullabo</a:t>
            </a:r>
            <a:r>
              <a:rPr lang="en-GB">
                <a:effectLst/>
                <a:latin typeface="Arial" panose="020B0604020202020204" pitchFamily="34" charset="0"/>
              </a:rPr>
              <a:t>. Ut </a:t>
            </a:r>
            <a:r>
              <a:rPr lang="en-GB" err="1">
                <a:effectLst/>
                <a:latin typeface="Arial" panose="020B0604020202020204" pitchFamily="34" charset="0"/>
              </a:rPr>
              <a:t>andamet</a:t>
            </a:r>
            <a:r>
              <a:rPr lang="en-GB">
                <a:effectLst/>
                <a:latin typeface="Arial" panose="020B0604020202020204" pitchFamily="34" charset="0"/>
              </a:rPr>
              <a:t> </a:t>
            </a:r>
            <a:r>
              <a:rPr lang="en-GB" err="1">
                <a:effectLst/>
                <a:latin typeface="Arial" panose="020B0604020202020204" pitchFamily="34" charset="0"/>
              </a:rPr>
              <a:t>alibus</a:t>
            </a:r>
            <a:r>
              <a:rPr lang="en-GB">
                <a:effectLst/>
                <a:latin typeface="Arial" panose="020B0604020202020204" pitchFamily="34" charset="0"/>
              </a:rPr>
              <a:t>, sae </a:t>
            </a:r>
            <a:r>
              <a:rPr lang="en-GB" err="1">
                <a:effectLst/>
                <a:latin typeface="Arial" panose="020B0604020202020204" pitchFamily="34" charset="0"/>
              </a:rPr>
              <a:t>dem</a:t>
            </a:r>
            <a:r>
              <a:rPr lang="en-GB">
                <a:effectLst/>
                <a:latin typeface="Arial" panose="020B0604020202020204" pitchFamily="34" charset="0"/>
              </a:rPr>
              <a:t> </a:t>
            </a:r>
            <a:r>
              <a:rPr lang="en-GB" err="1">
                <a:effectLst/>
                <a:latin typeface="Arial" panose="020B0604020202020204" pitchFamily="34" charset="0"/>
              </a:rPr>
              <a:t>facearu</a:t>
            </a:r>
            <a:r>
              <a:rPr lang="en-GB">
                <a:effectLst/>
                <a:latin typeface="Arial" panose="020B0604020202020204" pitchFamily="34" charset="0"/>
              </a:rPr>
              <a:t> </a:t>
            </a:r>
            <a:r>
              <a:rPr lang="en-GB" err="1">
                <a:effectLst/>
                <a:latin typeface="Arial" panose="020B0604020202020204" pitchFamily="34" charset="0"/>
              </a:rPr>
              <a:t>mquodit</a:t>
            </a:r>
            <a:r>
              <a:rPr lang="en-GB">
                <a:effectLst/>
                <a:latin typeface="Arial" panose="020B0604020202020204" pitchFamily="34" charset="0"/>
              </a:rPr>
              <a:t>, in </a:t>
            </a:r>
            <a:r>
              <a:rPr lang="en-GB" err="1">
                <a:effectLst/>
                <a:latin typeface="Arial" panose="020B0604020202020204" pitchFamily="34" charset="0"/>
              </a:rPr>
              <a:t>everro</a:t>
            </a:r>
            <a:r>
              <a:rPr lang="en-GB">
                <a:effectLst/>
                <a:latin typeface="Arial" panose="020B0604020202020204" pitchFamily="34" charset="0"/>
              </a:rPr>
              <a:t> </a:t>
            </a:r>
            <a:r>
              <a:rPr lang="en-GB" err="1">
                <a:effectLst/>
                <a:latin typeface="Arial" panose="020B0604020202020204" pitchFamily="34" charset="0"/>
              </a:rPr>
              <a:t>eos</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et </a:t>
            </a:r>
            <a:r>
              <a:rPr lang="en-GB" err="1">
                <a:effectLst/>
                <a:latin typeface="Arial" panose="020B0604020202020204" pitchFamily="34" charset="0"/>
              </a:rPr>
              <a:t>quaectem</a:t>
            </a:r>
            <a:r>
              <a:rPr lang="en-GB">
                <a:effectLst/>
                <a:latin typeface="Arial" panose="020B0604020202020204" pitchFamily="34" charset="0"/>
              </a:rPr>
              <a:t> </a:t>
            </a:r>
            <a:r>
              <a:rPr lang="en-GB" err="1">
                <a:effectLst/>
                <a:latin typeface="Arial" panose="020B0604020202020204" pitchFamily="34" charset="0"/>
              </a:rPr>
              <a:t>susciis</a:t>
            </a:r>
            <a:r>
              <a:rPr lang="en-GB">
                <a:effectLst/>
                <a:latin typeface="Arial" panose="020B0604020202020204" pitchFamily="34" charset="0"/>
              </a:rPr>
              <a:t> </a:t>
            </a:r>
            <a:r>
              <a:rPr lang="en-GB" err="1">
                <a:effectLst/>
                <a:latin typeface="Arial" panose="020B0604020202020204" pitchFamily="34" charset="0"/>
              </a:rPr>
              <a:t>est</a:t>
            </a:r>
            <a:r>
              <a:rPr lang="en-GB">
                <a:effectLst/>
                <a:latin typeface="Arial" panose="020B0604020202020204" pitchFamily="34" charset="0"/>
              </a:rPr>
              <a:t>, </a:t>
            </a:r>
            <a:r>
              <a:rPr lang="en-GB" err="1">
                <a:effectLst/>
                <a:latin typeface="Arial" panose="020B0604020202020204" pitchFamily="34" charset="0"/>
              </a:rPr>
              <a:t>quatur</a:t>
            </a:r>
            <a:r>
              <a:rPr lang="en-GB">
                <a:effectLst/>
                <a:latin typeface="Arial" panose="020B0604020202020204" pitchFamily="34" charset="0"/>
              </a:rPr>
              <a:t>, </a:t>
            </a:r>
            <a:r>
              <a:rPr lang="en-GB" err="1">
                <a:effectLst/>
                <a:latin typeface="Arial" panose="020B0604020202020204" pitchFamily="34" charset="0"/>
              </a:rPr>
              <a:t>sintem</a:t>
            </a:r>
            <a:r>
              <a:rPr lang="en-GB">
                <a:effectLst/>
                <a:latin typeface="Arial" panose="020B0604020202020204" pitchFamily="34" charset="0"/>
              </a:rPr>
              <a:t> quate.</a:t>
            </a:r>
          </a:p>
        </p:txBody>
      </p:sp>
      <p:sp>
        <p:nvSpPr>
          <p:cNvPr id="21" name="Text Placeholder 8">
            <a:extLst>
              <a:ext uri="{FF2B5EF4-FFF2-40B4-BE49-F238E27FC236}">
                <a16:creationId xmlns:a16="http://schemas.microsoft.com/office/drawing/2014/main" id="{1DD73C96-1351-8C42-B6DC-14227921EB3A}"/>
              </a:ext>
            </a:extLst>
          </p:cNvPr>
          <p:cNvSpPr>
            <a:spLocks noGrp="1"/>
          </p:cNvSpPr>
          <p:nvPr>
            <p:ph type="body" sz="quarter" idx="15" hasCustomPrompt="1"/>
          </p:nvPr>
        </p:nvSpPr>
        <p:spPr>
          <a:xfrm rot="5400000">
            <a:off x="234700" y="4702100"/>
            <a:ext cx="1226255" cy="188889"/>
          </a:xfrm>
          <a:prstGeom prst="rect">
            <a:avLst/>
          </a:prstGeom>
        </p:spPr>
        <p:txBody>
          <a:bodyPr/>
          <a:lstStyle>
            <a:lvl1pPr algn="r">
              <a:lnSpc>
                <a:spcPct val="100000"/>
              </a:lnSpc>
              <a:buNone/>
              <a:defRPr sz="700">
                <a:solidFill>
                  <a:schemeClr val="bg1">
                    <a:alpha val="50000"/>
                  </a:schemeClr>
                </a:solidFill>
              </a:defRPr>
            </a:lvl1pPr>
            <a:lvl2pPr>
              <a:buNone/>
              <a:defRPr sz="500">
                <a:solidFill>
                  <a:schemeClr val="tx1">
                    <a:alpha val="50000"/>
                  </a:schemeClr>
                </a:solidFill>
              </a:defRPr>
            </a:lvl2pPr>
            <a:lvl3pPr>
              <a:buNone/>
              <a:defRPr sz="500">
                <a:solidFill>
                  <a:schemeClr val="tx1">
                    <a:alpha val="50000"/>
                  </a:schemeClr>
                </a:solidFill>
              </a:defRPr>
            </a:lvl3pPr>
            <a:lvl4pPr>
              <a:buNone/>
              <a:defRPr sz="500">
                <a:solidFill>
                  <a:schemeClr val="tx1">
                    <a:alpha val="50000"/>
                  </a:schemeClr>
                </a:solidFill>
              </a:defRPr>
            </a:lvl4pPr>
            <a:lvl5pPr>
              <a:buNone/>
              <a:defRPr sz="500">
                <a:solidFill>
                  <a:schemeClr val="tx1">
                    <a:alpha val="50000"/>
                  </a:schemeClr>
                </a:solidFill>
              </a:defRPr>
            </a:lvl5pPr>
          </a:lstStyle>
          <a:p>
            <a:pPr lvl="0"/>
            <a:r>
              <a:rPr lang="en-GB"/>
              <a:t>Hotel brand name goes here</a:t>
            </a:r>
            <a:endParaRPr lang="en-US"/>
          </a:p>
        </p:txBody>
      </p:sp>
    </p:spTree>
    <p:extLst>
      <p:ext uri="{BB962C8B-B14F-4D97-AF65-F5344CB8AC3E}">
        <p14:creationId xmlns:p14="http://schemas.microsoft.com/office/powerpoint/2010/main" val="329075390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Content Slide – 3 Images">
    <p:bg>
      <p:bgPr>
        <a:solidFill>
          <a:schemeClr val="bg1"/>
        </a:solidFill>
        <a:effectLst/>
      </p:bgPr>
    </p:bg>
    <p:spTree>
      <p:nvGrpSpPr>
        <p:cNvPr id="1" name=""/>
        <p:cNvGrpSpPr/>
        <p:nvPr/>
      </p:nvGrpSpPr>
      <p:grpSpPr>
        <a:xfrm>
          <a:off x="0" y="0"/>
          <a:ext cx="0" cy="0"/>
          <a:chOff x="0" y="0"/>
          <a:chExt cx="0" cy="0"/>
        </a:xfrm>
      </p:grpSpPr>
      <p:sp>
        <p:nvSpPr>
          <p:cNvPr id="17" name="Text Placeholder 8">
            <a:extLst>
              <a:ext uri="{FF2B5EF4-FFF2-40B4-BE49-F238E27FC236}">
                <a16:creationId xmlns:a16="http://schemas.microsoft.com/office/drawing/2014/main" id="{6E1210B8-9E91-2741-AF83-A1FB1EBC1A39}"/>
              </a:ext>
            </a:extLst>
          </p:cNvPr>
          <p:cNvSpPr>
            <a:spLocks noGrp="1"/>
          </p:cNvSpPr>
          <p:nvPr>
            <p:ph type="body" sz="quarter" idx="33" hasCustomPrompt="1"/>
          </p:nvPr>
        </p:nvSpPr>
        <p:spPr>
          <a:xfrm>
            <a:off x="9347720" y="689027"/>
            <a:ext cx="1424080" cy="153889"/>
          </a:xfrm>
          <a:prstGeom prst="rect">
            <a:avLst/>
          </a:prstGeom>
        </p:spPr>
        <p:txBody>
          <a:bodyPr/>
          <a:lstStyle>
            <a:lvl1pPr>
              <a:lnSpc>
                <a:spcPct val="100000"/>
              </a:lnSpc>
              <a:buNone/>
              <a:defRPr sz="700">
                <a:solidFill>
                  <a:schemeClr val="tx1"/>
                </a:solidFill>
              </a:defRPr>
            </a:lvl1pPr>
            <a:lvl2pPr>
              <a:buNone/>
              <a:defRPr sz="500">
                <a:solidFill>
                  <a:schemeClr val="tx1">
                    <a:alpha val="50000"/>
                  </a:schemeClr>
                </a:solidFill>
              </a:defRPr>
            </a:lvl2pPr>
            <a:lvl3pPr>
              <a:buNone/>
              <a:defRPr sz="500">
                <a:solidFill>
                  <a:schemeClr val="tx1">
                    <a:alpha val="50000"/>
                  </a:schemeClr>
                </a:solidFill>
              </a:defRPr>
            </a:lvl3pPr>
            <a:lvl4pPr>
              <a:buNone/>
              <a:defRPr sz="500">
                <a:solidFill>
                  <a:schemeClr val="tx1">
                    <a:alpha val="50000"/>
                  </a:schemeClr>
                </a:solidFill>
              </a:defRPr>
            </a:lvl4pPr>
            <a:lvl5pPr>
              <a:buNone/>
              <a:defRPr sz="500">
                <a:solidFill>
                  <a:schemeClr val="tx1">
                    <a:alpha val="50000"/>
                  </a:schemeClr>
                </a:solidFill>
              </a:defRPr>
            </a:lvl5pPr>
          </a:lstStyle>
          <a:p>
            <a:pPr lvl="0"/>
            <a:r>
              <a:rPr lang="en-GB"/>
              <a:t>Hotel brand name goes here</a:t>
            </a:r>
            <a:endParaRPr lang="en-US"/>
          </a:p>
        </p:txBody>
      </p:sp>
      <p:sp>
        <p:nvSpPr>
          <p:cNvPr id="35" name="Picture Placeholder 3">
            <a:extLst>
              <a:ext uri="{FF2B5EF4-FFF2-40B4-BE49-F238E27FC236}">
                <a16:creationId xmlns:a16="http://schemas.microsoft.com/office/drawing/2014/main" id="{B30728B4-7682-1847-82CE-CE10B3FEA61C}"/>
              </a:ext>
            </a:extLst>
          </p:cNvPr>
          <p:cNvSpPr>
            <a:spLocks noGrp="1"/>
          </p:cNvSpPr>
          <p:nvPr>
            <p:ph type="pic" sz="quarter" idx="32" hasCustomPrompt="1"/>
          </p:nvPr>
        </p:nvSpPr>
        <p:spPr>
          <a:xfrm>
            <a:off x="9338546" y="3150601"/>
            <a:ext cx="2853454" cy="2692276"/>
          </a:xfrm>
          <a:prstGeom prst="rect">
            <a:avLst/>
          </a:prstGeom>
          <a:solidFill>
            <a:srgbClr val="C2C7CA"/>
          </a:solidFill>
        </p:spPr>
        <p:txBody>
          <a:bodyPr anchor="ctr" anchorCtr="0"/>
          <a:lstStyle>
            <a:lvl1pPr algn="ctr">
              <a:buFontTx/>
              <a:buNone/>
              <a:defRPr sz="1500">
                <a:solidFill>
                  <a:srgbClr val="262626"/>
                </a:solidFill>
              </a:defRPr>
            </a:lvl1pPr>
          </a:lstStyle>
          <a:p>
            <a:r>
              <a:rPr lang="en-US"/>
              <a:t>Insert image here</a:t>
            </a:r>
          </a:p>
        </p:txBody>
      </p:sp>
      <p:sp>
        <p:nvSpPr>
          <p:cNvPr id="34" name="Picture Placeholder 3">
            <a:extLst>
              <a:ext uri="{FF2B5EF4-FFF2-40B4-BE49-F238E27FC236}">
                <a16:creationId xmlns:a16="http://schemas.microsoft.com/office/drawing/2014/main" id="{E92C58AF-884A-8C46-8144-31B11F8E0B02}"/>
              </a:ext>
            </a:extLst>
          </p:cNvPr>
          <p:cNvSpPr>
            <a:spLocks noGrp="1"/>
          </p:cNvSpPr>
          <p:nvPr>
            <p:ph type="pic" sz="quarter" idx="31" hasCustomPrompt="1"/>
          </p:nvPr>
        </p:nvSpPr>
        <p:spPr>
          <a:xfrm>
            <a:off x="9338546" y="902542"/>
            <a:ext cx="2368999" cy="2160965"/>
          </a:xfrm>
          <a:prstGeom prst="rect">
            <a:avLst/>
          </a:prstGeom>
          <a:solidFill>
            <a:srgbClr val="C2C7CA"/>
          </a:solidFill>
        </p:spPr>
        <p:txBody>
          <a:bodyPr anchor="ctr" anchorCtr="0"/>
          <a:lstStyle>
            <a:lvl1pPr algn="ctr">
              <a:buFontTx/>
              <a:buNone/>
              <a:defRPr sz="1500">
                <a:solidFill>
                  <a:srgbClr val="262626"/>
                </a:solidFill>
              </a:defRPr>
            </a:lvl1pPr>
          </a:lstStyle>
          <a:p>
            <a:r>
              <a:rPr lang="en-US"/>
              <a:t>Insert image here</a:t>
            </a:r>
          </a:p>
        </p:txBody>
      </p:sp>
      <p:sp>
        <p:nvSpPr>
          <p:cNvPr id="33" name="Picture Placeholder 3">
            <a:extLst>
              <a:ext uri="{FF2B5EF4-FFF2-40B4-BE49-F238E27FC236}">
                <a16:creationId xmlns:a16="http://schemas.microsoft.com/office/drawing/2014/main" id="{65F2B39E-2D6B-D640-9E08-B8D4DF8DB226}"/>
              </a:ext>
            </a:extLst>
          </p:cNvPr>
          <p:cNvSpPr>
            <a:spLocks noGrp="1"/>
          </p:cNvSpPr>
          <p:nvPr>
            <p:ph type="pic" sz="quarter" idx="30" hasCustomPrompt="1"/>
          </p:nvPr>
        </p:nvSpPr>
        <p:spPr>
          <a:xfrm>
            <a:off x="6781447" y="1431423"/>
            <a:ext cx="2480963" cy="3606321"/>
          </a:xfrm>
          <a:prstGeom prst="rect">
            <a:avLst/>
          </a:prstGeom>
          <a:solidFill>
            <a:srgbClr val="C2C7CA"/>
          </a:solidFill>
        </p:spPr>
        <p:txBody>
          <a:bodyPr anchor="ctr" anchorCtr="0"/>
          <a:lstStyle>
            <a:lvl1pPr algn="ctr">
              <a:buFontTx/>
              <a:buNone/>
              <a:defRPr sz="1500">
                <a:solidFill>
                  <a:srgbClr val="262626"/>
                </a:solidFill>
              </a:defRPr>
            </a:lvl1pPr>
          </a:lstStyle>
          <a:p>
            <a:r>
              <a:rPr lang="en-US"/>
              <a:t>Insert image here</a:t>
            </a:r>
          </a:p>
        </p:txBody>
      </p:sp>
      <p:sp>
        <p:nvSpPr>
          <p:cNvPr id="15" name="Text Placeholder 6">
            <a:extLst>
              <a:ext uri="{FF2B5EF4-FFF2-40B4-BE49-F238E27FC236}">
                <a16:creationId xmlns:a16="http://schemas.microsoft.com/office/drawing/2014/main" id="{71FF3BF8-89ED-B145-9BB6-A75D22466DF0}"/>
              </a:ext>
            </a:extLst>
          </p:cNvPr>
          <p:cNvSpPr>
            <a:spLocks noGrp="1"/>
          </p:cNvSpPr>
          <p:nvPr>
            <p:ph type="body" sz="quarter" idx="26" hasCustomPrompt="1"/>
          </p:nvPr>
        </p:nvSpPr>
        <p:spPr>
          <a:xfrm>
            <a:off x="400391" y="1566061"/>
            <a:ext cx="2679560" cy="4276818"/>
          </a:xfrm>
          <a:prstGeom prst="rect">
            <a:avLst/>
          </a:prstGeom>
        </p:spPr>
        <p:txBody>
          <a:bodyPr lIns="0" tIns="0" rIns="0" bIns="0" numCol="1" spcCol="396000"/>
          <a:lstStyle>
            <a:lvl1pPr marL="0" marR="0" indent="0" algn="l" defTabSz="914400" rtl="0" eaLnBrk="1" fontAlgn="auto" latinLnBrk="0" hangingPunct="1">
              <a:lnSpc>
                <a:spcPct val="100000"/>
              </a:lnSpc>
              <a:spcBef>
                <a:spcPts val="0"/>
              </a:spcBef>
              <a:spcAft>
                <a:spcPts val="600"/>
              </a:spcAft>
              <a:buClrTx/>
              <a:buSzTx/>
              <a:buFontTx/>
              <a:buNone/>
              <a:tabLst/>
              <a:defRPr sz="9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a:effectLst/>
                <a:latin typeface="Arial" panose="020B0604020202020204" pitchFamily="34" charset="0"/>
              </a:rPr>
              <a:t>Gitam quam aut alitem net quati voluptate nus reri consed mod ute ipsandus exces maiorendae qui vid qui re conseria is cus pel ipsaepereped quibus eum verum eum.</a:t>
            </a:r>
          </a:p>
          <a:p>
            <a:r>
              <a:rPr lang="en-GB">
                <a:effectLst/>
                <a:latin typeface="Arial" panose="020B0604020202020204" pitchFamily="34" charset="0"/>
              </a:rPr>
              <a:t>Busam qui aut mo mos aut quam quae dolent es veriae. </a:t>
            </a:r>
            <a:r>
              <a:rPr lang="en-GB" err="1">
                <a:effectLst/>
                <a:latin typeface="Arial" panose="020B0604020202020204" pitchFamily="34" charset="0"/>
              </a:rPr>
              <a:t>Os</a:t>
            </a:r>
            <a:r>
              <a:rPr lang="en-GB">
                <a:effectLst/>
                <a:latin typeface="Arial" panose="020B0604020202020204" pitchFamily="34" charset="0"/>
              </a:rPr>
              <a:t> </a:t>
            </a:r>
            <a:r>
              <a:rPr lang="en-GB" err="1">
                <a:effectLst/>
                <a:latin typeface="Arial" panose="020B0604020202020204" pitchFamily="34" charset="0"/>
              </a:rPr>
              <a:t>rendent</a:t>
            </a:r>
            <a:r>
              <a:rPr lang="en-GB">
                <a:effectLst/>
                <a:latin typeface="Arial" panose="020B0604020202020204" pitchFamily="34" charset="0"/>
              </a:rPr>
              <a:t> </a:t>
            </a:r>
            <a:r>
              <a:rPr lang="en-GB" err="1">
                <a:effectLst/>
                <a:latin typeface="Arial" panose="020B0604020202020204" pitchFamily="34" charset="0"/>
              </a:rPr>
              <a:t>ianimin</a:t>
            </a:r>
            <a:r>
              <a:rPr lang="en-GB">
                <a:effectLst/>
                <a:latin typeface="Arial" panose="020B0604020202020204" pitchFamily="34" charset="0"/>
              </a:rPr>
              <a:t> cum </a:t>
            </a:r>
            <a:r>
              <a:rPr lang="en-GB" err="1">
                <a:effectLst/>
                <a:latin typeface="Arial" panose="020B0604020202020204" pitchFamily="34" charset="0"/>
              </a:rPr>
              <a:t>venihicia</a:t>
            </a:r>
            <a:r>
              <a:rPr lang="en-GB">
                <a:effectLst/>
                <a:latin typeface="Arial" panose="020B0604020202020204" pitchFamily="34" charset="0"/>
              </a:rPr>
              <a:t> </a:t>
            </a:r>
            <a:r>
              <a:rPr lang="en-GB" err="1">
                <a:effectLst/>
                <a:latin typeface="Arial" panose="020B0604020202020204" pitchFamily="34" charset="0"/>
              </a:rPr>
              <a:t>exceristo</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Em dent lam aliqui ut ipsum natemqui torum doluptatium faccusa aute vent, omnimusdae autem quam, sitate volesti umquam que pa nimint quodi dolut volupid.</a:t>
            </a:r>
          </a:p>
          <a:p>
            <a:r>
              <a:rPr lang="en-GB">
                <a:effectLst/>
                <a:latin typeface="Arial" panose="020B0604020202020204" pitchFamily="34" charset="0"/>
              </a:rPr>
              <a:t>Leicium soluptaspel ipsaepereped quibus eum verum eum apietur? Faccus placiis quam a volo tem idelis dolupienimo ommoluptas quid qui in nulpa dest, cus nos dignatium nectent oreped et utas rempori sequam dit, sum eosant plitatios destrum et vere consequat lam, apiet acero dolorro ipsam id</a:t>
            </a:r>
          </a:p>
          <a:p>
            <a:endParaRPr lang="en-GB">
              <a:effectLst/>
              <a:latin typeface="Arial" panose="020B0604020202020204" pitchFamily="34" charset="0"/>
            </a:endParaRPr>
          </a:p>
        </p:txBody>
      </p:sp>
      <p:sp>
        <p:nvSpPr>
          <p:cNvPr id="22" name="Text Placeholder 6">
            <a:extLst>
              <a:ext uri="{FF2B5EF4-FFF2-40B4-BE49-F238E27FC236}">
                <a16:creationId xmlns:a16="http://schemas.microsoft.com/office/drawing/2014/main" id="{559728F1-AEF4-1041-B619-11BDDD5AE0E4}"/>
              </a:ext>
            </a:extLst>
          </p:cNvPr>
          <p:cNvSpPr>
            <a:spLocks noGrp="1"/>
          </p:cNvSpPr>
          <p:nvPr>
            <p:ph type="body" sz="quarter" idx="27" hasCustomPrompt="1"/>
          </p:nvPr>
        </p:nvSpPr>
        <p:spPr>
          <a:xfrm>
            <a:off x="3304647" y="1566061"/>
            <a:ext cx="2679560" cy="4276818"/>
          </a:xfrm>
          <a:prstGeom prst="rect">
            <a:avLst/>
          </a:prstGeom>
        </p:spPr>
        <p:txBody>
          <a:bodyPr lIns="0" tIns="0" rIns="0" bIns="0" numCol="1" spcCol="396000"/>
          <a:lstStyle>
            <a:lvl1pPr marL="0" marR="0" indent="0" algn="l" defTabSz="914400" rtl="0" eaLnBrk="1" fontAlgn="auto" latinLnBrk="0" hangingPunct="1">
              <a:lnSpc>
                <a:spcPct val="100000"/>
              </a:lnSpc>
              <a:spcBef>
                <a:spcPts val="0"/>
              </a:spcBef>
              <a:spcAft>
                <a:spcPts val="600"/>
              </a:spcAft>
              <a:buClrTx/>
              <a:buSzTx/>
              <a:buFontTx/>
              <a:buNone/>
              <a:tabLst/>
              <a:defRPr sz="9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a:effectLst/>
                <a:latin typeface="Arial" panose="020B0604020202020204" pitchFamily="34" charset="0"/>
              </a:rPr>
              <a:t>Gitam quam aut alitem net quati voluptate nus reri consed mod ute ipsandus exces maiorendae qui vid qui re conseria is cus pel ipsaepereped quibus eum verum eum.</a:t>
            </a:r>
          </a:p>
          <a:p>
            <a:r>
              <a:rPr lang="en-GB">
                <a:effectLst/>
                <a:latin typeface="Arial" panose="020B0604020202020204" pitchFamily="34" charset="0"/>
              </a:rPr>
              <a:t>Busam qui aut mo mos aut quam quae dolent es veriae. </a:t>
            </a:r>
            <a:r>
              <a:rPr lang="en-GB" err="1">
                <a:effectLst/>
                <a:latin typeface="Arial" panose="020B0604020202020204" pitchFamily="34" charset="0"/>
              </a:rPr>
              <a:t>Os</a:t>
            </a:r>
            <a:r>
              <a:rPr lang="en-GB">
                <a:effectLst/>
                <a:latin typeface="Arial" panose="020B0604020202020204" pitchFamily="34" charset="0"/>
              </a:rPr>
              <a:t> </a:t>
            </a:r>
            <a:r>
              <a:rPr lang="en-GB" err="1">
                <a:effectLst/>
                <a:latin typeface="Arial" panose="020B0604020202020204" pitchFamily="34" charset="0"/>
              </a:rPr>
              <a:t>rendent</a:t>
            </a:r>
            <a:r>
              <a:rPr lang="en-GB">
                <a:effectLst/>
                <a:latin typeface="Arial" panose="020B0604020202020204" pitchFamily="34" charset="0"/>
              </a:rPr>
              <a:t> </a:t>
            </a:r>
            <a:r>
              <a:rPr lang="en-GB" err="1">
                <a:effectLst/>
                <a:latin typeface="Arial" panose="020B0604020202020204" pitchFamily="34" charset="0"/>
              </a:rPr>
              <a:t>ianimin</a:t>
            </a:r>
            <a:r>
              <a:rPr lang="en-GB">
                <a:effectLst/>
                <a:latin typeface="Arial" panose="020B0604020202020204" pitchFamily="34" charset="0"/>
              </a:rPr>
              <a:t> cum </a:t>
            </a:r>
            <a:r>
              <a:rPr lang="en-GB" err="1">
                <a:effectLst/>
                <a:latin typeface="Arial" panose="020B0604020202020204" pitchFamily="34" charset="0"/>
              </a:rPr>
              <a:t>venihicia</a:t>
            </a:r>
            <a:r>
              <a:rPr lang="en-GB">
                <a:effectLst/>
                <a:latin typeface="Arial" panose="020B0604020202020204" pitchFamily="34" charset="0"/>
              </a:rPr>
              <a:t> </a:t>
            </a:r>
            <a:r>
              <a:rPr lang="en-GB" err="1">
                <a:effectLst/>
                <a:latin typeface="Arial" panose="020B0604020202020204" pitchFamily="34" charset="0"/>
              </a:rPr>
              <a:t>exceristo</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Em</a:t>
            </a:r>
            <a:r>
              <a:rPr lang="en-GB">
                <a:effectLst/>
                <a:latin typeface="Arial" panose="020B0604020202020204" pitchFamily="34" charset="0"/>
              </a:rPr>
              <a:t> dent lam </a:t>
            </a:r>
            <a:r>
              <a:rPr lang="en-GB" err="1">
                <a:effectLst/>
                <a:latin typeface="Arial" panose="020B0604020202020204" pitchFamily="34" charset="0"/>
              </a:rPr>
              <a:t>aliqui</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ipsum </a:t>
            </a:r>
            <a:r>
              <a:rPr lang="en-GB" err="1">
                <a:effectLst/>
                <a:latin typeface="Arial" panose="020B0604020202020204" pitchFamily="34" charset="0"/>
              </a:rPr>
              <a:t>natemqui</a:t>
            </a:r>
            <a:r>
              <a:rPr lang="en-GB">
                <a:effectLst/>
                <a:latin typeface="Arial" panose="020B0604020202020204" pitchFamily="34" charset="0"/>
              </a:rPr>
              <a:t> </a:t>
            </a:r>
            <a:r>
              <a:rPr lang="en-GB" err="1">
                <a:effectLst/>
                <a:latin typeface="Arial" panose="020B0604020202020204" pitchFamily="34" charset="0"/>
              </a:rPr>
              <a:t>torum</a:t>
            </a:r>
            <a:r>
              <a:rPr lang="en-GB">
                <a:effectLst/>
                <a:latin typeface="Arial" panose="020B0604020202020204" pitchFamily="34" charset="0"/>
              </a:rPr>
              <a:t> </a:t>
            </a:r>
            <a:r>
              <a:rPr lang="en-GB" err="1">
                <a:effectLst/>
                <a:latin typeface="Arial" panose="020B0604020202020204" pitchFamily="34" charset="0"/>
              </a:rPr>
              <a:t>doluptatium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aute</a:t>
            </a:r>
            <a:r>
              <a:rPr lang="en-GB">
                <a:effectLst/>
                <a:latin typeface="Arial" panose="020B0604020202020204" pitchFamily="34" charset="0"/>
              </a:rPr>
              <a:t> vent, </a:t>
            </a:r>
            <a:r>
              <a:rPr lang="en-GB" err="1">
                <a:effectLst/>
                <a:latin typeface="Arial" panose="020B0604020202020204" pitchFamily="34" charset="0"/>
              </a:rPr>
              <a:t>omnimusdae</a:t>
            </a:r>
            <a:r>
              <a:rPr lang="en-GB">
                <a:effectLst/>
                <a:latin typeface="Arial" panose="020B0604020202020204" pitchFamily="34" charset="0"/>
              </a:rPr>
              <a:t> </a:t>
            </a:r>
            <a:r>
              <a:rPr lang="en-GB" err="1">
                <a:effectLst/>
                <a:latin typeface="Arial" panose="020B0604020202020204" pitchFamily="34" charset="0"/>
              </a:rPr>
              <a:t>autem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sitate</a:t>
            </a:r>
            <a:r>
              <a:rPr lang="en-GB">
                <a:effectLst/>
                <a:latin typeface="Arial" panose="020B0604020202020204" pitchFamily="34" charset="0"/>
              </a:rPr>
              <a:t> </a:t>
            </a:r>
            <a:r>
              <a:rPr lang="en-GB" err="1">
                <a:effectLst/>
                <a:latin typeface="Arial" panose="020B0604020202020204" pitchFamily="34" charset="0"/>
              </a:rPr>
              <a:t>volesti</a:t>
            </a:r>
            <a:r>
              <a:rPr lang="en-GB">
                <a:effectLst/>
                <a:latin typeface="Arial" panose="020B0604020202020204" pitchFamily="34" charset="0"/>
              </a:rPr>
              <a:t> </a:t>
            </a:r>
            <a:r>
              <a:rPr lang="en-GB" err="1">
                <a:effectLst/>
                <a:latin typeface="Arial" panose="020B0604020202020204" pitchFamily="34" charset="0"/>
              </a:rPr>
              <a:t>umquam</a:t>
            </a:r>
            <a:r>
              <a:rPr lang="en-GB">
                <a:effectLst/>
                <a:latin typeface="Arial" panose="020B0604020202020204" pitchFamily="34" charset="0"/>
              </a:rPr>
              <a:t> que pa </a:t>
            </a:r>
            <a:r>
              <a:rPr lang="en-GB" err="1">
                <a:effectLst/>
                <a:latin typeface="Arial" panose="020B0604020202020204" pitchFamily="34" charset="0"/>
              </a:rPr>
              <a:t>nimint</a:t>
            </a:r>
            <a:r>
              <a:rPr lang="en-GB">
                <a:effectLst/>
                <a:latin typeface="Arial" panose="020B0604020202020204" pitchFamily="34" charset="0"/>
              </a:rPr>
              <a:t> </a:t>
            </a:r>
            <a:r>
              <a:rPr lang="en-GB" err="1">
                <a:effectLst/>
                <a:latin typeface="Arial" panose="020B0604020202020204" pitchFamily="34" charset="0"/>
              </a:rPr>
              <a:t>quodi</a:t>
            </a:r>
            <a:r>
              <a:rPr lang="en-GB">
                <a:effectLst/>
                <a:latin typeface="Arial" panose="020B0604020202020204" pitchFamily="34" charset="0"/>
              </a:rPr>
              <a:t> </a:t>
            </a:r>
            <a:r>
              <a:rPr lang="en-GB" err="1">
                <a:effectLst/>
                <a:latin typeface="Arial" panose="020B0604020202020204" pitchFamily="34" charset="0"/>
              </a:rPr>
              <a:t>dolut</a:t>
            </a:r>
            <a:r>
              <a:rPr lang="en-GB">
                <a:effectLst/>
                <a:latin typeface="Arial" panose="020B0604020202020204" pitchFamily="34" charset="0"/>
              </a:rPr>
              <a:t> </a:t>
            </a:r>
            <a:r>
              <a:rPr lang="en-GB" err="1">
                <a:effectLst/>
                <a:latin typeface="Arial" panose="020B0604020202020204" pitchFamily="34" charset="0"/>
              </a:rPr>
              <a:t>volupid</a:t>
            </a:r>
            <a:r>
              <a:rPr lang="en-GB">
                <a:effectLst/>
                <a:latin typeface="Arial" panose="020B0604020202020204" pitchFamily="34" charset="0"/>
              </a:rPr>
              <a:t>.</a:t>
            </a:r>
          </a:p>
        </p:txBody>
      </p:sp>
      <p:sp>
        <p:nvSpPr>
          <p:cNvPr id="28" name="Text Placeholder 8">
            <a:extLst>
              <a:ext uri="{FF2B5EF4-FFF2-40B4-BE49-F238E27FC236}">
                <a16:creationId xmlns:a16="http://schemas.microsoft.com/office/drawing/2014/main" id="{D76BAA15-ACE5-2A49-9216-8F34EDB35B73}"/>
              </a:ext>
            </a:extLst>
          </p:cNvPr>
          <p:cNvSpPr>
            <a:spLocks noGrp="1"/>
          </p:cNvSpPr>
          <p:nvPr>
            <p:ph type="body" sz="quarter" idx="15" hasCustomPrompt="1"/>
          </p:nvPr>
        </p:nvSpPr>
        <p:spPr>
          <a:xfrm>
            <a:off x="6737870" y="5097197"/>
            <a:ext cx="1424080" cy="153889"/>
          </a:xfrm>
          <a:prstGeom prst="rect">
            <a:avLst/>
          </a:prstGeom>
        </p:spPr>
        <p:txBody>
          <a:bodyPr/>
          <a:lstStyle>
            <a:lvl1pPr>
              <a:lnSpc>
                <a:spcPct val="100000"/>
              </a:lnSpc>
              <a:buNone/>
              <a:defRPr sz="700">
                <a:solidFill>
                  <a:schemeClr val="tx1"/>
                </a:solidFill>
              </a:defRPr>
            </a:lvl1pPr>
            <a:lvl2pPr>
              <a:buNone/>
              <a:defRPr sz="500">
                <a:solidFill>
                  <a:schemeClr val="tx1">
                    <a:alpha val="50000"/>
                  </a:schemeClr>
                </a:solidFill>
              </a:defRPr>
            </a:lvl2pPr>
            <a:lvl3pPr>
              <a:buNone/>
              <a:defRPr sz="500">
                <a:solidFill>
                  <a:schemeClr val="tx1">
                    <a:alpha val="50000"/>
                  </a:schemeClr>
                </a:solidFill>
              </a:defRPr>
            </a:lvl3pPr>
            <a:lvl4pPr>
              <a:buNone/>
              <a:defRPr sz="500">
                <a:solidFill>
                  <a:schemeClr val="tx1">
                    <a:alpha val="50000"/>
                  </a:schemeClr>
                </a:solidFill>
              </a:defRPr>
            </a:lvl4pPr>
            <a:lvl5pPr>
              <a:buNone/>
              <a:defRPr sz="500">
                <a:solidFill>
                  <a:schemeClr val="tx1">
                    <a:alpha val="50000"/>
                  </a:schemeClr>
                </a:solidFill>
              </a:defRPr>
            </a:lvl5pPr>
          </a:lstStyle>
          <a:p>
            <a:pPr lvl="0"/>
            <a:r>
              <a:rPr lang="en-GB"/>
              <a:t>Hotel brand name goes here</a:t>
            </a:r>
            <a:endParaRPr lang="en-US"/>
          </a:p>
        </p:txBody>
      </p:sp>
      <p:sp>
        <p:nvSpPr>
          <p:cNvPr id="30" name="Text Placeholder 8">
            <a:extLst>
              <a:ext uri="{FF2B5EF4-FFF2-40B4-BE49-F238E27FC236}">
                <a16:creationId xmlns:a16="http://schemas.microsoft.com/office/drawing/2014/main" id="{740DE8C0-DBE4-7743-B46D-20EE36FD6173}"/>
              </a:ext>
            </a:extLst>
          </p:cNvPr>
          <p:cNvSpPr>
            <a:spLocks noGrp="1"/>
          </p:cNvSpPr>
          <p:nvPr>
            <p:ph type="body" sz="quarter" idx="28" hasCustomPrompt="1"/>
          </p:nvPr>
        </p:nvSpPr>
        <p:spPr>
          <a:xfrm>
            <a:off x="9290533" y="5897001"/>
            <a:ext cx="1424080" cy="153889"/>
          </a:xfrm>
          <a:prstGeom prst="rect">
            <a:avLst/>
          </a:prstGeom>
        </p:spPr>
        <p:txBody>
          <a:bodyPr/>
          <a:lstStyle>
            <a:lvl1pPr>
              <a:lnSpc>
                <a:spcPct val="100000"/>
              </a:lnSpc>
              <a:buNone/>
              <a:defRPr sz="700">
                <a:solidFill>
                  <a:schemeClr val="tx1"/>
                </a:solidFill>
              </a:defRPr>
            </a:lvl1pPr>
            <a:lvl2pPr>
              <a:buNone/>
              <a:defRPr sz="500">
                <a:solidFill>
                  <a:schemeClr val="tx1">
                    <a:alpha val="50000"/>
                  </a:schemeClr>
                </a:solidFill>
              </a:defRPr>
            </a:lvl2pPr>
            <a:lvl3pPr>
              <a:buNone/>
              <a:defRPr sz="500">
                <a:solidFill>
                  <a:schemeClr val="tx1">
                    <a:alpha val="50000"/>
                  </a:schemeClr>
                </a:solidFill>
              </a:defRPr>
            </a:lvl3pPr>
            <a:lvl4pPr>
              <a:buNone/>
              <a:defRPr sz="500">
                <a:solidFill>
                  <a:schemeClr val="tx1">
                    <a:alpha val="50000"/>
                  </a:schemeClr>
                </a:solidFill>
              </a:defRPr>
            </a:lvl4pPr>
            <a:lvl5pPr>
              <a:buNone/>
              <a:defRPr sz="500">
                <a:solidFill>
                  <a:schemeClr val="tx1">
                    <a:alpha val="50000"/>
                  </a:schemeClr>
                </a:solidFill>
              </a:defRPr>
            </a:lvl5pPr>
          </a:lstStyle>
          <a:p>
            <a:pPr lvl="0"/>
            <a:r>
              <a:rPr lang="en-GB"/>
              <a:t>Hotel brand name goes here</a:t>
            </a:r>
            <a:endParaRPr lang="en-US"/>
          </a:p>
        </p:txBody>
      </p:sp>
      <p:sp>
        <p:nvSpPr>
          <p:cNvPr id="38" name="Vertical Text Placeholder 2">
            <a:extLst>
              <a:ext uri="{FF2B5EF4-FFF2-40B4-BE49-F238E27FC236}">
                <a16:creationId xmlns:a16="http://schemas.microsoft.com/office/drawing/2014/main" id="{EA723C30-10F6-2647-8CAD-8E0EDF5F2C73}"/>
              </a:ext>
            </a:extLst>
          </p:cNvPr>
          <p:cNvSpPr>
            <a:spLocks noGrp="1"/>
          </p:cNvSpPr>
          <p:nvPr>
            <p:ph type="body" orient="vert" sz="quarter" idx="25" hasCustomPrompt="1"/>
          </p:nvPr>
        </p:nvSpPr>
        <p:spPr>
          <a:xfrm>
            <a:off x="6637371" y="2387658"/>
            <a:ext cx="288150" cy="2082684"/>
          </a:xfrm>
          <a:prstGeom prst="rect">
            <a:avLst/>
          </a:prstGeom>
          <a:solidFill>
            <a:schemeClr val="accent1"/>
          </a:solidFill>
        </p:spPr>
        <p:txBody>
          <a:bodyPr vert="eaVert" lIns="90000" tIns="396000" anchor="ctr" anchorCtr="0"/>
          <a:lstStyle>
            <a:lvl1pPr>
              <a:buFontTx/>
              <a:buNone/>
              <a:defRPr sz="1100">
                <a:solidFill>
                  <a:schemeClr val="tx1"/>
                </a:solidFill>
              </a:defRPr>
            </a:lvl1pPr>
            <a:lvl2pPr>
              <a:buFontTx/>
              <a:buNone/>
              <a:defRPr/>
            </a:lvl2pPr>
            <a:lvl3pPr>
              <a:buFontTx/>
              <a:buNone/>
              <a:defRPr/>
            </a:lvl3pPr>
            <a:lvl4pPr>
              <a:buFontTx/>
              <a:buNone/>
              <a:defRPr/>
            </a:lvl4pPr>
            <a:lvl5pPr>
              <a:buFontTx/>
              <a:buNone/>
              <a:defRPr/>
            </a:lvl5pPr>
          </a:lstStyle>
          <a:p>
            <a:pPr lvl="0"/>
            <a:r>
              <a:rPr lang="en-US"/>
              <a:t>Collection name goes here</a:t>
            </a:r>
          </a:p>
        </p:txBody>
      </p:sp>
      <p:sp>
        <p:nvSpPr>
          <p:cNvPr id="19" name="Text Placeholder 5">
            <a:extLst>
              <a:ext uri="{FF2B5EF4-FFF2-40B4-BE49-F238E27FC236}">
                <a16:creationId xmlns:a16="http://schemas.microsoft.com/office/drawing/2014/main" id="{6C7E3F69-7FDD-C342-9106-43BA87495652}"/>
              </a:ext>
            </a:extLst>
          </p:cNvPr>
          <p:cNvSpPr>
            <a:spLocks noGrp="1"/>
          </p:cNvSpPr>
          <p:nvPr>
            <p:ph type="body" sz="quarter" idx="34"/>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1" name="Text Placeholder 7">
            <a:extLst>
              <a:ext uri="{FF2B5EF4-FFF2-40B4-BE49-F238E27FC236}">
                <a16:creationId xmlns:a16="http://schemas.microsoft.com/office/drawing/2014/main" id="{C1833579-1CF2-B241-80C5-DE1D90089948}"/>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BAF59090-EE8A-514E-BFDF-3A839470746C}"/>
              </a:ext>
            </a:extLst>
          </p:cNvPr>
          <p:cNvSpPr>
            <a:spLocks noGrp="1"/>
          </p:cNvSpPr>
          <p:nvPr>
            <p:ph type="sldNum" sz="quarter" idx="35"/>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9129120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Content Slide – 4 Columns">
    <p:bg>
      <p:bgPr>
        <a:solidFill>
          <a:schemeClr val="bg1"/>
        </a:solidFill>
        <a:effectLst/>
      </p:bgPr>
    </p:bg>
    <p:spTree>
      <p:nvGrpSpPr>
        <p:cNvPr id="1" name=""/>
        <p:cNvGrpSpPr/>
        <p:nvPr/>
      </p:nvGrpSpPr>
      <p:grpSpPr>
        <a:xfrm>
          <a:off x="0" y="0"/>
          <a:ext cx="0" cy="0"/>
          <a:chOff x="0" y="0"/>
          <a:chExt cx="0" cy="0"/>
        </a:xfrm>
      </p:grpSpPr>
      <p:sp>
        <p:nvSpPr>
          <p:cNvPr id="20" name="Text Placeholder 7">
            <a:extLst>
              <a:ext uri="{FF2B5EF4-FFF2-40B4-BE49-F238E27FC236}">
                <a16:creationId xmlns:a16="http://schemas.microsoft.com/office/drawing/2014/main" id="{F5483561-531F-814B-86FB-4B77BDD8291F}"/>
              </a:ext>
            </a:extLst>
          </p:cNvPr>
          <p:cNvSpPr>
            <a:spLocks noGrp="1"/>
          </p:cNvSpPr>
          <p:nvPr>
            <p:ph type="body" sz="quarter" idx="24" hasCustomPrompt="1"/>
          </p:nvPr>
        </p:nvSpPr>
        <p:spPr>
          <a:xfrm>
            <a:off x="400391" y="1566061"/>
            <a:ext cx="2679560" cy="261471"/>
          </a:xfrm>
          <a:prstGeom prst="rect">
            <a:avLst/>
          </a:prstGeom>
        </p:spPr>
        <p:txBody>
          <a:bodyPr lIns="0" tIns="0" rIns="0" bIns="0" anchor="t"/>
          <a:lstStyle>
            <a:lvl1pPr marL="0" indent="0" algn="l">
              <a:lnSpc>
                <a:spcPct val="100000"/>
              </a:lnSpc>
              <a:spcBef>
                <a:spcPts val="0"/>
              </a:spcBef>
              <a:buNone/>
              <a:defRPr sz="1500">
                <a:solidFill>
                  <a:schemeClr val="accent1"/>
                </a:solidFill>
                <a:latin typeface="Arial" panose="020B0604020202020204" pitchFamily="34" charset="0"/>
                <a:cs typeface="Arial" panose="020B0604020202020204" pitchFamily="34" charset="0"/>
              </a:defRPr>
            </a:lvl1pPr>
          </a:lstStyle>
          <a:p>
            <a:r>
              <a:rPr lang="en-GB" err="1">
                <a:effectLst/>
                <a:latin typeface="Arial" panose="020B0604020202020204" pitchFamily="34" charset="0"/>
              </a:rPr>
              <a:t>Subheader</a:t>
            </a:r>
            <a:r>
              <a:rPr lang="en-GB">
                <a:effectLst/>
                <a:latin typeface="Arial" panose="020B0604020202020204" pitchFamily="34" charset="0"/>
              </a:rPr>
              <a:t> 01</a:t>
            </a:r>
          </a:p>
        </p:txBody>
      </p:sp>
      <p:sp>
        <p:nvSpPr>
          <p:cNvPr id="21" name="Text Placeholder 14">
            <a:extLst>
              <a:ext uri="{FF2B5EF4-FFF2-40B4-BE49-F238E27FC236}">
                <a16:creationId xmlns:a16="http://schemas.microsoft.com/office/drawing/2014/main" id="{0E80F8EE-3961-7A4F-82F3-A6D239785526}"/>
              </a:ext>
            </a:extLst>
          </p:cNvPr>
          <p:cNvSpPr>
            <a:spLocks noGrp="1"/>
          </p:cNvSpPr>
          <p:nvPr>
            <p:ph type="body" sz="quarter" idx="25" hasCustomPrompt="1"/>
          </p:nvPr>
        </p:nvSpPr>
        <p:spPr>
          <a:xfrm>
            <a:off x="400391" y="1941787"/>
            <a:ext cx="2679560" cy="3874814"/>
          </a:xfrm>
          <a:prstGeom prst="rect">
            <a:avLst/>
          </a:prstGeom>
        </p:spPr>
        <p:txBody>
          <a:bodyPr lIns="0" tIns="0" rIns="0" bIns="0"/>
          <a:lstStyle>
            <a:lvl1pPr marL="126000" indent="-126000">
              <a:lnSpc>
                <a:spcPct val="100000"/>
              </a:lnSpc>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luptaqui</a:t>
            </a:r>
            <a:r>
              <a:rPr lang="en-GB">
                <a:effectLst/>
                <a:latin typeface="Arial" panose="020B0604020202020204" pitchFamily="34" charset="0"/>
              </a:rPr>
              <a:t> </a:t>
            </a:r>
            <a:r>
              <a:rPr lang="en-GB" err="1">
                <a:effectLst/>
                <a:latin typeface="Arial" panose="020B0604020202020204" pitchFamily="34" charset="0"/>
              </a:rPr>
              <a:t>ra</a:t>
            </a:r>
            <a:r>
              <a:rPr lang="en-GB">
                <a:effectLst/>
                <a:latin typeface="Arial" panose="020B0604020202020204" pitchFamily="34" charset="0"/>
              </a:rPr>
              <a:t> </a:t>
            </a:r>
            <a:r>
              <a:rPr lang="en-GB" err="1">
                <a:effectLst/>
                <a:latin typeface="Arial" panose="020B0604020202020204" pitchFamily="34" charset="0"/>
              </a:rPr>
              <a:t>sinctus</a:t>
            </a:r>
            <a:r>
              <a:rPr lang="en-GB">
                <a:effectLst/>
                <a:latin typeface="Arial" panose="020B0604020202020204" pitchFamily="34" charset="0"/>
              </a:rPr>
              <a:t> </a:t>
            </a:r>
            <a:r>
              <a:rPr lang="en-GB" err="1">
                <a:effectLst/>
                <a:latin typeface="Arial" panose="020B0604020202020204" pitchFamily="34" charset="0"/>
              </a:rPr>
              <a:t>alignisqui</a:t>
            </a:r>
            <a:r>
              <a:rPr lang="en-GB">
                <a:effectLst/>
                <a:latin typeface="Arial" panose="020B0604020202020204" pitchFamily="34" charset="0"/>
              </a:rPr>
              <a:t>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sintur</a:t>
            </a:r>
            <a:r>
              <a:rPr lang="en-GB">
                <a:effectLst/>
                <a:latin typeface="Arial" panose="020B0604020202020204" pitchFamily="34" charset="0"/>
              </a:rPr>
              <a:t> </a:t>
            </a:r>
            <a:r>
              <a:rPr lang="en-GB" err="1">
                <a:effectLst/>
                <a:latin typeface="Arial" panose="020B0604020202020204" pitchFamily="34" charset="0"/>
              </a:rPr>
              <a:t>minvell</a:t>
            </a:r>
            <a:r>
              <a:rPr lang="en-GB">
                <a:effectLst/>
                <a:latin typeface="Arial" panose="020B0604020202020204" pitchFamily="34" charset="0"/>
              </a:rPr>
              <a:t> </a:t>
            </a:r>
            <a:r>
              <a:rPr lang="en-GB" err="1">
                <a:effectLst/>
                <a:latin typeface="Arial" panose="020B0604020202020204" pitchFamily="34" charset="0"/>
              </a:rPr>
              <a:t>ibusam</a:t>
            </a:r>
            <a:r>
              <a:rPr lang="en-GB">
                <a:effectLst/>
                <a:latin typeface="Arial" panose="020B0604020202020204" pitchFamily="34" charset="0"/>
              </a:rPr>
              <a:t> es di </a:t>
            </a:r>
            <a:r>
              <a:rPr lang="en-GB" err="1">
                <a:effectLst/>
                <a:latin typeface="Arial" panose="020B0604020202020204" pitchFamily="34" charset="0"/>
              </a:rPr>
              <a:t>comnihita</a:t>
            </a:r>
            <a:r>
              <a:rPr lang="en-GB">
                <a:effectLst/>
                <a:latin typeface="Arial" panose="020B0604020202020204" pitchFamily="34" charset="0"/>
              </a:rPr>
              <a:t> </a:t>
            </a:r>
            <a:r>
              <a:rPr lang="en-GB" err="1">
                <a:effectLst/>
                <a:latin typeface="Arial" panose="020B0604020202020204" pitchFamily="34" charset="0"/>
              </a:rPr>
              <a:t>doluptatem</a:t>
            </a:r>
            <a:r>
              <a:rPr lang="en-GB">
                <a:effectLst/>
                <a:latin typeface="Arial" panose="020B0604020202020204" pitchFamily="34" charset="0"/>
              </a:rPr>
              <a:t> con </a:t>
            </a:r>
            <a:r>
              <a:rPr lang="en-GB" err="1">
                <a:effectLst/>
                <a:latin typeface="Arial" panose="020B0604020202020204" pitchFamily="34" charset="0"/>
              </a:rPr>
              <a:t>cus</a:t>
            </a:r>
            <a:r>
              <a:rPr lang="en-GB">
                <a:effectLst/>
                <a:latin typeface="Arial" panose="020B0604020202020204" pitchFamily="34" charset="0"/>
              </a:rPr>
              <a:t> et a </a:t>
            </a:r>
            <a:r>
              <a:rPr lang="en-GB" err="1">
                <a:effectLst/>
                <a:latin typeface="Arial" panose="020B0604020202020204" pitchFamily="34" charset="0"/>
              </a:rPr>
              <a:t>quatem</a:t>
            </a:r>
            <a:r>
              <a:rPr lang="en-GB">
                <a:effectLst/>
                <a:latin typeface="Arial" panose="020B0604020202020204" pitchFamily="34" charset="0"/>
              </a:rPr>
              <a:t> vera por </a:t>
            </a:r>
            <a:r>
              <a:rPr lang="en-GB" err="1">
                <a:effectLst/>
                <a:latin typeface="Arial" panose="020B0604020202020204" pitchFamily="34" charset="0"/>
              </a:rPr>
              <a:t>magnis</a:t>
            </a:r>
            <a:r>
              <a:rPr lang="en-GB">
                <a:effectLst/>
                <a:latin typeface="Arial" panose="020B0604020202020204" pitchFamily="34" charset="0"/>
              </a:rPr>
              <a:t> </a:t>
            </a:r>
            <a:r>
              <a:rPr lang="en-GB" err="1">
                <a:effectLst/>
                <a:latin typeface="Arial" panose="020B0604020202020204" pitchFamily="34" charset="0"/>
              </a:rPr>
              <a:t>numquam</a:t>
            </a:r>
            <a:r>
              <a:rPr lang="en-GB">
                <a:effectLst/>
                <a:latin typeface="Arial" panose="020B0604020202020204" pitchFamily="34" charset="0"/>
              </a:rPr>
              <a:t> </a:t>
            </a:r>
            <a:r>
              <a:rPr lang="en-GB" err="1">
                <a:effectLst/>
                <a:latin typeface="Arial" panose="020B0604020202020204" pitchFamily="34" charset="0"/>
              </a:rPr>
              <a:t>si</a:t>
            </a:r>
            <a:r>
              <a:rPr lang="en-GB">
                <a:effectLst/>
                <a:latin typeface="Arial" panose="020B0604020202020204" pitchFamily="34" charset="0"/>
              </a:rPr>
              <a:t> </a:t>
            </a:r>
            <a:r>
              <a:rPr lang="en-GB" err="1">
                <a:effectLst/>
                <a:latin typeface="Arial" panose="020B0604020202020204" pitchFamily="34" charset="0"/>
              </a:rPr>
              <a:t>doluptiusant</a:t>
            </a:r>
            <a:r>
              <a:rPr lang="en-GB">
                <a:effectLst/>
                <a:latin typeface="Arial" panose="020B0604020202020204" pitchFamily="34" charset="0"/>
              </a:rPr>
              <a:t> </a:t>
            </a:r>
            <a:r>
              <a:rPr lang="en-GB" err="1">
                <a:effectLst/>
                <a:latin typeface="Arial" panose="020B0604020202020204" pitchFamily="34" charset="0"/>
              </a:rPr>
              <a:t>periaerum</a:t>
            </a:r>
            <a:r>
              <a:rPr lang="en-GB">
                <a:effectLst/>
                <a:latin typeface="Arial" panose="020B0604020202020204" pitchFamily="34" charset="0"/>
              </a:rPr>
              <a:t> </a:t>
            </a:r>
            <a:r>
              <a:rPr lang="en-GB" err="1">
                <a:effectLst/>
                <a:latin typeface="Arial" panose="020B0604020202020204" pitchFamily="34" charset="0"/>
              </a:rPr>
              <a:t>voloreriam</a:t>
            </a:r>
            <a:r>
              <a:rPr lang="en-GB">
                <a:effectLst/>
                <a:latin typeface="Arial" panose="020B0604020202020204" pitchFamily="34" charset="0"/>
              </a:rPr>
              <a:t> ipsum </a:t>
            </a:r>
            <a:r>
              <a:rPr lang="en-GB" err="1">
                <a:effectLst/>
                <a:latin typeface="Arial" panose="020B0604020202020204" pitchFamily="34" charset="0"/>
              </a:rPr>
              <a:t>essi</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volor</a:t>
            </a:r>
            <a:r>
              <a:rPr lang="en-GB">
                <a:effectLst/>
                <a:latin typeface="Arial" panose="020B0604020202020204" pitchFamily="34" charset="0"/>
              </a:rPr>
              <a:t> </a:t>
            </a:r>
            <a:r>
              <a:rPr lang="en-GB" err="1">
                <a:effectLst/>
                <a:latin typeface="Arial" panose="020B0604020202020204" pitchFamily="34" charset="0"/>
              </a:rPr>
              <a:t>sa</a:t>
            </a:r>
            <a:endParaRPr lang="en-GB">
              <a:effectLst/>
              <a:latin typeface="Arial" panose="020B0604020202020204" pitchFamily="34" charset="0"/>
            </a:endParaRPr>
          </a:p>
          <a:p>
            <a:r>
              <a:rPr lang="en-GB" err="1">
                <a:effectLst/>
                <a:latin typeface="Arial" panose="020B0604020202020204" pitchFamily="34" charset="0"/>
              </a:rPr>
              <a:t>Dolecullabo</a:t>
            </a:r>
            <a:r>
              <a:rPr lang="en-GB">
                <a:effectLst/>
                <a:latin typeface="Arial" panose="020B0604020202020204" pitchFamily="34" charset="0"/>
              </a:rPr>
              <a:t>. Ut </a:t>
            </a:r>
            <a:r>
              <a:rPr lang="en-GB" err="1">
                <a:effectLst/>
                <a:latin typeface="Arial" panose="020B0604020202020204" pitchFamily="34" charset="0"/>
              </a:rPr>
              <a:t>andamet</a:t>
            </a:r>
            <a:r>
              <a:rPr lang="en-GB">
                <a:effectLst/>
                <a:latin typeface="Arial" panose="020B0604020202020204" pitchFamily="34" charset="0"/>
              </a:rPr>
              <a:t> </a:t>
            </a:r>
            <a:r>
              <a:rPr lang="en-GB" err="1">
                <a:effectLst/>
                <a:latin typeface="Arial" panose="020B0604020202020204" pitchFamily="34" charset="0"/>
              </a:rPr>
              <a:t>alibus</a:t>
            </a:r>
            <a:r>
              <a:rPr lang="en-GB">
                <a:effectLst/>
                <a:latin typeface="Arial" panose="020B0604020202020204" pitchFamily="34" charset="0"/>
              </a:rPr>
              <a:t>, sae </a:t>
            </a:r>
            <a:r>
              <a:rPr lang="en-GB" err="1">
                <a:effectLst/>
                <a:latin typeface="Arial" panose="020B0604020202020204" pitchFamily="34" charset="0"/>
              </a:rPr>
              <a:t>dem</a:t>
            </a:r>
            <a:r>
              <a:rPr lang="en-GB">
                <a:effectLst/>
                <a:latin typeface="Arial" panose="020B0604020202020204" pitchFamily="34" charset="0"/>
              </a:rPr>
              <a:t> </a:t>
            </a:r>
            <a:r>
              <a:rPr lang="en-GB" err="1">
                <a:effectLst/>
                <a:latin typeface="Arial" panose="020B0604020202020204" pitchFamily="34" charset="0"/>
              </a:rPr>
              <a:t>facearu</a:t>
            </a:r>
            <a:r>
              <a:rPr lang="en-GB">
                <a:effectLst/>
                <a:latin typeface="Arial" panose="020B0604020202020204" pitchFamily="34" charset="0"/>
              </a:rPr>
              <a:t> </a:t>
            </a:r>
            <a:r>
              <a:rPr lang="en-GB" err="1">
                <a:effectLst/>
                <a:latin typeface="Arial" panose="020B0604020202020204" pitchFamily="34" charset="0"/>
              </a:rPr>
              <a:t>mquodit</a:t>
            </a:r>
            <a:r>
              <a:rPr lang="en-GB">
                <a:effectLst/>
                <a:latin typeface="Arial" panose="020B0604020202020204" pitchFamily="34" charset="0"/>
              </a:rPr>
              <a:t>, in </a:t>
            </a:r>
            <a:r>
              <a:rPr lang="en-GB" err="1">
                <a:effectLst/>
                <a:latin typeface="Arial" panose="020B0604020202020204" pitchFamily="34" charset="0"/>
              </a:rPr>
              <a:t>everro</a:t>
            </a:r>
            <a:r>
              <a:rPr lang="en-GB">
                <a:effectLst/>
                <a:latin typeface="Arial" panose="020B0604020202020204" pitchFamily="34" charset="0"/>
              </a:rPr>
              <a:t> </a:t>
            </a:r>
            <a:r>
              <a:rPr lang="en-GB" err="1">
                <a:effectLst/>
                <a:latin typeface="Arial" panose="020B0604020202020204" pitchFamily="34" charset="0"/>
              </a:rPr>
              <a:t>eos</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et </a:t>
            </a:r>
            <a:r>
              <a:rPr lang="en-GB" err="1">
                <a:effectLst/>
                <a:latin typeface="Arial" panose="020B0604020202020204" pitchFamily="34" charset="0"/>
              </a:rPr>
              <a:t>quaectem</a:t>
            </a:r>
            <a:r>
              <a:rPr lang="en-GB">
                <a:effectLst/>
                <a:latin typeface="Arial" panose="020B0604020202020204" pitchFamily="34" charset="0"/>
              </a:rPr>
              <a:t> </a:t>
            </a:r>
            <a:r>
              <a:rPr lang="en-GB" err="1">
                <a:effectLst/>
                <a:latin typeface="Arial" panose="020B0604020202020204" pitchFamily="34" charset="0"/>
              </a:rPr>
              <a:t>susciis</a:t>
            </a:r>
            <a:r>
              <a:rPr lang="en-GB">
                <a:effectLst/>
                <a:latin typeface="Arial" panose="020B0604020202020204" pitchFamily="34" charset="0"/>
              </a:rPr>
              <a:t> </a:t>
            </a:r>
            <a:r>
              <a:rPr lang="en-GB" err="1">
                <a:effectLst/>
                <a:latin typeface="Arial" panose="020B0604020202020204" pitchFamily="34" charset="0"/>
              </a:rPr>
              <a:t>est</a:t>
            </a:r>
            <a:r>
              <a:rPr lang="en-GB">
                <a:effectLst/>
                <a:latin typeface="Arial" panose="020B0604020202020204" pitchFamily="34" charset="0"/>
              </a:rPr>
              <a:t>, </a:t>
            </a:r>
            <a:r>
              <a:rPr lang="en-GB" err="1">
                <a:effectLst/>
                <a:latin typeface="Arial" panose="020B0604020202020204" pitchFamily="34" charset="0"/>
              </a:rPr>
              <a:t>quatur</a:t>
            </a:r>
            <a:r>
              <a:rPr lang="en-GB">
                <a:effectLst/>
                <a:latin typeface="Arial" panose="020B0604020202020204" pitchFamily="34" charset="0"/>
              </a:rPr>
              <a:t>, </a:t>
            </a:r>
            <a:r>
              <a:rPr lang="en-GB" err="1">
                <a:effectLst/>
                <a:latin typeface="Arial" panose="020B0604020202020204" pitchFamily="34" charset="0"/>
              </a:rPr>
              <a:t>sintem</a:t>
            </a:r>
            <a:r>
              <a:rPr lang="en-GB">
                <a:effectLst/>
                <a:latin typeface="Arial" panose="020B0604020202020204" pitchFamily="34" charset="0"/>
              </a:rPr>
              <a:t> quate.</a:t>
            </a:r>
          </a:p>
        </p:txBody>
      </p:sp>
      <p:sp>
        <p:nvSpPr>
          <p:cNvPr id="27" name="Text Placeholder 7">
            <a:extLst>
              <a:ext uri="{FF2B5EF4-FFF2-40B4-BE49-F238E27FC236}">
                <a16:creationId xmlns:a16="http://schemas.microsoft.com/office/drawing/2014/main" id="{3F91C31C-BF1E-924F-9AD3-1BC1472DEA59}"/>
              </a:ext>
            </a:extLst>
          </p:cNvPr>
          <p:cNvSpPr>
            <a:spLocks noGrp="1"/>
          </p:cNvSpPr>
          <p:nvPr>
            <p:ph type="body" sz="quarter" idx="26" hasCustomPrompt="1"/>
          </p:nvPr>
        </p:nvSpPr>
        <p:spPr>
          <a:xfrm>
            <a:off x="3296179" y="1566061"/>
            <a:ext cx="2679560" cy="261471"/>
          </a:xfrm>
          <a:prstGeom prst="rect">
            <a:avLst/>
          </a:prstGeom>
        </p:spPr>
        <p:txBody>
          <a:bodyPr lIns="0" tIns="0" rIns="0" bIns="0" anchor="t"/>
          <a:lstStyle>
            <a:lvl1pPr marL="0" indent="0" algn="l">
              <a:lnSpc>
                <a:spcPct val="100000"/>
              </a:lnSpc>
              <a:spcBef>
                <a:spcPts val="0"/>
              </a:spcBef>
              <a:buNone/>
              <a:defRPr sz="1500">
                <a:solidFill>
                  <a:schemeClr val="accent1"/>
                </a:solidFill>
                <a:latin typeface="Arial" panose="020B0604020202020204" pitchFamily="34" charset="0"/>
                <a:cs typeface="Arial" panose="020B0604020202020204" pitchFamily="34" charset="0"/>
              </a:defRPr>
            </a:lvl1pPr>
          </a:lstStyle>
          <a:p>
            <a:r>
              <a:rPr lang="en-GB" err="1">
                <a:effectLst/>
                <a:latin typeface="Arial" panose="020B0604020202020204" pitchFamily="34" charset="0"/>
              </a:rPr>
              <a:t>Subheader</a:t>
            </a:r>
            <a:r>
              <a:rPr lang="en-GB">
                <a:effectLst/>
                <a:latin typeface="Arial" panose="020B0604020202020204" pitchFamily="34" charset="0"/>
              </a:rPr>
              <a:t> 02</a:t>
            </a:r>
          </a:p>
        </p:txBody>
      </p:sp>
      <p:sp>
        <p:nvSpPr>
          <p:cNvPr id="28" name="Text Placeholder 14">
            <a:extLst>
              <a:ext uri="{FF2B5EF4-FFF2-40B4-BE49-F238E27FC236}">
                <a16:creationId xmlns:a16="http://schemas.microsoft.com/office/drawing/2014/main" id="{99C8DC48-EBCC-6C49-9C0D-25F6D554F1C5}"/>
              </a:ext>
            </a:extLst>
          </p:cNvPr>
          <p:cNvSpPr>
            <a:spLocks noGrp="1"/>
          </p:cNvSpPr>
          <p:nvPr>
            <p:ph type="body" sz="quarter" idx="27" hasCustomPrompt="1"/>
          </p:nvPr>
        </p:nvSpPr>
        <p:spPr>
          <a:xfrm>
            <a:off x="3296179" y="1941787"/>
            <a:ext cx="2679560" cy="3874814"/>
          </a:xfrm>
          <a:prstGeom prst="rect">
            <a:avLst/>
          </a:prstGeom>
        </p:spPr>
        <p:txBody>
          <a:bodyPr lIns="0" tIns="0" rIns="0" bIns="0"/>
          <a:lstStyle>
            <a:lvl1pPr marL="126000" indent="-126000">
              <a:lnSpc>
                <a:spcPct val="100000"/>
              </a:lnSpc>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luptaqui</a:t>
            </a:r>
            <a:r>
              <a:rPr lang="en-GB">
                <a:effectLst/>
                <a:latin typeface="Arial" panose="020B0604020202020204" pitchFamily="34" charset="0"/>
              </a:rPr>
              <a:t> </a:t>
            </a:r>
            <a:r>
              <a:rPr lang="en-GB" err="1">
                <a:effectLst/>
                <a:latin typeface="Arial" panose="020B0604020202020204" pitchFamily="34" charset="0"/>
              </a:rPr>
              <a:t>ra</a:t>
            </a:r>
            <a:r>
              <a:rPr lang="en-GB">
                <a:effectLst/>
                <a:latin typeface="Arial" panose="020B0604020202020204" pitchFamily="34" charset="0"/>
              </a:rPr>
              <a:t> </a:t>
            </a:r>
            <a:r>
              <a:rPr lang="en-GB" err="1">
                <a:effectLst/>
                <a:latin typeface="Arial" panose="020B0604020202020204" pitchFamily="34" charset="0"/>
              </a:rPr>
              <a:t>sinctus</a:t>
            </a:r>
            <a:r>
              <a:rPr lang="en-GB">
                <a:effectLst/>
                <a:latin typeface="Arial" panose="020B0604020202020204" pitchFamily="34" charset="0"/>
              </a:rPr>
              <a:t> </a:t>
            </a:r>
            <a:r>
              <a:rPr lang="en-GB" err="1">
                <a:effectLst/>
                <a:latin typeface="Arial" panose="020B0604020202020204" pitchFamily="34" charset="0"/>
              </a:rPr>
              <a:t>alignisqui</a:t>
            </a:r>
            <a:r>
              <a:rPr lang="en-GB">
                <a:effectLst/>
                <a:latin typeface="Arial" panose="020B0604020202020204" pitchFamily="34" charset="0"/>
              </a:rPr>
              <a:t>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sintur</a:t>
            </a:r>
            <a:r>
              <a:rPr lang="en-GB">
                <a:effectLst/>
                <a:latin typeface="Arial" panose="020B0604020202020204" pitchFamily="34" charset="0"/>
              </a:rPr>
              <a:t> </a:t>
            </a:r>
            <a:r>
              <a:rPr lang="en-GB" err="1">
                <a:effectLst/>
                <a:latin typeface="Arial" panose="020B0604020202020204" pitchFamily="34" charset="0"/>
              </a:rPr>
              <a:t>minvell</a:t>
            </a:r>
            <a:r>
              <a:rPr lang="en-GB">
                <a:effectLst/>
                <a:latin typeface="Arial" panose="020B0604020202020204" pitchFamily="34" charset="0"/>
              </a:rPr>
              <a:t> </a:t>
            </a:r>
            <a:r>
              <a:rPr lang="en-GB" err="1">
                <a:effectLst/>
                <a:latin typeface="Arial" panose="020B0604020202020204" pitchFamily="34" charset="0"/>
              </a:rPr>
              <a:t>ibusam</a:t>
            </a:r>
            <a:r>
              <a:rPr lang="en-GB">
                <a:effectLst/>
                <a:latin typeface="Arial" panose="020B0604020202020204" pitchFamily="34" charset="0"/>
              </a:rPr>
              <a:t> es di </a:t>
            </a:r>
            <a:r>
              <a:rPr lang="en-GB" err="1">
                <a:effectLst/>
                <a:latin typeface="Arial" panose="020B0604020202020204" pitchFamily="34" charset="0"/>
              </a:rPr>
              <a:t>comnihita</a:t>
            </a:r>
            <a:r>
              <a:rPr lang="en-GB">
                <a:effectLst/>
                <a:latin typeface="Arial" panose="020B0604020202020204" pitchFamily="34" charset="0"/>
              </a:rPr>
              <a:t> </a:t>
            </a:r>
            <a:r>
              <a:rPr lang="en-GB" err="1">
                <a:effectLst/>
                <a:latin typeface="Arial" panose="020B0604020202020204" pitchFamily="34" charset="0"/>
              </a:rPr>
              <a:t>doluptatem</a:t>
            </a:r>
            <a:r>
              <a:rPr lang="en-GB">
                <a:effectLst/>
                <a:latin typeface="Arial" panose="020B0604020202020204" pitchFamily="34" charset="0"/>
              </a:rPr>
              <a:t> con </a:t>
            </a:r>
            <a:r>
              <a:rPr lang="en-GB" err="1">
                <a:effectLst/>
                <a:latin typeface="Arial" panose="020B0604020202020204" pitchFamily="34" charset="0"/>
              </a:rPr>
              <a:t>cus</a:t>
            </a:r>
            <a:r>
              <a:rPr lang="en-GB">
                <a:effectLst/>
                <a:latin typeface="Arial" panose="020B0604020202020204" pitchFamily="34" charset="0"/>
              </a:rPr>
              <a:t> et a </a:t>
            </a:r>
            <a:r>
              <a:rPr lang="en-GB" err="1">
                <a:effectLst/>
                <a:latin typeface="Arial" panose="020B0604020202020204" pitchFamily="34" charset="0"/>
              </a:rPr>
              <a:t>quatem</a:t>
            </a:r>
            <a:r>
              <a:rPr lang="en-GB">
                <a:effectLst/>
                <a:latin typeface="Arial" panose="020B0604020202020204" pitchFamily="34" charset="0"/>
              </a:rPr>
              <a:t> vera por </a:t>
            </a:r>
            <a:r>
              <a:rPr lang="en-GB" err="1">
                <a:effectLst/>
                <a:latin typeface="Arial" panose="020B0604020202020204" pitchFamily="34" charset="0"/>
              </a:rPr>
              <a:t>magnis</a:t>
            </a:r>
            <a:r>
              <a:rPr lang="en-GB">
                <a:effectLst/>
                <a:latin typeface="Arial" panose="020B0604020202020204" pitchFamily="34" charset="0"/>
              </a:rPr>
              <a:t> </a:t>
            </a:r>
            <a:r>
              <a:rPr lang="en-GB" err="1">
                <a:effectLst/>
                <a:latin typeface="Arial" panose="020B0604020202020204" pitchFamily="34" charset="0"/>
              </a:rPr>
              <a:t>numquam</a:t>
            </a:r>
            <a:r>
              <a:rPr lang="en-GB">
                <a:effectLst/>
                <a:latin typeface="Arial" panose="020B0604020202020204" pitchFamily="34" charset="0"/>
              </a:rPr>
              <a:t> </a:t>
            </a:r>
            <a:r>
              <a:rPr lang="en-GB" err="1">
                <a:effectLst/>
                <a:latin typeface="Arial" panose="020B0604020202020204" pitchFamily="34" charset="0"/>
              </a:rPr>
              <a:t>si</a:t>
            </a:r>
            <a:r>
              <a:rPr lang="en-GB">
                <a:effectLst/>
                <a:latin typeface="Arial" panose="020B0604020202020204" pitchFamily="34" charset="0"/>
              </a:rPr>
              <a:t> </a:t>
            </a:r>
            <a:r>
              <a:rPr lang="en-GB" err="1">
                <a:effectLst/>
                <a:latin typeface="Arial" panose="020B0604020202020204" pitchFamily="34" charset="0"/>
              </a:rPr>
              <a:t>doluptiusant</a:t>
            </a:r>
            <a:r>
              <a:rPr lang="en-GB">
                <a:effectLst/>
                <a:latin typeface="Arial" panose="020B0604020202020204" pitchFamily="34" charset="0"/>
              </a:rPr>
              <a:t> </a:t>
            </a:r>
            <a:r>
              <a:rPr lang="en-GB" err="1">
                <a:effectLst/>
                <a:latin typeface="Arial" panose="020B0604020202020204" pitchFamily="34" charset="0"/>
              </a:rPr>
              <a:t>periaerum</a:t>
            </a:r>
            <a:r>
              <a:rPr lang="en-GB">
                <a:effectLst/>
                <a:latin typeface="Arial" panose="020B0604020202020204" pitchFamily="34" charset="0"/>
              </a:rPr>
              <a:t> </a:t>
            </a:r>
            <a:r>
              <a:rPr lang="en-GB" err="1">
                <a:effectLst/>
                <a:latin typeface="Arial" panose="020B0604020202020204" pitchFamily="34" charset="0"/>
              </a:rPr>
              <a:t>voloreriam</a:t>
            </a:r>
            <a:r>
              <a:rPr lang="en-GB">
                <a:effectLst/>
                <a:latin typeface="Arial" panose="020B0604020202020204" pitchFamily="34" charset="0"/>
              </a:rPr>
              <a:t> ipsum </a:t>
            </a:r>
            <a:r>
              <a:rPr lang="en-GB" err="1">
                <a:effectLst/>
                <a:latin typeface="Arial" panose="020B0604020202020204" pitchFamily="34" charset="0"/>
              </a:rPr>
              <a:t>essi</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volor</a:t>
            </a:r>
            <a:r>
              <a:rPr lang="en-GB">
                <a:effectLst/>
                <a:latin typeface="Arial" panose="020B0604020202020204" pitchFamily="34" charset="0"/>
              </a:rPr>
              <a:t> </a:t>
            </a:r>
            <a:r>
              <a:rPr lang="en-GB" err="1">
                <a:effectLst/>
                <a:latin typeface="Arial" panose="020B0604020202020204" pitchFamily="34" charset="0"/>
              </a:rPr>
              <a:t>sa</a:t>
            </a:r>
            <a:endParaRPr lang="en-GB">
              <a:effectLst/>
              <a:latin typeface="Arial" panose="020B0604020202020204" pitchFamily="34" charset="0"/>
            </a:endParaRPr>
          </a:p>
          <a:p>
            <a:r>
              <a:rPr lang="en-GB" err="1">
                <a:effectLst/>
                <a:latin typeface="Arial" panose="020B0604020202020204" pitchFamily="34" charset="0"/>
              </a:rPr>
              <a:t>Dolecullabo</a:t>
            </a:r>
            <a:r>
              <a:rPr lang="en-GB">
                <a:effectLst/>
                <a:latin typeface="Arial" panose="020B0604020202020204" pitchFamily="34" charset="0"/>
              </a:rPr>
              <a:t>. Ut </a:t>
            </a:r>
            <a:r>
              <a:rPr lang="en-GB" err="1">
                <a:effectLst/>
                <a:latin typeface="Arial" panose="020B0604020202020204" pitchFamily="34" charset="0"/>
              </a:rPr>
              <a:t>andamet</a:t>
            </a:r>
            <a:r>
              <a:rPr lang="en-GB">
                <a:effectLst/>
                <a:latin typeface="Arial" panose="020B0604020202020204" pitchFamily="34" charset="0"/>
              </a:rPr>
              <a:t> </a:t>
            </a:r>
            <a:r>
              <a:rPr lang="en-GB" err="1">
                <a:effectLst/>
                <a:latin typeface="Arial" panose="020B0604020202020204" pitchFamily="34" charset="0"/>
              </a:rPr>
              <a:t>alibus</a:t>
            </a:r>
            <a:r>
              <a:rPr lang="en-GB">
                <a:effectLst/>
                <a:latin typeface="Arial" panose="020B0604020202020204" pitchFamily="34" charset="0"/>
              </a:rPr>
              <a:t>, sae </a:t>
            </a:r>
            <a:r>
              <a:rPr lang="en-GB" err="1">
                <a:effectLst/>
                <a:latin typeface="Arial" panose="020B0604020202020204" pitchFamily="34" charset="0"/>
              </a:rPr>
              <a:t>dem</a:t>
            </a:r>
            <a:r>
              <a:rPr lang="en-GB">
                <a:effectLst/>
                <a:latin typeface="Arial" panose="020B0604020202020204" pitchFamily="34" charset="0"/>
              </a:rPr>
              <a:t> </a:t>
            </a:r>
            <a:r>
              <a:rPr lang="en-GB" err="1">
                <a:effectLst/>
                <a:latin typeface="Arial" panose="020B0604020202020204" pitchFamily="34" charset="0"/>
              </a:rPr>
              <a:t>facearu</a:t>
            </a:r>
            <a:r>
              <a:rPr lang="en-GB">
                <a:effectLst/>
                <a:latin typeface="Arial" panose="020B0604020202020204" pitchFamily="34" charset="0"/>
              </a:rPr>
              <a:t> </a:t>
            </a:r>
            <a:r>
              <a:rPr lang="en-GB" err="1">
                <a:effectLst/>
                <a:latin typeface="Arial" panose="020B0604020202020204" pitchFamily="34" charset="0"/>
              </a:rPr>
              <a:t>mquodit</a:t>
            </a:r>
            <a:r>
              <a:rPr lang="en-GB">
                <a:effectLst/>
                <a:latin typeface="Arial" panose="020B0604020202020204" pitchFamily="34" charset="0"/>
              </a:rPr>
              <a:t>, in </a:t>
            </a:r>
            <a:r>
              <a:rPr lang="en-GB" err="1">
                <a:effectLst/>
                <a:latin typeface="Arial" panose="020B0604020202020204" pitchFamily="34" charset="0"/>
              </a:rPr>
              <a:t>everro</a:t>
            </a:r>
            <a:r>
              <a:rPr lang="en-GB">
                <a:effectLst/>
                <a:latin typeface="Arial" panose="020B0604020202020204" pitchFamily="34" charset="0"/>
              </a:rPr>
              <a:t> </a:t>
            </a:r>
            <a:r>
              <a:rPr lang="en-GB" err="1">
                <a:effectLst/>
                <a:latin typeface="Arial" panose="020B0604020202020204" pitchFamily="34" charset="0"/>
              </a:rPr>
              <a:t>eos</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et </a:t>
            </a:r>
            <a:r>
              <a:rPr lang="en-GB" err="1">
                <a:effectLst/>
                <a:latin typeface="Arial" panose="020B0604020202020204" pitchFamily="34" charset="0"/>
              </a:rPr>
              <a:t>quaectem</a:t>
            </a:r>
            <a:r>
              <a:rPr lang="en-GB">
                <a:effectLst/>
                <a:latin typeface="Arial" panose="020B0604020202020204" pitchFamily="34" charset="0"/>
              </a:rPr>
              <a:t> </a:t>
            </a:r>
            <a:r>
              <a:rPr lang="en-GB" err="1">
                <a:effectLst/>
                <a:latin typeface="Arial" panose="020B0604020202020204" pitchFamily="34" charset="0"/>
              </a:rPr>
              <a:t>susciis</a:t>
            </a:r>
            <a:r>
              <a:rPr lang="en-GB">
                <a:effectLst/>
                <a:latin typeface="Arial" panose="020B0604020202020204" pitchFamily="34" charset="0"/>
              </a:rPr>
              <a:t> </a:t>
            </a:r>
            <a:r>
              <a:rPr lang="en-GB" err="1">
                <a:effectLst/>
                <a:latin typeface="Arial" panose="020B0604020202020204" pitchFamily="34" charset="0"/>
              </a:rPr>
              <a:t>est</a:t>
            </a:r>
            <a:r>
              <a:rPr lang="en-GB">
                <a:effectLst/>
                <a:latin typeface="Arial" panose="020B0604020202020204" pitchFamily="34" charset="0"/>
              </a:rPr>
              <a:t>, </a:t>
            </a:r>
            <a:r>
              <a:rPr lang="en-GB" err="1">
                <a:effectLst/>
                <a:latin typeface="Arial" panose="020B0604020202020204" pitchFamily="34" charset="0"/>
              </a:rPr>
              <a:t>quatur</a:t>
            </a:r>
            <a:r>
              <a:rPr lang="en-GB">
                <a:effectLst/>
                <a:latin typeface="Arial" panose="020B0604020202020204" pitchFamily="34" charset="0"/>
              </a:rPr>
              <a:t>, </a:t>
            </a:r>
            <a:r>
              <a:rPr lang="en-GB" err="1">
                <a:effectLst/>
                <a:latin typeface="Arial" panose="020B0604020202020204" pitchFamily="34" charset="0"/>
              </a:rPr>
              <a:t>sintem</a:t>
            </a:r>
            <a:r>
              <a:rPr lang="en-GB">
                <a:effectLst/>
                <a:latin typeface="Arial" panose="020B0604020202020204" pitchFamily="34" charset="0"/>
              </a:rPr>
              <a:t> quate.</a:t>
            </a:r>
          </a:p>
        </p:txBody>
      </p:sp>
      <p:sp>
        <p:nvSpPr>
          <p:cNvPr id="29" name="Text Placeholder 7">
            <a:extLst>
              <a:ext uri="{FF2B5EF4-FFF2-40B4-BE49-F238E27FC236}">
                <a16:creationId xmlns:a16="http://schemas.microsoft.com/office/drawing/2014/main" id="{EE7EC4F1-58FC-9A40-875F-4D8E7D25F4E7}"/>
              </a:ext>
            </a:extLst>
          </p:cNvPr>
          <p:cNvSpPr>
            <a:spLocks noGrp="1"/>
          </p:cNvSpPr>
          <p:nvPr>
            <p:ph type="body" sz="quarter" idx="28" hasCustomPrompt="1"/>
          </p:nvPr>
        </p:nvSpPr>
        <p:spPr>
          <a:xfrm>
            <a:off x="6217370" y="1566061"/>
            <a:ext cx="2679560" cy="261471"/>
          </a:xfrm>
          <a:prstGeom prst="rect">
            <a:avLst/>
          </a:prstGeom>
        </p:spPr>
        <p:txBody>
          <a:bodyPr lIns="0" tIns="0" rIns="0" bIns="0" anchor="t"/>
          <a:lstStyle>
            <a:lvl1pPr marL="0" indent="0" algn="l">
              <a:lnSpc>
                <a:spcPct val="100000"/>
              </a:lnSpc>
              <a:spcBef>
                <a:spcPts val="0"/>
              </a:spcBef>
              <a:buNone/>
              <a:defRPr sz="1500">
                <a:solidFill>
                  <a:schemeClr val="accent1"/>
                </a:solidFill>
                <a:latin typeface="Arial" panose="020B0604020202020204" pitchFamily="34" charset="0"/>
                <a:cs typeface="Arial" panose="020B0604020202020204" pitchFamily="34" charset="0"/>
              </a:defRPr>
            </a:lvl1pPr>
          </a:lstStyle>
          <a:p>
            <a:r>
              <a:rPr lang="en-GB" err="1">
                <a:effectLst/>
                <a:latin typeface="Arial" panose="020B0604020202020204" pitchFamily="34" charset="0"/>
              </a:rPr>
              <a:t>Subheader</a:t>
            </a:r>
            <a:r>
              <a:rPr lang="en-GB">
                <a:effectLst/>
                <a:latin typeface="Arial" panose="020B0604020202020204" pitchFamily="34" charset="0"/>
              </a:rPr>
              <a:t> 03</a:t>
            </a:r>
          </a:p>
        </p:txBody>
      </p:sp>
      <p:sp>
        <p:nvSpPr>
          <p:cNvPr id="30" name="Text Placeholder 14">
            <a:extLst>
              <a:ext uri="{FF2B5EF4-FFF2-40B4-BE49-F238E27FC236}">
                <a16:creationId xmlns:a16="http://schemas.microsoft.com/office/drawing/2014/main" id="{53DBE602-5EAA-C343-9A65-56E33F8FC062}"/>
              </a:ext>
            </a:extLst>
          </p:cNvPr>
          <p:cNvSpPr>
            <a:spLocks noGrp="1"/>
          </p:cNvSpPr>
          <p:nvPr>
            <p:ph type="body" sz="quarter" idx="29" hasCustomPrompt="1"/>
          </p:nvPr>
        </p:nvSpPr>
        <p:spPr>
          <a:xfrm>
            <a:off x="6217370" y="1941787"/>
            <a:ext cx="2679560" cy="3874814"/>
          </a:xfrm>
          <a:prstGeom prst="rect">
            <a:avLst/>
          </a:prstGeom>
        </p:spPr>
        <p:txBody>
          <a:bodyPr lIns="0" tIns="0" rIns="0" bIns="0"/>
          <a:lstStyle>
            <a:lvl1pPr marL="126000" indent="-126000">
              <a:lnSpc>
                <a:spcPct val="100000"/>
              </a:lnSpc>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luptaqui</a:t>
            </a:r>
            <a:r>
              <a:rPr lang="en-GB">
                <a:effectLst/>
                <a:latin typeface="Arial" panose="020B0604020202020204" pitchFamily="34" charset="0"/>
              </a:rPr>
              <a:t> </a:t>
            </a:r>
            <a:r>
              <a:rPr lang="en-GB" err="1">
                <a:effectLst/>
                <a:latin typeface="Arial" panose="020B0604020202020204" pitchFamily="34" charset="0"/>
              </a:rPr>
              <a:t>ra</a:t>
            </a:r>
            <a:r>
              <a:rPr lang="en-GB">
                <a:effectLst/>
                <a:latin typeface="Arial" panose="020B0604020202020204" pitchFamily="34" charset="0"/>
              </a:rPr>
              <a:t> </a:t>
            </a:r>
            <a:r>
              <a:rPr lang="en-GB" err="1">
                <a:effectLst/>
                <a:latin typeface="Arial" panose="020B0604020202020204" pitchFamily="34" charset="0"/>
              </a:rPr>
              <a:t>sinctus</a:t>
            </a:r>
            <a:r>
              <a:rPr lang="en-GB">
                <a:effectLst/>
                <a:latin typeface="Arial" panose="020B0604020202020204" pitchFamily="34" charset="0"/>
              </a:rPr>
              <a:t> </a:t>
            </a:r>
            <a:r>
              <a:rPr lang="en-GB" err="1">
                <a:effectLst/>
                <a:latin typeface="Arial" panose="020B0604020202020204" pitchFamily="34" charset="0"/>
              </a:rPr>
              <a:t>alignisqui</a:t>
            </a:r>
            <a:r>
              <a:rPr lang="en-GB">
                <a:effectLst/>
                <a:latin typeface="Arial" panose="020B0604020202020204" pitchFamily="34" charset="0"/>
              </a:rPr>
              <a:t>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sintur</a:t>
            </a:r>
            <a:r>
              <a:rPr lang="en-GB">
                <a:effectLst/>
                <a:latin typeface="Arial" panose="020B0604020202020204" pitchFamily="34" charset="0"/>
              </a:rPr>
              <a:t> </a:t>
            </a:r>
            <a:r>
              <a:rPr lang="en-GB" err="1">
                <a:effectLst/>
                <a:latin typeface="Arial" panose="020B0604020202020204" pitchFamily="34" charset="0"/>
              </a:rPr>
              <a:t>minvell</a:t>
            </a:r>
            <a:r>
              <a:rPr lang="en-GB">
                <a:effectLst/>
                <a:latin typeface="Arial" panose="020B0604020202020204" pitchFamily="34" charset="0"/>
              </a:rPr>
              <a:t> </a:t>
            </a:r>
            <a:r>
              <a:rPr lang="en-GB" err="1">
                <a:effectLst/>
                <a:latin typeface="Arial" panose="020B0604020202020204" pitchFamily="34" charset="0"/>
              </a:rPr>
              <a:t>ibusam</a:t>
            </a:r>
            <a:r>
              <a:rPr lang="en-GB">
                <a:effectLst/>
                <a:latin typeface="Arial" panose="020B0604020202020204" pitchFamily="34" charset="0"/>
              </a:rPr>
              <a:t> es di </a:t>
            </a:r>
            <a:r>
              <a:rPr lang="en-GB" err="1">
                <a:effectLst/>
                <a:latin typeface="Arial" panose="020B0604020202020204" pitchFamily="34" charset="0"/>
              </a:rPr>
              <a:t>comnihita</a:t>
            </a:r>
            <a:r>
              <a:rPr lang="en-GB">
                <a:effectLst/>
                <a:latin typeface="Arial" panose="020B0604020202020204" pitchFamily="34" charset="0"/>
              </a:rPr>
              <a:t> </a:t>
            </a:r>
            <a:r>
              <a:rPr lang="en-GB" err="1">
                <a:effectLst/>
                <a:latin typeface="Arial" panose="020B0604020202020204" pitchFamily="34" charset="0"/>
              </a:rPr>
              <a:t>doluptatem</a:t>
            </a:r>
            <a:r>
              <a:rPr lang="en-GB">
                <a:effectLst/>
                <a:latin typeface="Arial" panose="020B0604020202020204" pitchFamily="34" charset="0"/>
              </a:rPr>
              <a:t> con </a:t>
            </a:r>
            <a:r>
              <a:rPr lang="en-GB" err="1">
                <a:effectLst/>
                <a:latin typeface="Arial" panose="020B0604020202020204" pitchFamily="34" charset="0"/>
              </a:rPr>
              <a:t>cus</a:t>
            </a:r>
            <a:r>
              <a:rPr lang="en-GB">
                <a:effectLst/>
                <a:latin typeface="Arial" panose="020B0604020202020204" pitchFamily="34" charset="0"/>
              </a:rPr>
              <a:t> et a </a:t>
            </a:r>
            <a:r>
              <a:rPr lang="en-GB" err="1">
                <a:effectLst/>
                <a:latin typeface="Arial" panose="020B0604020202020204" pitchFamily="34" charset="0"/>
              </a:rPr>
              <a:t>quatem</a:t>
            </a:r>
            <a:r>
              <a:rPr lang="en-GB">
                <a:effectLst/>
                <a:latin typeface="Arial" panose="020B0604020202020204" pitchFamily="34" charset="0"/>
              </a:rPr>
              <a:t> vera por </a:t>
            </a:r>
            <a:r>
              <a:rPr lang="en-GB" err="1">
                <a:effectLst/>
                <a:latin typeface="Arial" panose="020B0604020202020204" pitchFamily="34" charset="0"/>
              </a:rPr>
              <a:t>magnis</a:t>
            </a:r>
            <a:r>
              <a:rPr lang="en-GB">
                <a:effectLst/>
                <a:latin typeface="Arial" panose="020B0604020202020204" pitchFamily="34" charset="0"/>
              </a:rPr>
              <a:t> </a:t>
            </a:r>
            <a:r>
              <a:rPr lang="en-GB" err="1">
                <a:effectLst/>
                <a:latin typeface="Arial" panose="020B0604020202020204" pitchFamily="34" charset="0"/>
              </a:rPr>
              <a:t>numquam</a:t>
            </a:r>
            <a:r>
              <a:rPr lang="en-GB">
                <a:effectLst/>
                <a:latin typeface="Arial" panose="020B0604020202020204" pitchFamily="34" charset="0"/>
              </a:rPr>
              <a:t> </a:t>
            </a:r>
            <a:r>
              <a:rPr lang="en-GB" err="1">
                <a:effectLst/>
                <a:latin typeface="Arial" panose="020B0604020202020204" pitchFamily="34" charset="0"/>
              </a:rPr>
              <a:t>si</a:t>
            </a:r>
            <a:r>
              <a:rPr lang="en-GB">
                <a:effectLst/>
                <a:latin typeface="Arial" panose="020B0604020202020204" pitchFamily="34" charset="0"/>
              </a:rPr>
              <a:t> </a:t>
            </a:r>
            <a:r>
              <a:rPr lang="en-GB" err="1">
                <a:effectLst/>
                <a:latin typeface="Arial" panose="020B0604020202020204" pitchFamily="34" charset="0"/>
              </a:rPr>
              <a:t>doluptiusant</a:t>
            </a:r>
            <a:r>
              <a:rPr lang="en-GB">
                <a:effectLst/>
                <a:latin typeface="Arial" panose="020B0604020202020204" pitchFamily="34" charset="0"/>
              </a:rPr>
              <a:t> </a:t>
            </a:r>
            <a:r>
              <a:rPr lang="en-GB" err="1">
                <a:effectLst/>
                <a:latin typeface="Arial" panose="020B0604020202020204" pitchFamily="34" charset="0"/>
              </a:rPr>
              <a:t>periaerum</a:t>
            </a:r>
            <a:r>
              <a:rPr lang="en-GB">
                <a:effectLst/>
                <a:latin typeface="Arial" panose="020B0604020202020204" pitchFamily="34" charset="0"/>
              </a:rPr>
              <a:t> </a:t>
            </a:r>
            <a:r>
              <a:rPr lang="en-GB" err="1">
                <a:effectLst/>
                <a:latin typeface="Arial" panose="020B0604020202020204" pitchFamily="34" charset="0"/>
              </a:rPr>
              <a:t>voloreriam</a:t>
            </a:r>
            <a:r>
              <a:rPr lang="en-GB">
                <a:effectLst/>
                <a:latin typeface="Arial" panose="020B0604020202020204" pitchFamily="34" charset="0"/>
              </a:rPr>
              <a:t> ipsum </a:t>
            </a:r>
            <a:r>
              <a:rPr lang="en-GB" err="1">
                <a:effectLst/>
                <a:latin typeface="Arial" panose="020B0604020202020204" pitchFamily="34" charset="0"/>
              </a:rPr>
              <a:t>essi</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volor</a:t>
            </a:r>
            <a:r>
              <a:rPr lang="en-GB">
                <a:effectLst/>
                <a:latin typeface="Arial" panose="020B0604020202020204" pitchFamily="34" charset="0"/>
              </a:rPr>
              <a:t> </a:t>
            </a:r>
            <a:r>
              <a:rPr lang="en-GB" err="1">
                <a:effectLst/>
                <a:latin typeface="Arial" panose="020B0604020202020204" pitchFamily="34" charset="0"/>
              </a:rPr>
              <a:t>sa</a:t>
            </a:r>
            <a:endParaRPr lang="en-GB">
              <a:effectLst/>
              <a:latin typeface="Arial" panose="020B0604020202020204" pitchFamily="34" charset="0"/>
            </a:endParaRPr>
          </a:p>
          <a:p>
            <a:r>
              <a:rPr lang="en-GB" err="1">
                <a:effectLst/>
                <a:latin typeface="Arial" panose="020B0604020202020204" pitchFamily="34" charset="0"/>
              </a:rPr>
              <a:t>Dolecullabo</a:t>
            </a:r>
            <a:r>
              <a:rPr lang="en-GB">
                <a:effectLst/>
                <a:latin typeface="Arial" panose="020B0604020202020204" pitchFamily="34" charset="0"/>
              </a:rPr>
              <a:t>. Ut </a:t>
            </a:r>
            <a:r>
              <a:rPr lang="en-GB" err="1">
                <a:effectLst/>
                <a:latin typeface="Arial" panose="020B0604020202020204" pitchFamily="34" charset="0"/>
              </a:rPr>
              <a:t>andamet</a:t>
            </a:r>
            <a:r>
              <a:rPr lang="en-GB">
                <a:effectLst/>
                <a:latin typeface="Arial" panose="020B0604020202020204" pitchFamily="34" charset="0"/>
              </a:rPr>
              <a:t> </a:t>
            </a:r>
            <a:r>
              <a:rPr lang="en-GB" err="1">
                <a:effectLst/>
                <a:latin typeface="Arial" panose="020B0604020202020204" pitchFamily="34" charset="0"/>
              </a:rPr>
              <a:t>alibus</a:t>
            </a:r>
            <a:r>
              <a:rPr lang="en-GB">
                <a:effectLst/>
                <a:latin typeface="Arial" panose="020B0604020202020204" pitchFamily="34" charset="0"/>
              </a:rPr>
              <a:t>, sae </a:t>
            </a:r>
            <a:r>
              <a:rPr lang="en-GB" err="1">
                <a:effectLst/>
                <a:latin typeface="Arial" panose="020B0604020202020204" pitchFamily="34" charset="0"/>
              </a:rPr>
              <a:t>dem</a:t>
            </a:r>
            <a:r>
              <a:rPr lang="en-GB">
                <a:effectLst/>
                <a:latin typeface="Arial" panose="020B0604020202020204" pitchFamily="34" charset="0"/>
              </a:rPr>
              <a:t> </a:t>
            </a:r>
            <a:r>
              <a:rPr lang="en-GB" err="1">
                <a:effectLst/>
                <a:latin typeface="Arial" panose="020B0604020202020204" pitchFamily="34" charset="0"/>
              </a:rPr>
              <a:t>facearu</a:t>
            </a:r>
            <a:r>
              <a:rPr lang="en-GB">
                <a:effectLst/>
                <a:latin typeface="Arial" panose="020B0604020202020204" pitchFamily="34" charset="0"/>
              </a:rPr>
              <a:t> </a:t>
            </a:r>
            <a:r>
              <a:rPr lang="en-GB" err="1">
                <a:effectLst/>
                <a:latin typeface="Arial" panose="020B0604020202020204" pitchFamily="34" charset="0"/>
              </a:rPr>
              <a:t>mquodit</a:t>
            </a:r>
            <a:r>
              <a:rPr lang="en-GB">
                <a:effectLst/>
                <a:latin typeface="Arial" panose="020B0604020202020204" pitchFamily="34" charset="0"/>
              </a:rPr>
              <a:t>, in </a:t>
            </a:r>
            <a:r>
              <a:rPr lang="en-GB" err="1">
                <a:effectLst/>
                <a:latin typeface="Arial" panose="020B0604020202020204" pitchFamily="34" charset="0"/>
              </a:rPr>
              <a:t>everro</a:t>
            </a:r>
            <a:r>
              <a:rPr lang="en-GB">
                <a:effectLst/>
                <a:latin typeface="Arial" panose="020B0604020202020204" pitchFamily="34" charset="0"/>
              </a:rPr>
              <a:t> </a:t>
            </a:r>
            <a:r>
              <a:rPr lang="en-GB" err="1">
                <a:effectLst/>
                <a:latin typeface="Arial" panose="020B0604020202020204" pitchFamily="34" charset="0"/>
              </a:rPr>
              <a:t>eos</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et </a:t>
            </a:r>
            <a:r>
              <a:rPr lang="en-GB" err="1">
                <a:effectLst/>
                <a:latin typeface="Arial" panose="020B0604020202020204" pitchFamily="34" charset="0"/>
              </a:rPr>
              <a:t>quaectem</a:t>
            </a:r>
            <a:r>
              <a:rPr lang="en-GB">
                <a:effectLst/>
                <a:latin typeface="Arial" panose="020B0604020202020204" pitchFamily="34" charset="0"/>
              </a:rPr>
              <a:t> </a:t>
            </a:r>
            <a:r>
              <a:rPr lang="en-GB" err="1">
                <a:effectLst/>
                <a:latin typeface="Arial" panose="020B0604020202020204" pitchFamily="34" charset="0"/>
              </a:rPr>
              <a:t>susciis</a:t>
            </a:r>
            <a:r>
              <a:rPr lang="en-GB">
                <a:effectLst/>
                <a:latin typeface="Arial" panose="020B0604020202020204" pitchFamily="34" charset="0"/>
              </a:rPr>
              <a:t> </a:t>
            </a:r>
            <a:r>
              <a:rPr lang="en-GB" err="1">
                <a:effectLst/>
                <a:latin typeface="Arial" panose="020B0604020202020204" pitchFamily="34" charset="0"/>
              </a:rPr>
              <a:t>est</a:t>
            </a:r>
            <a:r>
              <a:rPr lang="en-GB">
                <a:effectLst/>
                <a:latin typeface="Arial" panose="020B0604020202020204" pitchFamily="34" charset="0"/>
              </a:rPr>
              <a:t>, </a:t>
            </a:r>
            <a:r>
              <a:rPr lang="en-GB" err="1">
                <a:effectLst/>
                <a:latin typeface="Arial" panose="020B0604020202020204" pitchFamily="34" charset="0"/>
              </a:rPr>
              <a:t>quatur</a:t>
            </a:r>
            <a:r>
              <a:rPr lang="en-GB">
                <a:effectLst/>
                <a:latin typeface="Arial" panose="020B0604020202020204" pitchFamily="34" charset="0"/>
              </a:rPr>
              <a:t>, </a:t>
            </a:r>
            <a:r>
              <a:rPr lang="en-GB" err="1">
                <a:effectLst/>
                <a:latin typeface="Arial" panose="020B0604020202020204" pitchFamily="34" charset="0"/>
              </a:rPr>
              <a:t>sintem</a:t>
            </a:r>
            <a:r>
              <a:rPr lang="en-GB">
                <a:effectLst/>
                <a:latin typeface="Arial" panose="020B0604020202020204" pitchFamily="34" charset="0"/>
              </a:rPr>
              <a:t> quate.</a:t>
            </a:r>
          </a:p>
        </p:txBody>
      </p:sp>
      <p:sp>
        <p:nvSpPr>
          <p:cNvPr id="31" name="Text Placeholder 7">
            <a:extLst>
              <a:ext uri="{FF2B5EF4-FFF2-40B4-BE49-F238E27FC236}">
                <a16:creationId xmlns:a16="http://schemas.microsoft.com/office/drawing/2014/main" id="{B176112E-AE73-BC41-8760-274FD5BEF5A4}"/>
              </a:ext>
            </a:extLst>
          </p:cNvPr>
          <p:cNvSpPr>
            <a:spLocks noGrp="1"/>
          </p:cNvSpPr>
          <p:nvPr>
            <p:ph type="body" sz="quarter" idx="30" hasCustomPrompt="1"/>
          </p:nvPr>
        </p:nvSpPr>
        <p:spPr>
          <a:xfrm>
            <a:off x="9113158" y="1566061"/>
            <a:ext cx="2679560" cy="261471"/>
          </a:xfrm>
          <a:prstGeom prst="rect">
            <a:avLst/>
          </a:prstGeom>
        </p:spPr>
        <p:txBody>
          <a:bodyPr lIns="0" tIns="0" rIns="0" bIns="0" anchor="t"/>
          <a:lstStyle>
            <a:lvl1pPr marL="0" indent="0" algn="l">
              <a:lnSpc>
                <a:spcPct val="100000"/>
              </a:lnSpc>
              <a:spcBef>
                <a:spcPts val="0"/>
              </a:spcBef>
              <a:buNone/>
              <a:defRPr sz="1500">
                <a:solidFill>
                  <a:schemeClr val="accent1"/>
                </a:solidFill>
                <a:latin typeface="Arial" panose="020B0604020202020204" pitchFamily="34" charset="0"/>
                <a:cs typeface="Arial" panose="020B0604020202020204" pitchFamily="34" charset="0"/>
              </a:defRPr>
            </a:lvl1pPr>
          </a:lstStyle>
          <a:p>
            <a:r>
              <a:rPr lang="en-GB" err="1">
                <a:effectLst/>
                <a:latin typeface="Arial" panose="020B0604020202020204" pitchFamily="34" charset="0"/>
              </a:rPr>
              <a:t>Subheader</a:t>
            </a:r>
            <a:r>
              <a:rPr lang="en-GB">
                <a:effectLst/>
                <a:latin typeface="Arial" panose="020B0604020202020204" pitchFamily="34" charset="0"/>
              </a:rPr>
              <a:t> 04</a:t>
            </a:r>
          </a:p>
        </p:txBody>
      </p:sp>
      <p:sp>
        <p:nvSpPr>
          <p:cNvPr id="32" name="Text Placeholder 14">
            <a:extLst>
              <a:ext uri="{FF2B5EF4-FFF2-40B4-BE49-F238E27FC236}">
                <a16:creationId xmlns:a16="http://schemas.microsoft.com/office/drawing/2014/main" id="{712B11A3-2C58-DB46-9820-15F3433AF2C5}"/>
              </a:ext>
            </a:extLst>
          </p:cNvPr>
          <p:cNvSpPr>
            <a:spLocks noGrp="1"/>
          </p:cNvSpPr>
          <p:nvPr>
            <p:ph type="body" sz="quarter" idx="31" hasCustomPrompt="1"/>
          </p:nvPr>
        </p:nvSpPr>
        <p:spPr>
          <a:xfrm>
            <a:off x="9113158" y="1941787"/>
            <a:ext cx="2679560" cy="3874814"/>
          </a:xfrm>
          <a:prstGeom prst="rect">
            <a:avLst/>
          </a:prstGeom>
        </p:spPr>
        <p:txBody>
          <a:bodyPr lIns="0" tIns="0" rIns="0" bIns="0"/>
          <a:lstStyle>
            <a:lvl1pPr marL="126000" indent="-126000">
              <a:lnSpc>
                <a:spcPct val="100000"/>
              </a:lnSpc>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luptaqui</a:t>
            </a:r>
            <a:r>
              <a:rPr lang="en-GB">
                <a:effectLst/>
                <a:latin typeface="Arial" panose="020B0604020202020204" pitchFamily="34" charset="0"/>
              </a:rPr>
              <a:t> </a:t>
            </a:r>
            <a:r>
              <a:rPr lang="en-GB" err="1">
                <a:effectLst/>
                <a:latin typeface="Arial" panose="020B0604020202020204" pitchFamily="34" charset="0"/>
              </a:rPr>
              <a:t>ra</a:t>
            </a:r>
            <a:r>
              <a:rPr lang="en-GB">
                <a:effectLst/>
                <a:latin typeface="Arial" panose="020B0604020202020204" pitchFamily="34" charset="0"/>
              </a:rPr>
              <a:t> </a:t>
            </a:r>
            <a:r>
              <a:rPr lang="en-GB" err="1">
                <a:effectLst/>
                <a:latin typeface="Arial" panose="020B0604020202020204" pitchFamily="34" charset="0"/>
              </a:rPr>
              <a:t>sinctus</a:t>
            </a:r>
            <a:r>
              <a:rPr lang="en-GB">
                <a:effectLst/>
                <a:latin typeface="Arial" panose="020B0604020202020204" pitchFamily="34" charset="0"/>
              </a:rPr>
              <a:t> </a:t>
            </a:r>
            <a:r>
              <a:rPr lang="en-GB" err="1">
                <a:effectLst/>
                <a:latin typeface="Arial" panose="020B0604020202020204" pitchFamily="34" charset="0"/>
              </a:rPr>
              <a:t>alignisqui</a:t>
            </a:r>
            <a:r>
              <a:rPr lang="en-GB">
                <a:effectLst/>
                <a:latin typeface="Arial" panose="020B0604020202020204" pitchFamily="34" charset="0"/>
              </a:rPr>
              <a:t>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sintur</a:t>
            </a:r>
            <a:r>
              <a:rPr lang="en-GB">
                <a:effectLst/>
                <a:latin typeface="Arial" panose="020B0604020202020204" pitchFamily="34" charset="0"/>
              </a:rPr>
              <a:t> </a:t>
            </a:r>
            <a:r>
              <a:rPr lang="en-GB" err="1">
                <a:effectLst/>
                <a:latin typeface="Arial" panose="020B0604020202020204" pitchFamily="34" charset="0"/>
              </a:rPr>
              <a:t>minvell</a:t>
            </a:r>
            <a:r>
              <a:rPr lang="en-GB">
                <a:effectLst/>
                <a:latin typeface="Arial" panose="020B0604020202020204" pitchFamily="34" charset="0"/>
              </a:rPr>
              <a:t> </a:t>
            </a:r>
            <a:r>
              <a:rPr lang="en-GB" err="1">
                <a:effectLst/>
                <a:latin typeface="Arial" panose="020B0604020202020204" pitchFamily="34" charset="0"/>
              </a:rPr>
              <a:t>ibusam</a:t>
            </a:r>
            <a:r>
              <a:rPr lang="en-GB">
                <a:effectLst/>
                <a:latin typeface="Arial" panose="020B0604020202020204" pitchFamily="34" charset="0"/>
              </a:rPr>
              <a:t> es di </a:t>
            </a:r>
            <a:r>
              <a:rPr lang="en-GB" err="1">
                <a:effectLst/>
                <a:latin typeface="Arial" panose="020B0604020202020204" pitchFamily="34" charset="0"/>
              </a:rPr>
              <a:t>comnihita</a:t>
            </a:r>
            <a:r>
              <a:rPr lang="en-GB">
                <a:effectLst/>
                <a:latin typeface="Arial" panose="020B0604020202020204" pitchFamily="34" charset="0"/>
              </a:rPr>
              <a:t> </a:t>
            </a:r>
            <a:r>
              <a:rPr lang="en-GB" err="1">
                <a:effectLst/>
                <a:latin typeface="Arial" panose="020B0604020202020204" pitchFamily="34" charset="0"/>
              </a:rPr>
              <a:t>doluptatem</a:t>
            </a:r>
            <a:r>
              <a:rPr lang="en-GB">
                <a:effectLst/>
                <a:latin typeface="Arial" panose="020B0604020202020204" pitchFamily="34" charset="0"/>
              </a:rPr>
              <a:t> con </a:t>
            </a:r>
            <a:r>
              <a:rPr lang="en-GB" err="1">
                <a:effectLst/>
                <a:latin typeface="Arial" panose="020B0604020202020204" pitchFamily="34" charset="0"/>
              </a:rPr>
              <a:t>cus</a:t>
            </a:r>
            <a:r>
              <a:rPr lang="en-GB">
                <a:effectLst/>
                <a:latin typeface="Arial" panose="020B0604020202020204" pitchFamily="34" charset="0"/>
              </a:rPr>
              <a:t> et a </a:t>
            </a:r>
            <a:r>
              <a:rPr lang="en-GB" err="1">
                <a:effectLst/>
                <a:latin typeface="Arial" panose="020B0604020202020204" pitchFamily="34" charset="0"/>
              </a:rPr>
              <a:t>quatem</a:t>
            </a:r>
            <a:r>
              <a:rPr lang="en-GB">
                <a:effectLst/>
                <a:latin typeface="Arial" panose="020B0604020202020204" pitchFamily="34" charset="0"/>
              </a:rPr>
              <a:t> vera por </a:t>
            </a:r>
            <a:r>
              <a:rPr lang="en-GB" err="1">
                <a:effectLst/>
                <a:latin typeface="Arial" panose="020B0604020202020204" pitchFamily="34" charset="0"/>
              </a:rPr>
              <a:t>magnis</a:t>
            </a:r>
            <a:r>
              <a:rPr lang="en-GB">
                <a:effectLst/>
                <a:latin typeface="Arial" panose="020B0604020202020204" pitchFamily="34" charset="0"/>
              </a:rPr>
              <a:t> </a:t>
            </a:r>
            <a:r>
              <a:rPr lang="en-GB" err="1">
                <a:effectLst/>
                <a:latin typeface="Arial" panose="020B0604020202020204" pitchFamily="34" charset="0"/>
              </a:rPr>
              <a:t>numquam</a:t>
            </a:r>
            <a:r>
              <a:rPr lang="en-GB">
                <a:effectLst/>
                <a:latin typeface="Arial" panose="020B0604020202020204" pitchFamily="34" charset="0"/>
              </a:rPr>
              <a:t> </a:t>
            </a:r>
            <a:r>
              <a:rPr lang="en-GB" err="1">
                <a:effectLst/>
                <a:latin typeface="Arial" panose="020B0604020202020204" pitchFamily="34" charset="0"/>
              </a:rPr>
              <a:t>si</a:t>
            </a:r>
            <a:r>
              <a:rPr lang="en-GB">
                <a:effectLst/>
                <a:latin typeface="Arial" panose="020B0604020202020204" pitchFamily="34" charset="0"/>
              </a:rPr>
              <a:t> </a:t>
            </a:r>
            <a:r>
              <a:rPr lang="en-GB" err="1">
                <a:effectLst/>
                <a:latin typeface="Arial" panose="020B0604020202020204" pitchFamily="34" charset="0"/>
              </a:rPr>
              <a:t>doluptiusant</a:t>
            </a:r>
            <a:r>
              <a:rPr lang="en-GB">
                <a:effectLst/>
                <a:latin typeface="Arial" panose="020B0604020202020204" pitchFamily="34" charset="0"/>
              </a:rPr>
              <a:t> </a:t>
            </a:r>
            <a:r>
              <a:rPr lang="en-GB" err="1">
                <a:effectLst/>
                <a:latin typeface="Arial" panose="020B0604020202020204" pitchFamily="34" charset="0"/>
              </a:rPr>
              <a:t>periaerum</a:t>
            </a:r>
            <a:r>
              <a:rPr lang="en-GB">
                <a:effectLst/>
                <a:latin typeface="Arial" panose="020B0604020202020204" pitchFamily="34" charset="0"/>
              </a:rPr>
              <a:t> </a:t>
            </a:r>
            <a:r>
              <a:rPr lang="en-GB" err="1">
                <a:effectLst/>
                <a:latin typeface="Arial" panose="020B0604020202020204" pitchFamily="34" charset="0"/>
              </a:rPr>
              <a:t>voloreriam</a:t>
            </a:r>
            <a:r>
              <a:rPr lang="en-GB">
                <a:effectLst/>
                <a:latin typeface="Arial" panose="020B0604020202020204" pitchFamily="34" charset="0"/>
              </a:rPr>
              <a:t> ipsum </a:t>
            </a:r>
            <a:r>
              <a:rPr lang="en-GB" err="1">
                <a:effectLst/>
                <a:latin typeface="Arial" panose="020B0604020202020204" pitchFamily="34" charset="0"/>
              </a:rPr>
              <a:t>essi</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volor</a:t>
            </a:r>
            <a:r>
              <a:rPr lang="en-GB">
                <a:effectLst/>
                <a:latin typeface="Arial" panose="020B0604020202020204" pitchFamily="34" charset="0"/>
              </a:rPr>
              <a:t> </a:t>
            </a:r>
            <a:r>
              <a:rPr lang="en-GB" err="1">
                <a:effectLst/>
                <a:latin typeface="Arial" panose="020B0604020202020204" pitchFamily="34" charset="0"/>
              </a:rPr>
              <a:t>sa</a:t>
            </a:r>
            <a:endParaRPr lang="en-GB">
              <a:effectLst/>
              <a:latin typeface="Arial" panose="020B0604020202020204" pitchFamily="34" charset="0"/>
            </a:endParaRPr>
          </a:p>
          <a:p>
            <a:r>
              <a:rPr lang="en-GB" err="1">
                <a:effectLst/>
                <a:latin typeface="Arial" panose="020B0604020202020204" pitchFamily="34" charset="0"/>
              </a:rPr>
              <a:t>Dolecullabo</a:t>
            </a:r>
            <a:r>
              <a:rPr lang="en-GB">
                <a:effectLst/>
                <a:latin typeface="Arial" panose="020B0604020202020204" pitchFamily="34" charset="0"/>
              </a:rPr>
              <a:t>. Ut </a:t>
            </a:r>
            <a:r>
              <a:rPr lang="en-GB" err="1">
                <a:effectLst/>
                <a:latin typeface="Arial" panose="020B0604020202020204" pitchFamily="34" charset="0"/>
              </a:rPr>
              <a:t>andamet</a:t>
            </a:r>
            <a:r>
              <a:rPr lang="en-GB">
                <a:effectLst/>
                <a:latin typeface="Arial" panose="020B0604020202020204" pitchFamily="34" charset="0"/>
              </a:rPr>
              <a:t> </a:t>
            </a:r>
            <a:r>
              <a:rPr lang="en-GB" err="1">
                <a:effectLst/>
                <a:latin typeface="Arial" panose="020B0604020202020204" pitchFamily="34" charset="0"/>
              </a:rPr>
              <a:t>alibus</a:t>
            </a:r>
            <a:r>
              <a:rPr lang="en-GB">
                <a:effectLst/>
                <a:latin typeface="Arial" panose="020B0604020202020204" pitchFamily="34" charset="0"/>
              </a:rPr>
              <a:t>, sae </a:t>
            </a:r>
            <a:r>
              <a:rPr lang="en-GB" err="1">
                <a:effectLst/>
                <a:latin typeface="Arial" panose="020B0604020202020204" pitchFamily="34" charset="0"/>
              </a:rPr>
              <a:t>dem</a:t>
            </a:r>
            <a:r>
              <a:rPr lang="en-GB">
                <a:effectLst/>
                <a:latin typeface="Arial" panose="020B0604020202020204" pitchFamily="34" charset="0"/>
              </a:rPr>
              <a:t> </a:t>
            </a:r>
            <a:r>
              <a:rPr lang="en-GB" err="1">
                <a:effectLst/>
                <a:latin typeface="Arial" panose="020B0604020202020204" pitchFamily="34" charset="0"/>
              </a:rPr>
              <a:t>facearu</a:t>
            </a:r>
            <a:r>
              <a:rPr lang="en-GB">
                <a:effectLst/>
                <a:latin typeface="Arial" panose="020B0604020202020204" pitchFamily="34" charset="0"/>
              </a:rPr>
              <a:t> </a:t>
            </a:r>
            <a:r>
              <a:rPr lang="en-GB" err="1">
                <a:effectLst/>
                <a:latin typeface="Arial" panose="020B0604020202020204" pitchFamily="34" charset="0"/>
              </a:rPr>
              <a:t>mquodit</a:t>
            </a:r>
            <a:r>
              <a:rPr lang="en-GB">
                <a:effectLst/>
                <a:latin typeface="Arial" panose="020B0604020202020204" pitchFamily="34" charset="0"/>
              </a:rPr>
              <a:t>, in </a:t>
            </a:r>
            <a:r>
              <a:rPr lang="en-GB" err="1">
                <a:effectLst/>
                <a:latin typeface="Arial" panose="020B0604020202020204" pitchFamily="34" charset="0"/>
              </a:rPr>
              <a:t>everro</a:t>
            </a:r>
            <a:r>
              <a:rPr lang="en-GB">
                <a:effectLst/>
                <a:latin typeface="Arial" panose="020B0604020202020204" pitchFamily="34" charset="0"/>
              </a:rPr>
              <a:t> </a:t>
            </a:r>
            <a:r>
              <a:rPr lang="en-GB" err="1">
                <a:effectLst/>
                <a:latin typeface="Arial" panose="020B0604020202020204" pitchFamily="34" charset="0"/>
              </a:rPr>
              <a:t>eos</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et </a:t>
            </a:r>
            <a:r>
              <a:rPr lang="en-GB" err="1">
                <a:effectLst/>
                <a:latin typeface="Arial" panose="020B0604020202020204" pitchFamily="34" charset="0"/>
              </a:rPr>
              <a:t>quaectem</a:t>
            </a:r>
            <a:r>
              <a:rPr lang="en-GB">
                <a:effectLst/>
                <a:latin typeface="Arial" panose="020B0604020202020204" pitchFamily="34" charset="0"/>
              </a:rPr>
              <a:t> </a:t>
            </a:r>
            <a:r>
              <a:rPr lang="en-GB" err="1">
                <a:effectLst/>
                <a:latin typeface="Arial" panose="020B0604020202020204" pitchFamily="34" charset="0"/>
              </a:rPr>
              <a:t>susciis</a:t>
            </a:r>
            <a:r>
              <a:rPr lang="en-GB">
                <a:effectLst/>
                <a:latin typeface="Arial" panose="020B0604020202020204" pitchFamily="34" charset="0"/>
              </a:rPr>
              <a:t> </a:t>
            </a:r>
            <a:r>
              <a:rPr lang="en-GB" err="1">
                <a:effectLst/>
                <a:latin typeface="Arial" panose="020B0604020202020204" pitchFamily="34" charset="0"/>
              </a:rPr>
              <a:t>est</a:t>
            </a:r>
            <a:r>
              <a:rPr lang="en-GB">
                <a:effectLst/>
                <a:latin typeface="Arial" panose="020B0604020202020204" pitchFamily="34" charset="0"/>
              </a:rPr>
              <a:t>, </a:t>
            </a:r>
            <a:r>
              <a:rPr lang="en-GB" err="1">
                <a:effectLst/>
                <a:latin typeface="Arial" panose="020B0604020202020204" pitchFamily="34" charset="0"/>
              </a:rPr>
              <a:t>quatur</a:t>
            </a:r>
            <a:r>
              <a:rPr lang="en-GB">
                <a:effectLst/>
                <a:latin typeface="Arial" panose="020B0604020202020204" pitchFamily="34" charset="0"/>
              </a:rPr>
              <a:t>, </a:t>
            </a:r>
            <a:r>
              <a:rPr lang="en-GB" err="1">
                <a:effectLst/>
                <a:latin typeface="Arial" panose="020B0604020202020204" pitchFamily="34" charset="0"/>
              </a:rPr>
              <a:t>sintem</a:t>
            </a:r>
            <a:r>
              <a:rPr lang="en-GB">
                <a:effectLst/>
                <a:latin typeface="Arial" panose="020B0604020202020204" pitchFamily="34" charset="0"/>
              </a:rPr>
              <a:t> quate.</a:t>
            </a:r>
          </a:p>
        </p:txBody>
      </p:sp>
      <p:sp>
        <p:nvSpPr>
          <p:cNvPr id="18" name="Text Placeholder 5">
            <a:extLst>
              <a:ext uri="{FF2B5EF4-FFF2-40B4-BE49-F238E27FC236}">
                <a16:creationId xmlns:a16="http://schemas.microsoft.com/office/drawing/2014/main" id="{025BA66F-BA43-7942-A67E-7710EF40F843}"/>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9" name="Text Placeholder 7">
            <a:extLst>
              <a:ext uri="{FF2B5EF4-FFF2-40B4-BE49-F238E27FC236}">
                <a16:creationId xmlns:a16="http://schemas.microsoft.com/office/drawing/2014/main" id="{C9099677-D0F6-4845-86D7-DC6F66CD3B31}"/>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DBFC6FA5-9C6F-3340-8405-D8AE879F74C8}"/>
              </a:ext>
            </a:extLst>
          </p:cNvPr>
          <p:cNvSpPr>
            <a:spLocks noGrp="1"/>
          </p:cNvSpPr>
          <p:nvPr>
            <p:ph type="sldNum" sz="quarter" idx="32"/>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60688036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userDrawn="1">
  <p:cSld name="Content Slide – Image + Content Left">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E7FF274-83B6-014B-873C-A760E8563E3B}"/>
              </a:ext>
            </a:extLst>
          </p:cNvPr>
          <p:cNvSpPr/>
          <p:nvPr userDrawn="1"/>
        </p:nvSpPr>
        <p:spPr>
          <a:xfrm>
            <a:off x="8139642" y="0"/>
            <a:ext cx="4068400" cy="6858000"/>
          </a:xfrm>
          <a:prstGeom prst="rect">
            <a:avLst/>
          </a:prstGeom>
          <a:solidFill>
            <a:srgbClr val="1E44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8" name="Picture Placeholder 3">
            <a:extLst>
              <a:ext uri="{FF2B5EF4-FFF2-40B4-BE49-F238E27FC236}">
                <a16:creationId xmlns:a16="http://schemas.microsoft.com/office/drawing/2014/main" id="{20C975F1-0055-5C49-BE2D-59305C3E1BEE}"/>
              </a:ext>
            </a:extLst>
          </p:cNvPr>
          <p:cNvSpPr>
            <a:spLocks noGrp="1"/>
          </p:cNvSpPr>
          <p:nvPr>
            <p:ph type="pic" sz="quarter" idx="38" hasCustomPrompt="1"/>
          </p:nvPr>
        </p:nvSpPr>
        <p:spPr>
          <a:xfrm>
            <a:off x="7192256" y="1160147"/>
            <a:ext cx="4588720" cy="4537706"/>
          </a:xfrm>
          <a:prstGeom prst="rect">
            <a:avLst/>
          </a:prstGeom>
          <a:solidFill>
            <a:srgbClr val="C2C7CA"/>
          </a:solidFill>
        </p:spPr>
        <p:txBody>
          <a:bodyPr anchor="ctr" anchorCtr="0"/>
          <a:lstStyle>
            <a:lvl1pPr algn="ctr">
              <a:buFontTx/>
              <a:buNone/>
              <a:defRPr sz="1500">
                <a:solidFill>
                  <a:srgbClr val="262626"/>
                </a:solidFill>
              </a:defRPr>
            </a:lvl1pPr>
          </a:lstStyle>
          <a:p>
            <a:r>
              <a:rPr lang="en-US"/>
              <a:t>Insert image here</a:t>
            </a:r>
          </a:p>
        </p:txBody>
      </p:sp>
      <p:pic>
        <p:nvPicPr>
          <p:cNvPr id="17" name="Picture 16">
            <a:extLst>
              <a:ext uri="{FF2B5EF4-FFF2-40B4-BE49-F238E27FC236}">
                <a16:creationId xmlns:a16="http://schemas.microsoft.com/office/drawing/2014/main" id="{9A7810CA-6DC9-3E4E-9D53-712B4FB87C13}"/>
              </a:ext>
            </a:extLst>
          </p:cNvPr>
          <p:cNvPicPr>
            <a:picLocks noChangeAspect="1"/>
          </p:cNvPicPr>
          <p:nvPr userDrawn="1"/>
        </p:nvPicPr>
        <p:blipFill>
          <a:blip r:embed="rId2"/>
          <a:srcRect/>
          <a:stretch/>
        </p:blipFill>
        <p:spPr>
          <a:xfrm>
            <a:off x="10895872" y="6497324"/>
            <a:ext cx="1213995" cy="339896"/>
          </a:xfrm>
          <a:prstGeom prst="rect">
            <a:avLst/>
          </a:prstGeom>
        </p:spPr>
      </p:pic>
      <p:sp>
        <p:nvSpPr>
          <p:cNvPr id="38" name="Text Placeholder 9">
            <a:extLst>
              <a:ext uri="{FF2B5EF4-FFF2-40B4-BE49-F238E27FC236}">
                <a16:creationId xmlns:a16="http://schemas.microsoft.com/office/drawing/2014/main" id="{40C50467-A17E-2349-82B4-9822435DB283}"/>
              </a:ext>
            </a:extLst>
          </p:cNvPr>
          <p:cNvSpPr>
            <a:spLocks noGrp="1"/>
          </p:cNvSpPr>
          <p:nvPr>
            <p:ph type="body" sz="quarter" idx="26" hasCustomPrompt="1"/>
          </p:nvPr>
        </p:nvSpPr>
        <p:spPr>
          <a:xfrm>
            <a:off x="411023" y="1773190"/>
            <a:ext cx="5578211" cy="1041295"/>
          </a:xfrm>
          <a:prstGeom prst="rect">
            <a:avLst/>
          </a:prstGeom>
        </p:spPr>
        <p:txBody>
          <a:bodyPr lIns="0" tIns="0" rIns="0" bIns="0"/>
          <a:lstStyle>
            <a:lvl1pPr marL="0" indent="0">
              <a:lnSpc>
                <a:spcPct val="100000"/>
              </a:lnSpc>
              <a:spcBef>
                <a:spcPts val="0"/>
              </a:spcBef>
              <a:buFont typeface="Arial" panose="020B0604020202020204" pitchFamily="34" charset="0"/>
              <a:buNone/>
              <a:defRPr lang="en-GB" sz="1400" smtClean="0">
                <a:solidFill>
                  <a:schemeClr val="tx1"/>
                </a:solidFill>
                <a:effectLst/>
              </a:defRPr>
            </a:lvl1pPr>
            <a:lvl2pPr>
              <a:lnSpc>
                <a:spcPts val="1750"/>
              </a:lnSpc>
              <a:buNone/>
              <a:defRPr sz="1400"/>
            </a:lvl2pPr>
            <a:lvl3pPr>
              <a:lnSpc>
                <a:spcPts val="1750"/>
              </a:lnSpc>
              <a:buNone/>
              <a:defRPr sz="1400"/>
            </a:lvl3pPr>
            <a:lvl4pPr>
              <a:lnSpc>
                <a:spcPts val="1750"/>
              </a:lnSpc>
              <a:defRPr sz="1400"/>
            </a:lvl4pPr>
            <a:lvl5pPr>
              <a:lnSpc>
                <a:spcPts val="1750"/>
              </a:lnSpc>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a:t>
            </a:r>
            <a:r>
              <a:rPr lang="en-GB">
                <a:effectLst/>
                <a:latin typeface="Arial" panose="020B0604020202020204" pitchFamily="34" charset="0"/>
              </a:rPr>
              <a:t>.</a:t>
            </a:r>
          </a:p>
        </p:txBody>
      </p:sp>
      <p:sp>
        <p:nvSpPr>
          <p:cNvPr id="42" name="Text Placeholder 9">
            <a:extLst>
              <a:ext uri="{FF2B5EF4-FFF2-40B4-BE49-F238E27FC236}">
                <a16:creationId xmlns:a16="http://schemas.microsoft.com/office/drawing/2014/main" id="{70AF0187-C55C-CA4C-8CE2-E7FE8F2C8887}"/>
              </a:ext>
            </a:extLst>
          </p:cNvPr>
          <p:cNvSpPr>
            <a:spLocks noGrp="1"/>
          </p:cNvSpPr>
          <p:nvPr>
            <p:ph type="body" sz="quarter" idx="28" hasCustomPrompt="1"/>
          </p:nvPr>
        </p:nvSpPr>
        <p:spPr>
          <a:xfrm>
            <a:off x="411023" y="3461883"/>
            <a:ext cx="5578211" cy="1041295"/>
          </a:xfrm>
          <a:prstGeom prst="rect">
            <a:avLst/>
          </a:prstGeom>
        </p:spPr>
        <p:txBody>
          <a:bodyPr lIns="0" tIns="0" rIns="0" bIns="0"/>
          <a:lstStyle>
            <a:lvl1pPr marL="0" indent="0">
              <a:lnSpc>
                <a:spcPct val="100000"/>
              </a:lnSpc>
              <a:spcBef>
                <a:spcPts val="0"/>
              </a:spcBef>
              <a:buFont typeface="Arial" panose="020B0604020202020204" pitchFamily="34" charset="0"/>
              <a:buNone/>
              <a:defRPr lang="en-GB" sz="1400" smtClean="0">
                <a:solidFill>
                  <a:schemeClr val="tx1"/>
                </a:solidFill>
                <a:effectLst/>
              </a:defRPr>
            </a:lvl1pPr>
            <a:lvl2pPr>
              <a:lnSpc>
                <a:spcPts val="1750"/>
              </a:lnSpc>
              <a:buNone/>
              <a:defRPr sz="1400"/>
            </a:lvl2pPr>
            <a:lvl3pPr>
              <a:lnSpc>
                <a:spcPts val="1750"/>
              </a:lnSpc>
              <a:buNone/>
              <a:defRPr sz="1400"/>
            </a:lvl3pPr>
            <a:lvl4pPr>
              <a:lnSpc>
                <a:spcPts val="1750"/>
              </a:lnSpc>
              <a:defRPr sz="1400"/>
            </a:lvl4pPr>
            <a:lvl5pPr>
              <a:lnSpc>
                <a:spcPts val="1750"/>
              </a:lnSpc>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a:t>
            </a:r>
            <a:r>
              <a:rPr lang="en-GB">
                <a:effectLst/>
                <a:latin typeface="Arial" panose="020B0604020202020204" pitchFamily="34" charset="0"/>
              </a:rPr>
              <a:t>.</a:t>
            </a:r>
          </a:p>
        </p:txBody>
      </p:sp>
      <p:sp>
        <p:nvSpPr>
          <p:cNvPr id="44" name="Text Placeholder 9">
            <a:extLst>
              <a:ext uri="{FF2B5EF4-FFF2-40B4-BE49-F238E27FC236}">
                <a16:creationId xmlns:a16="http://schemas.microsoft.com/office/drawing/2014/main" id="{1FE36405-5F1E-B54C-84E8-1F8B02B15CA9}"/>
              </a:ext>
            </a:extLst>
          </p:cNvPr>
          <p:cNvSpPr>
            <a:spLocks noGrp="1"/>
          </p:cNvSpPr>
          <p:nvPr>
            <p:ph type="body" sz="quarter" idx="30" hasCustomPrompt="1"/>
          </p:nvPr>
        </p:nvSpPr>
        <p:spPr>
          <a:xfrm>
            <a:off x="411023" y="5185258"/>
            <a:ext cx="5578211" cy="1041295"/>
          </a:xfrm>
          <a:prstGeom prst="rect">
            <a:avLst/>
          </a:prstGeom>
        </p:spPr>
        <p:txBody>
          <a:bodyPr lIns="0" tIns="0" rIns="0" bIns="0"/>
          <a:lstStyle>
            <a:lvl1pPr marL="0" indent="0">
              <a:lnSpc>
                <a:spcPct val="100000"/>
              </a:lnSpc>
              <a:spcBef>
                <a:spcPts val="0"/>
              </a:spcBef>
              <a:buFont typeface="Arial" panose="020B0604020202020204" pitchFamily="34" charset="0"/>
              <a:buNone/>
              <a:defRPr lang="en-GB" sz="1400" smtClean="0">
                <a:solidFill>
                  <a:schemeClr val="tx1"/>
                </a:solidFill>
                <a:effectLst/>
              </a:defRPr>
            </a:lvl1pPr>
            <a:lvl2pPr>
              <a:lnSpc>
                <a:spcPts val="1750"/>
              </a:lnSpc>
              <a:buNone/>
              <a:defRPr sz="1400"/>
            </a:lvl2pPr>
            <a:lvl3pPr>
              <a:lnSpc>
                <a:spcPts val="1750"/>
              </a:lnSpc>
              <a:buNone/>
              <a:defRPr sz="1400"/>
            </a:lvl3pPr>
            <a:lvl4pPr>
              <a:lnSpc>
                <a:spcPts val="1750"/>
              </a:lnSpc>
              <a:defRPr sz="1400"/>
            </a:lvl4pPr>
            <a:lvl5pPr>
              <a:lnSpc>
                <a:spcPts val="1750"/>
              </a:lnSpc>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a:t>
            </a:r>
            <a:r>
              <a:rPr lang="en-GB">
                <a:effectLst/>
                <a:latin typeface="Arial" panose="020B0604020202020204" pitchFamily="34" charset="0"/>
              </a:rPr>
              <a:t>.</a:t>
            </a:r>
          </a:p>
        </p:txBody>
      </p:sp>
      <p:sp>
        <p:nvSpPr>
          <p:cNvPr id="4" name="Text Placeholder 3">
            <a:extLst>
              <a:ext uri="{FF2B5EF4-FFF2-40B4-BE49-F238E27FC236}">
                <a16:creationId xmlns:a16="http://schemas.microsoft.com/office/drawing/2014/main" id="{C7D7231D-E56C-E145-BCC0-83B9D735108E}"/>
              </a:ext>
            </a:extLst>
          </p:cNvPr>
          <p:cNvSpPr>
            <a:spLocks noGrp="1"/>
          </p:cNvSpPr>
          <p:nvPr>
            <p:ph type="body" sz="quarter" idx="35" hasCustomPrompt="1"/>
          </p:nvPr>
        </p:nvSpPr>
        <p:spPr>
          <a:xfrm>
            <a:off x="400390" y="1382603"/>
            <a:ext cx="5588844" cy="238083"/>
          </a:xfrm>
          <a:prstGeom prst="rect">
            <a:avLst/>
          </a:prstGeom>
        </p:spPr>
        <p:txBody>
          <a:bodyPr lIns="0" tIns="0" rIns="0" bIns="0"/>
          <a:lstStyle>
            <a:lvl1pPr marL="0" indent="0">
              <a:lnSpc>
                <a:spcPct val="100000"/>
              </a:lnSpc>
              <a:spcBef>
                <a:spcPts val="0"/>
              </a:spcBef>
              <a:buNone/>
              <a:defRPr sz="1400">
                <a:solidFill>
                  <a:schemeClr val="accent1"/>
                </a:solidFill>
              </a:defRPr>
            </a:lvl1pPr>
          </a:lstStyle>
          <a:p>
            <a:pPr lvl="0"/>
            <a:r>
              <a:rPr lang="en-GB"/>
              <a:t>Lorem ipsum </a:t>
            </a:r>
            <a:r>
              <a:rPr lang="en-GB" err="1"/>
              <a:t>dolor</a:t>
            </a:r>
            <a:r>
              <a:rPr lang="en-GB"/>
              <a:t> </a:t>
            </a:r>
            <a:r>
              <a:rPr lang="en-GB" err="1"/>
              <a:t>eset</a:t>
            </a:r>
            <a:r>
              <a:rPr lang="en-GB"/>
              <a:t> </a:t>
            </a:r>
            <a:r>
              <a:rPr lang="en-GB" err="1"/>
              <a:t>moriculus</a:t>
            </a:r>
            <a:r>
              <a:rPr lang="en-GB"/>
              <a:t>?</a:t>
            </a:r>
            <a:endParaRPr lang="en-US"/>
          </a:p>
        </p:txBody>
      </p:sp>
      <p:sp>
        <p:nvSpPr>
          <p:cNvPr id="19" name="Text Placeholder 3">
            <a:extLst>
              <a:ext uri="{FF2B5EF4-FFF2-40B4-BE49-F238E27FC236}">
                <a16:creationId xmlns:a16="http://schemas.microsoft.com/office/drawing/2014/main" id="{7B47F7CD-38F7-F04B-BEF6-DF667B45C0AA}"/>
              </a:ext>
            </a:extLst>
          </p:cNvPr>
          <p:cNvSpPr>
            <a:spLocks noGrp="1"/>
          </p:cNvSpPr>
          <p:nvPr>
            <p:ph type="body" sz="quarter" idx="36" hasCustomPrompt="1"/>
          </p:nvPr>
        </p:nvSpPr>
        <p:spPr>
          <a:xfrm>
            <a:off x="389757" y="3067469"/>
            <a:ext cx="5588844" cy="238083"/>
          </a:xfrm>
          <a:prstGeom prst="rect">
            <a:avLst/>
          </a:prstGeom>
        </p:spPr>
        <p:txBody>
          <a:bodyPr lIns="0" tIns="0" rIns="0" bIns="0"/>
          <a:lstStyle>
            <a:lvl1pPr marL="0" indent="0">
              <a:lnSpc>
                <a:spcPct val="100000"/>
              </a:lnSpc>
              <a:spcBef>
                <a:spcPts val="0"/>
              </a:spcBef>
              <a:buNone/>
              <a:defRPr sz="1400">
                <a:solidFill>
                  <a:schemeClr val="accent1"/>
                </a:solidFill>
              </a:defRPr>
            </a:lvl1pPr>
          </a:lstStyle>
          <a:p>
            <a:pPr lvl="0"/>
            <a:r>
              <a:rPr lang="en-GB"/>
              <a:t>Lorem ipsum </a:t>
            </a:r>
            <a:r>
              <a:rPr lang="en-GB" err="1"/>
              <a:t>dolor</a:t>
            </a:r>
            <a:r>
              <a:rPr lang="en-GB"/>
              <a:t> </a:t>
            </a:r>
            <a:r>
              <a:rPr lang="en-GB" err="1"/>
              <a:t>eset</a:t>
            </a:r>
            <a:r>
              <a:rPr lang="en-GB"/>
              <a:t> </a:t>
            </a:r>
            <a:r>
              <a:rPr lang="en-GB" err="1"/>
              <a:t>moriculus</a:t>
            </a:r>
            <a:r>
              <a:rPr lang="en-GB"/>
              <a:t>?</a:t>
            </a:r>
            <a:endParaRPr lang="en-US"/>
          </a:p>
        </p:txBody>
      </p:sp>
      <p:sp>
        <p:nvSpPr>
          <p:cNvPr id="20" name="Text Placeholder 3">
            <a:extLst>
              <a:ext uri="{FF2B5EF4-FFF2-40B4-BE49-F238E27FC236}">
                <a16:creationId xmlns:a16="http://schemas.microsoft.com/office/drawing/2014/main" id="{5A2B8320-5E92-B444-9854-DFA59EC9EAAA}"/>
              </a:ext>
            </a:extLst>
          </p:cNvPr>
          <p:cNvSpPr>
            <a:spLocks noGrp="1"/>
          </p:cNvSpPr>
          <p:nvPr>
            <p:ph type="body" sz="quarter" idx="37" hasCustomPrompt="1"/>
          </p:nvPr>
        </p:nvSpPr>
        <p:spPr>
          <a:xfrm>
            <a:off x="405706" y="4803138"/>
            <a:ext cx="5588844" cy="238083"/>
          </a:xfrm>
          <a:prstGeom prst="rect">
            <a:avLst/>
          </a:prstGeom>
        </p:spPr>
        <p:txBody>
          <a:bodyPr lIns="0" tIns="0" rIns="0" bIns="0"/>
          <a:lstStyle>
            <a:lvl1pPr marL="0" indent="0">
              <a:lnSpc>
                <a:spcPct val="100000"/>
              </a:lnSpc>
              <a:spcBef>
                <a:spcPts val="0"/>
              </a:spcBef>
              <a:buNone/>
              <a:defRPr sz="1400">
                <a:solidFill>
                  <a:schemeClr val="accent1"/>
                </a:solidFill>
              </a:defRPr>
            </a:lvl1pPr>
          </a:lstStyle>
          <a:p>
            <a:pPr lvl="0"/>
            <a:r>
              <a:rPr lang="en-GB"/>
              <a:t>Lorem ipsum </a:t>
            </a:r>
            <a:r>
              <a:rPr lang="en-GB" err="1"/>
              <a:t>dolor</a:t>
            </a:r>
            <a:r>
              <a:rPr lang="en-GB"/>
              <a:t> </a:t>
            </a:r>
            <a:r>
              <a:rPr lang="en-GB" err="1"/>
              <a:t>eset</a:t>
            </a:r>
            <a:r>
              <a:rPr lang="en-GB"/>
              <a:t> </a:t>
            </a:r>
            <a:r>
              <a:rPr lang="en-GB" err="1"/>
              <a:t>moriculus</a:t>
            </a:r>
            <a:r>
              <a:rPr lang="en-GB"/>
              <a:t>?</a:t>
            </a:r>
            <a:endParaRPr lang="en-US"/>
          </a:p>
        </p:txBody>
      </p:sp>
      <p:sp>
        <p:nvSpPr>
          <p:cNvPr id="31" name="Vertical Text Placeholder 2">
            <a:extLst>
              <a:ext uri="{FF2B5EF4-FFF2-40B4-BE49-F238E27FC236}">
                <a16:creationId xmlns:a16="http://schemas.microsoft.com/office/drawing/2014/main" id="{2145BE5A-AE5A-CD42-9D74-0DE84F2A13B1}"/>
              </a:ext>
            </a:extLst>
          </p:cNvPr>
          <p:cNvSpPr>
            <a:spLocks noGrp="1"/>
          </p:cNvSpPr>
          <p:nvPr>
            <p:ph type="body" orient="vert" sz="quarter" idx="25" hasCustomPrompt="1"/>
          </p:nvPr>
        </p:nvSpPr>
        <p:spPr>
          <a:xfrm>
            <a:off x="7048181" y="2263270"/>
            <a:ext cx="288150" cy="2338958"/>
          </a:xfrm>
          <a:prstGeom prst="rect">
            <a:avLst/>
          </a:prstGeom>
          <a:solidFill>
            <a:schemeClr val="accent1"/>
          </a:solidFill>
        </p:spPr>
        <p:txBody>
          <a:bodyPr vert="eaVert" lIns="90000" tIns="0" bIns="0" anchor="ctr" anchorCtr="0"/>
          <a:lstStyle>
            <a:lvl1pPr algn="ctr">
              <a:buFontTx/>
              <a:buNone/>
              <a:defRPr sz="1100">
                <a:solidFill>
                  <a:schemeClr val="tx1"/>
                </a:solidFill>
              </a:defRPr>
            </a:lvl1pPr>
            <a:lvl2pPr>
              <a:buFontTx/>
              <a:buNone/>
              <a:defRPr/>
            </a:lvl2pPr>
            <a:lvl3pPr>
              <a:buFontTx/>
              <a:buNone/>
              <a:defRPr/>
            </a:lvl3pPr>
            <a:lvl4pPr>
              <a:buFontTx/>
              <a:buNone/>
              <a:defRPr/>
            </a:lvl4pPr>
            <a:lvl5pPr>
              <a:buFontTx/>
              <a:buNone/>
              <a:defRPr/>
            </a:lvl5pPr>
          </a:lstStyle>
          <a:p>
            <a:pPr lvl="0"/>
            <a:r>
              <a:rPr lang="en-US"/>
              <a:t>Hotel name goes here</a:t>
            </a:r>
          </a:p>
        </p:txBody>
      </p:sp>
      <p:sp>
        <p:nvSpPr>
          <p:cNvPr id="21" name="Text Placeholder 5">
            <a:extLst>
              <a:ext uri="{FF2B5EF4-FFF2-40B4-BE49-F238E27FC236}">
                <a16:creationId xmlns:a16="http://schemas.microsoft.com/office/drawing/2014/main" id="{A1813013-3F22-A049-9709-0039497CA901}"/>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2" name="Text Placeholder 7">
            <a:extLst>
              <a:ext uri="{FF2B5EF4-FFF2-40B4-BE49-F238E27FC236}">
                <a16:creationId xmlns:a16="http://schemas.microsoft.com/office/drawing/2014/main" id="{DE1095EB-DFC3-8C40-BEE3-9302D64658E3}"/>
              </a:ext>
            </a:extLst>
          </p:cNvPr>
          <p:cNvSpPr>
            <a:spLocks noGrp="1"/>
          </p:cNvSpPr>
          <p:nvPr>
            <p:ph type="body" sz="quarter" idx="22" hasCustomPrompt="1"/>
          </p:nvPr>
        </p:nvSpPr>
        <p:spPr>
          <a:xfrm>
            <a:off x="400391" y="320676"/>
            <a:ext cx="5588844" cy="991282"/>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2" name="Slide Number Placeholder 1">
            <a:extLst>
              <a:ext uri="{FF2B5EF4-FFF2-40B4-BE49-F238E27FC236}">
                <a16:creationId xmlns:a16="http://schemas.microsoft.com/office/drawing/2014/main" id="{2B2AB3FB-422A-2E41-B966-0B9A49834C10}"/>
              </a:ext>
            </a:extLst>
          </p:cNvPr>
          <p:cNvSpPr>
            <a:spLocks noGrp="1"/>
          </p:cNvSpPr>
          <p:nvPr>
            <p:ph type="sldNum" sz="quarter" idx="39"/>
          </p:nvPr>
        </p:nvSpPr>
        <p:spPr/>
        <p:txBody>
          <a:bodyPr/>
          <a:lstStyle/>
          <a:p>
            <a:fld id="{BF1B362E-304B-D74F-8E05-F581CCD55911}" type="slidenum">
              <a:rPr lang="en-US" smtClean="0"/>
              <a:pPr/>
              <a:t>‹#›</a:t>
            </a:fld>
            <a:endParaRPr lang="en-US"/>
          </a:p>
        </p:txBody>
      </p:sp>
      <p:sp>
        <p:nvSpPr>
          <p:cNvPr id="3" name="Subtitle 2">
            <a:extLst>
              <a:ext uri="{FF2B5EF4-FFF2-40B4-BE49-F238E27FC236}">
                <a16:creationId xmlns:a16="http://schemas.microsoft.com/office/drawing/2014/main" id="{842BB1CA-0D96-6105-072B-E410F6D91E55}"/>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rtl="0">
              <a:lnSpc>
                <a:spcPct val="100000"/>
              </a:lnSpc>
              <a:spcBef>
                <a:spcPts val="0"/>
              </a:spcBef>
            </a:pPr>
            <a:r>
              <a:rPr lang="en-GB" sz="700" b="0" i="0">
                <a:solidFill>
                  <a:schemeClr val="tx1"/>
                </a:solidFill>
                <a:effectLst/>
                <a:latin typeface="+mn-lt"/>
              </a:rPr>
              <a:t>®IHG | Confidential &amp; Proprietary</a:t>
            </a:r>
            <a:endParaRPr lang="en-GB" sz="700" kern="800" spc="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412888230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Icons Slide 1">
    <p:bg>
      <p:bgPr>
        <a:solidFill>
          <a:schemeClr val="bg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20A6E5CC-CE08-C446-9D55-68D93B2785EB}"/>
              </a:ext>
            </a:extLst>
          </p:cNvPr>
          <p:cNvSpPr>
            <a:spLocks noGrp="1"/>
          </p:cNvSpPr>
          <p:nvPr>
            <p:ph type="pic" sz="quarter" idx="31"/>
          </p:nvPr>
        </p:nvSpPr>
        <p:spPr>
          <a:xfrm>
            <a:off x="1424260" y="1597390"/>
            <a:ext cx="591867" cy="585722"/>
          </a:xfrm>
          <a:prstGeom prst="rect">
            <a:avLst/>
          </a:prstGeom>
          <a:noFill/>
        </p:spPr>
        <p:txBody>
          <a:bodyPr anchor="ctr" anchorCtr="0"/>
          <a:lstStyle>
            <a:lvl1pPr algn="ctr">
              <a:buNone/>
              <a:defRPr sz="400"/>
            </a:lvl1pPr>
          </a:lstStyle>
          <a:p>
            <a:endParaRPr lang="en-US"/>
          </a:p>
        </p:txBody>
      </p:sp>
      <p:sp>
        <p:nvSpPr>
          <p:cNvPr id="30" name="Picture Placeholder 10">
            <a:extLst>
              <a:ext uri="{FF2B5EF4-FFF2-40B4-BE49-F238E27FC236}">
                <a16:creationId xmlns:a16="http://schemas.microsoft.com/office/drawing/2014/main" id="{C16747DD-8F8E-5847-A4B1-60D4C719F102}"/>
              </a:ext>
            </a:extLst>
          </p:cNvPr>
          <p:cNvSpPr>
            <a:spLocks noGrp="1"/>
          </p:cNvSpPr>
          <p:nvPr>
            <p:ph type="pic" sz="quarter" idx="32"/>
          </p:nvPr>
        </p:nvSpPr>
        <p:spPr>
          <a:xfrm>
            <a:off x="4336091" y="1597390"/>
            <a:ext cx="591867" cy="585722"/>
          </a:xfrm>
          <a:prstGeom prst="rect">
            <a:avLst/>
          </a:prstGeom>
          <a:noFill/>
        </p:spPr>
        <p:txBody>
          <a:bodyPr anchor="ctr" anchorCtr="0"/>
          <a:lstStyle>
            <a:lvl1pPr algn="ctr">
              <a:buNone/>
              <a:defRPr sz="400"/>
            </a:lvl1pPr>
          </a:lstStyle>
          <a:p>
            <a:endParaRPr lang="en-US"/>
          </a:p>
        </p:txBody>
      </p:sp>
      <p:sp>
        <p:nvSpPr>
          <p:cNvPr id="31" name="Picture Placeholder 10">
            <a:extLst>
              <a:ext uri="{FF2B5EF4-FFF2-40B4-BE49-F238E27FC236}">
                <a16:creationId xmlns:a16="http://schemas.microsoft.com/office/drawing/2014/main" id="{03E3A139-47ED-AC42-857B-042A4A6A4993}"/>
              </a:ext>
            </a:extLst>
          </p:cNvPr>
          <p:cNvSpPr>
            <a:spLocks noGrp="1"/>
          </p:cNvSpPr>
          <p:nvPr>
            <p:ph type="pic" sz="quarter" idx="33"/>
          </p:nvPr>
        </p:nvSpPr>
        <p:spPr>
          <a:xfrm>
            <a:off x="7247923" y="1597390"/>
            <a:ext cx="591867" cy="585722"/>
          </a:xfrm>
          <a:prstGeom prst="rect">
            <a:avLst/>
          </a:prstGeom>
          <a:noFill/>
        </p:spPr>
        <p:txBody>
          <a:bodyPr anchor="ctr" anchorCtr="0"/>
          <a:lstStyle>
            <a:lvl1pPr algn="ctr">
              <a:buNone/>
              <a:defRPr sz="400"/>
            </a:lvl1pPr>
          </a:lstStyle>
          <a:p>
            <a:endParaRPr lang="en-US"/>
          </a:p>
        </p:txBody>
      </p:sp>
      <p:sp>
        <p:nvSpPr>
          <p:cNvPr id="32" name="Picture Placeholder 10">
            <a:extLst>
              <a:ext uri="{FF2B5EF4-FFF2-40B4-BE49-F238E27FC236}">
                <a16:creationId xmlns:a16="http://schemas.microsoft.com/office/drawing/2014/main" id="{73735120-4274-4245-A5E2-67F9686212D6}"/>
              </a:ext>
            </a:extLst>
          </p:cNvPr>
          <p:cNvSpPr>
            <a:spLocks noGrp="1"/>
          </p:cNvSpPr>
          <p:nvPr>
            <p:ph type="pic" sz="quarter" idx="34"/>
          </p:nvPr>
        </p:nvSpPr>
        <p:spPr>
          <a:xfrm>
            <a:off x="10159755" y="1597390"/>
            <a:ext cx="591867" cy="585722"/>
          </a:xfrm>
          <a:prstGeom prst="rect">
            <a:avLst/>
          </a:prstGeom>
          <a:noFill/>
        </p:spPr>
        <p:txBody>
          <a:bodyPr anchor="ctr" anchorCtr="0"/>
          <a:lstStyle>
            <a:lvl1pPr algn="ctr">
              <a:buNone/>
              <a:defRPr sz="400"/>
            </a:lvl1pPr>
          </a:lstStyle>
          <a:p>
            <a:endParaRPr lang="en-US"/>
          </a:p>
        </p:txBody>
      </p:sp>
      <p:sp>
        <p:nvSpPr>
          <p:cNvPr id="36" name="Picture Placeholder 10">
            <a:extLst>
              <a:ext uri="{FF2B5EF4-FFF2-40B4-BE49-F238E27FC236}">
                <a16:creationId xmlns:a16="http://schemas.microsoft.com/office/drawing/2014/main" id="{CAB4E13A-780D-FE48-8A7F-7D1548BE5C5C}"/>
              </a:ext>
            </a:extLst>
          </p:cNvPr>
          <p:cNvSpPr>
            <a:spLocks noGrp="1"/>
          </p:cNvSpPr>
          <p:nvPr>
            <p:ph type="pic" sz="quarter" idx="35"/>
          </p:nvPr>
        </p:nvSpPr>
        <p:spPr>
          <a:xfrm>
            <a:off x="1424260" y="3930360"/>
            <a:ext cx="591867" cy="585722"/>
          </a:xfrm>
          <a:prstGeom prst="rect">
            <a:avLst/>
          </a:prstGeom>
          <a:noFill/>
        </p:spPr>
        <p:txBody>
          <a:bodyPr anchor="ctr" anchorCtr="0"/>
          <a:lstStyle>
            <a:lvl1pPr algn="ctr">
              <a:buNone/>
              <a:defRPr sz="400"/>
            </a:lvl1pPr>
          </a:lstStyle>
          <a:p>
            <a:endParaRPr lang="en-US"/>
          </a:p>
        </p:txBody>
      </p:sp>
      <p:sp>
        <p:nvSpPr>
          <p:cNvPr id="38" name="Picture Placeholder 10">
            <a:extLst>
              <a:ext uri="{FF2B5EF4-FFF2-40B4-BE49-F238E27FC236}">
                <a16:creationId xmlns:a16="http://schemas.microsoft.com/office/drawing/2014/main" id="{8A80ECF0-A8E3-E14C-96E1-EA809EA58F0E}"/>
              </a:ext>
            </a:extLst>
          </p:cNvPr>
          <p:cNvSpPr>
            <a:spLocks noGrp="1"/>
          </p:cNvSpPr>
          <p:nvPr>
            <p:ph type="pic" sz="quarter" idx="36"/>
          </p:nvPr>
        </p:nvSpPr>
        <p:spPr>
          <a:xfrm>
            <a:off x="4336091" y="3930360"/>
            <a:ext cx="591867" cy="585722"/>
          </a:xfrm>
          <a:prstGeom prst="rect">
            <a:avLst/>
          </a:prstGeom>
          <a:noFill/>
        </p:spPr>
        <p:txBody>
          <a:bodyPr anchor="ctr" anchorCtr="0"/>
          <a:lstStyle>
            <a:lvl1pPr algn="ctr">
              <a:buNone/>
              <a:defRPr sz="400"/>
            </a:lvl1pPr>
          </a:lstStyle>
          <a:p>
            <a:endParaRPr lang="en-US"/>
          </a:p>
        </p:txBody>
      </p:sp>
      <p:sp>
        <p:nvSpPr>
          <p:cNvPr id="40" name="Picture Placeholder 10">
            <a:extLst>
              <a:ext uri="{FF2B5EF4-FFF2-40B4-BE49-F238E27FC236}">
                <a16:creationId xmlns:a16="http://schemas.microsoft.com/office/drawing/2014/main" id="{2A7E00A1-1882-444E-9153-E0EE1F701081}"/>
              </a:ext>
            </a:extLst>
          </p:cNvPr>
          <p:cNvSpPr>
            <a:spLocks noGrp="1"/>
          </p:cNvSpPr>
          <p:nvPr>
            <p:ph type="pic" sz="quarter" idx="37"/>
          </p:nvPr>
        </p:nvSpPr>
        <p:spPr>
          <a:xfrm>
            <a:off x="7247923" y="3930360"/>
            <a:ext cx="591867" cy="585722"/>
          </a:xfrm>
          <a:prstGeom prst="rect">
            <a:avLst/>
          </a:prstGeom>
          <a:noFill/>
        </p:spPr>
        <p:txBody>
          <a:bodyPr anchor="ctr" anchorCtr="0"/>
          <a:lstStyle>
            <a:lvl1pPr algn="ctr">
              <a:buNone/>
              <a:defRPr sz="400"/>
            </a:lvl1pPr>
          </a:lstStyle>
          <a:p>
            <a:endParaRPr lang="en-US"/>
          </a:p>
        </p:txBody>
      </p:sp>
      <p:sp>
        <p:nvSpPr>
          <p:cNvPr id="42" name="Picture Placeholder 10">
            <a:extLst>
              <a:ext uri="{FF2B5EF4-FFF2-40B4-BE49-F238E27FC236}">
                <a16:creationId xmlns:a16="http://schemas.microsoft.com/office/drawing/2014/main" id="{0DD1E180-83DC-574D-9C7F-5AA932F25E34}"/>
              </a:ext>
            </a:extLst>
          </p:cNvPr>
          <p:cNvSpPr>
            <a:spLocks noGrp="1"/>
          </p:cNvSpPr>
          <p:nvPr>
            <p:ph type="pic" sz="quarter" idx="38"/>
          </p:nvPr>
        </p:nvSpPr>
        <p:spPr>
          <a:xfrm>
            <a:off x="10159755" y="3930360"/>
            <a:ext cx="591867" cy="585722"/>
          </a:xfrm>
          <a:prstGeom prst="rect">
            <a:avLst/>
          </a:prstGeom>
          <a:noFill/>
        </p:spPr>
        <p:txBody>
          <a:bodyPr anchor="ctr" anchorCtr="0"/>
          <a:lstStyle>
            <a:lvl1pPr algn="ctr">
              <a:buNone/>
              <a:defRPr sz="400"/>
            </a:lvl1pPr>
          </a:lstStyle>
          <a:p>
            <a:endParaRPr lang="en-US"/>
          </a:p>
        </p:txBody>
      </p:sp>
      <p:sp>
        <p:nvSpPr>
          <p:cNvPr id="7" name="Text Placeholder 6">
            <a:extLst>
              <a:ext uri="{FF2B5EF4-FFF2-40B4-BE49-F238E27FC236}">
                <a16:creationId xmlns:a16="http://schemas.microsoft.com/office/drawing/2014/main" id="{9BA0CF93-EF49-DA4F-ACC4-3FEE73B55305}"/>
              </a:ext>
            </a:extLst>
          </p:cNvPr>
          <p:cNvSpPr>
            <a:spLocks noGrp="1"/>
          </p:cNvSpPr>
          <p:nvPr>
            <p:ph type="body" sz="quarter" idx="23" hasCustomPrompt="1"/>
          </p:nvPr>
        </p:nvSpPr>
        <p:spPr>
          <a:xfrm>
            <a:off x="389757" y="2432024"/>
            <a:ext cx="2690194" cy="660400"/>
          </a:xfrm>
          <a:prstGeom prst="rect">
            <a:avLst/>
          </a:prstGeom>
        </p:spPr>
        <p:txBody>
          <a:bodyPr lIns="0" tIns="0" rIns="0" bIns="0"/>
          <a:lstStyle>
            <a:lvl1pPr marL="0" indent="0" algn="ctr">
              <a:lnSpc>
                <a:spcPct val="100000"/>
              </a:lnSpc>
              <a:spcBef>
                <a:spcPts val="0"/>
              </a:spcBef>
              <a:buNone/>
              <a:defRPr lang="en-GB" sz="1400" smtClean="0">
                <a:solidFill>
                  <a:schemeClr val="tx1"/>
                </a:solidFill>
                <a:effectLst/>
              </a:defRPr>
            </a:lvl1pPr>
            <a:lvl2pPr algn="ctr">
              <a:buNone/>
              <a:defRPr sz="1400"/>
            </a:lvl2pPr>
            <a:lvl3pPr algn="ctr">
              <a:buNone/>
              <a:defRPr sz="1400"/>
            </a:lvl3pPr>
            <a:lvl4pPr algn="ctr">
              <a:buNone/>
              <a:defRPr sz="1400"/>
            </a:lvl4pPr>
            <a:lvl5pPr algn="ctr">
              <a:buNone/>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runis</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perri</a:t>
            </a:r>
            <a:r>
              <a:rPr lang="en-GB">
                <a:effectLst/>
                <a:latin typeface="Arial" panose="020B0604020202020204" pitchFamily="34" charset="0"/>
              </a:rPr>
              <a:t> </a:t>
            </a:r>
            <a:r>
              <a:rPr lang="en-GB" err="1">
                <a:effectLst/>
                <a:latin typeface="Arial" panose="020B0604020202020204" pitchFamily="34" charset="0"/>
              </a:rPr>
              <a:t>monurm</a:t>
            </a:r>
            <a:r>
              <a:rPr lang="en-GB">
                <a:effectLst/>
                <a:latin typeface="Arial" panose="020B0604020202020204" pitchFamily="34" charset="0"/>
              </a:rPr>
              <a:t> </a:t>
            </a:r>
            <a:r>
              <a:rPr lang="en-GB" err="1">
                <a:effectLst/>
                <a:latin typeface="Arial" panose="020B0604020202020204" pitchFamily="34" charset="0"/>
              </a:rPr>
              <a:t>sinis</a:t>
            </a:r>
            <a:r>
              <a:rPr lang="en-GB">
                <a:effectLst/>
                <a:latin typeface="Arial" panose="020B0604020202020204" pitchFamily="34" charset="0"/>
              </a:rPr>
              <a:t>.</a:t>
            </a:r>
          </a:p>
        </p:txBody>
      </p:sp>
      <p:sp>
        <p:nvSpPr>
          <p:cNvPr id="18" name="Text Placeholder 6">
            <a:extLst>
              <a:ext uri="{FF2B5EF4-FFF2-40B4-BE49-F238E27FC236}">
                <a16:creationId xmlns:a16="http://schemas.microsoft.com/office/drawing/2014/main" id="{EBB2B40A-CB37-F34C-BEF1-D01DD7CE7ACD}"/>
              </a:ext>
            </a:extLst>
          </p:cNvPr>
          <p:cNvSpPr>
            <a:spLocks noGrp="1"/>
          </p:cNvSpPr>
          <p:nvPr>
            <p:ph type="body" sz="quarter" idx="24" hasCustomPrompt="1"/>
          </p:nvPr>
        </p:nvSpPr>
        <p:spPr>
          <a:xfrm>
            <a:off x="3294013" y="2432024"/>
            <a:ext cx="2690194" cy="660400"/>
          </a:xfrm>
          <a:prstGeom prst="rect">
            <a:avLst/>
          </a:prstGeom>
        </p:spPr>
        <p:txBody>
          <a:bodyPr lIns="0" tIns="0" rIns="0" bIns="0"/>
          <a:lstStyle>
            <a:lvl1pPr marL="0" indent="0" algn="ctr">
              <a:lnSpc>
                <a:spcPct val="100000"/>
              </a:lnSpc>
              <a:spcBef>
                <a:spcPts val="0"/>
              </a:spcBef>
              <a:buNone/>
              <a:defRPr lang="en-GB" sz="1400" smtClean="0">
                <a:solidFill>
                  <a:schemeClr val="tx1"/>
                </a:solidFill>
                <a:effectLst/>
              </a:defRPr>
            </a:lvl1pPr>
            <a:lvl2pPr algn="ctr">
              <a:buNone/>
              <a:defRPr sz="1400"/>
            </a:lvl2pPr>
            <a:lvl3pPr algn="ctr">
              <a:buNone/>
              <a:defRPr sz="1400"/>
            </a:lvl3pPr>
            <a:lvl4pPr algn="ctr">
              <a:buNone/>
              <a:defRPr sz="1400"/>
            </a:lvl4pPr>
            <a:lvl5pPr algn="ctr">
              <a:buNone/>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runis</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perri</a:t>
            </a:r>
            <a:r>
              <a:rPr lang="en-GB">
                <a:effectLst/>
                <a:latin typeface="Arial" panose="020B0604020202020204" pitchFamily="34" charset="0"/>
              </a:rPr>
              <a:t> </a:t>
            </a:r>
            <a:r>
              <a:rPr lang="en-GB" err="1">
                <a:effectLst/>
                <a:latin typeface="Arial" panose="020B0604020202020204" pitchFamily="34" charset="0"/>
              </a:rPr>
              <a:t>monurm</a:t>
            </a:r>
            <a:r>
              <a:rPr lang="en-GB">
                <a:effectLst/>
                <a:latin typeface="Arial" panose="020B0604020202020204" pitchFamily="34" charset="0"/>
              </a:rPr>
              <a:t> </a:t>
            </a:r>
            <a:r>
              <a:rPr lang="en-GB" err="1">
                <a:effectLst/>
                <a:latin typeface="Arial" panose="020B0604020202020204" pitchFamily="34" charset="0"/>
              </a:rPr>
              <a:t>sinis</a:t>
            </a:r>
            <a:r>
              <a:rPr lang="en-GB">
                <a:effectLst/>
                <a:latin typeface="Arial" panose="020B0604020202020204" pitchFamily="34" charset="0"/>
              </a:rPr>
              <a:t>.</a:t>
            </a:r>
          </a:p>
        </p:txBody>
      </p:sp>
      <p:sp>
        <p:nvSpPr>
          <p:cNvPr id="19" name="Text Placeholder 6">
            <a:extLst>
              <a:ext uri="{FF2B5EF4-FFF2-40B4-BE49-F238E27FC236}">
                <a16:creationId xmlns:a16="http://schemas.microsoft.com/office/drawing/2014/main" id="{D01C377B-6E78-E040-8493-88A6BA5C7FD7}"/>
              </a:ext>
            </a:extLst>
          </p:cNvPr>
          <p:cNvSpPr>
            <a:spLocks noGrp="1"/>
          </p:cNvSpPr>
          <p:nvPr>
            <p:ph type="body" sz="quarter" idx="25" hasCustomPrompt="1"/>
          </p:nvPr>
        </p:nvSpPr>
        <p:spPr>
          <a:xfrm>
            <a:off x="6215203" y="2432024"/>
            <a:ext cx="2690194" cy="660400"/>
          </a:xfrm>
          <a:prstGeom prst="rect">
            <a:avLst/>
          </a:prstGeom>
        </p:spPr>
        <p:txBody>
          <a:bodyPr lIns="0" tIns="0" rIns="0" bIns="0"/>
          <a:lstStyle>
            <a:lvl1pPr marL="0" indent="0" algn="ctr">
              <a:lnSpc>
                <a:spcPct val="100000"/>
              </a:lnSpc>
              <a:spcBef>
                <a:spcPts val="0"/>
              </a:spcBef>
              <a:buNone/>
              <a:defRPr lang="en-GB" sz="1400" smtClean="0">
                <a:solidFill>
                  <a:schemeClr val="tx1"/>
                </a:solidFill>
                <a:effectLst/>
              </a:defRPr>
            </a:lvl1pPr>
            <a:lvl2pPr algn="ctr">
              <a:buNone/>
              <a:defRPr sz="1400"/>
            </a:lvl2pPr>
            <a:lvl3pPr algn="ctr">
              <a:buNone/>
              <a:defRPr sz="1400"/>
            </a:lvl3pPr>
            <a:lvl4pPr algn="ctr">
              <a:buNone/>
              <a:defRPr sz="1400"/>
            </a:lvl4pPr>
            <a:lvl5pPr algn="ctr">
              <a:buNone/>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runis</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perri</a:t>
            </a:r>
            <a:r>
              <a:rPr lang="en-GB">
                <a:effectLst/>
                <a:latin typeface="Arial" panose="020B0604020202020204" pitchFamily="34" charset="0"/>
              </a:rPr>
              <a:t> </a:t>
            </a:r>
            <a:r>
              <a:rPr lang="en-GB" err="1">
                <a:effectLst/>
                <a:latin typeface="Arial" panose="020B0604020202020204" pitchFamily="34" charset="0"/>
              </a:rPr>
              <a:t>monurm</a:t>
            </a:r>
            <a:r>
              <a:rPr lang="en-GB">
                <a:effectLst/>
                <a:latin typeface="Arial" panose="020B0604020202020204" pitchFamily="34" charset="0"/>
              </a:rPr>
              <a:t> </a:t>
            </a:r>
            <a:r>
              <a:rPr lang="en-GB" err="1">
                <a:effectLst/>
                <a:latin typeface="Arial" panose="020B0604020202020204" pitchFamily="34" charset="0"/>
              </a:rPr>
              <a:t>sinis</a:t>
            </a:r>
            <a:r>
              <a:rPr lang="en-GB">
                <a:effectLst/>
                <a:latin typeface="Arial" panose="020B0604020202020204" pitchFamily="34" charset="0"/>
              </a:rPr>
              <a:t>.</a:t>
            </a:r>
          </a:p>
        </p:txBody>
      </p:sp>
      <p:sp>
        <p:nvSpPr>
          <p:cNvPr id="22" name="Text Placeholder 6">
            <a:extLst>
              <a:ext uri="{FF2B5EF4-FFF2-40B4-BE49-F238E27FC236}">
                <a16:creationId xmlns:a16="http://schemas.microsoft.com/office/drawing/2014/main" id="{FC287BB3-50C1-6846-A2DC-727F71C2D1F9}"/>
              </a:ext>
            </a:extLst>
          </p:cNvPr>
          <p:cNvSpPr>
            <a:spLocks noGrp="1"/>
          </p:cNvSpPr>
          <p:nvPr>
            <p:ph type="body" sz="quarter" idx="26" hasCustomPrompt="1"/>
          </p:nvPr>
        </p:nvSpPr>
        <p:spPr>
          <a:xfrm>
            <a:off x="9119459" y="2432024"/>
            <a:ext cx="2690194" cy="660400"/>
          </a:xfrm>
          <a:prstGeom prst="rect">
            <a:avLst/>
          </a:prstGeom>
        </p:spPr>
        <p:txBody>
          <a:bodyPr lIns="0" tIns="0" rIns="0" bIns="0"/>
          <a:lstStyle>
            <a:lvl1pPr marL="0" indent="0" algn="ctr">
              <a:lnSpc>
                <a:spcPct val="100000"/>
              </a:lnSpc>
              <a:spcBef>
                <a:spcPts val="0"/>
              </a:spcBef>
              <a:buNone/>
              <a:defRPr lang="en-GB" sz="1400" smtClean="0">
                <a:solidFill>
                  <a:schemeClr val="tx1"/>
                </a:solidFill>
                <a:effectLst/>
              </a:defRPr>
            </a:lvl1pPr>
            <a:lvl2pPr algn="ctr">
              <a:buNone/>
              <a:defRPr sz="1400"/>
            </a:lvl2pPr>
            <a:lvl3pPr algn="ctr">
              <a:buNone/>
              <a:defRPr sz="1400"/>
            </a:lvl3pPr>
            <a:lvl4pPr algn="ctr">
              <a:buNone/>
              <a:defRPr sz="1400"/>
            </a:lvl4pPr>
            <a:lvl5pPr algn="ctr">
              <a:buNone/>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runis</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perri</a:t>
            </a:r>
            <a:r>
              <a:rPr lang="en-GB">
                <a:effectLst/>
                <a:latin typeface="Arial" panose="020B0604020202020204" pitchFamily="34" charset="0"/>
              </a:rPr>
              <a:t> </a:t>
            </a:r>
            <a:r>
              <a:rPr lang="en-GB" err="1">
                <a:effectLst/>
                <a:latin typeface="Arial" panose="020B0604020202020204" pitchFamily="34" charset="0"/>
              </a:rPr>
              <a:t>monurm</a:t>
            </a:r>
            <a:r>
              <a:rPr lang="en-GB">
                <a:effectLst/>
                <a:latin typeface="Arial" panose="020B0604020202020204" pitchFamily="34" charset="0"/>
              </a:rPr>
              <a:t> </a:t>
            </a:r>
            <a:r>
              <a:rPr lang="en-GB" err="1">
                <a:effectLst/>
                <a:latin typeface="Arial" panose="020B0604020202020204" pitchFamily="34" charset="0"/>
              </a:rPr>
              <a:t>sinis</a:t>
            </a:r>
            <a:r>
              <a:rPr lang="en-GB">
                <a:effectLst/>
                <a:latin typeface="Arial" panose="020B0604020202020204" pitchFamily="34" charset="0"/>
              </a:rPr>
              <a:t>.</a:t>
            </a:r>
          </a:p>
        </p:txBody>
      </p:sp>
      <p:sp>
        <p:nvSpPr>
          <p:cNvPr id="24" name="Text Placeholder 6">
            <a:extLst>
              <a:ext uri="{FF2B5EF4-FFF2-40B4-BE49-F238E27FC236}">
                <a16:creationId xmlns:a16="http://schemas.microsoft.com/office/drawing/2014/main" id="{3307BC18-FFA8-4042-853A-F9C56D06A1F8}"/>
              </a:ext>
            </a:extLst>
          </p:cNvPr>
          <p:cNvSpPr>
            <a:spLocks noGrp="1"/>
          </p:cNvSpPr>
          <p:nvPr>
            <p:ph type="body" sz="quarter" idx="27" hasCustomPrompt="1"/>
          </p:nvPr>
        </p:nvSpPr>
        <p:spPr>
          <a:xfrm>
            <a:off x="389757" y="4709558"/>
            <a:ext cx="2690194" cy="660400"/>
          </a:xfrm>
          <a:prstGeom prst="rect">
            <a:avLst/>
          </a:prstGeom>
        </p:spPr>
        <p:txBody>
          <a:bodyPr lIns="0" tIns="0" rIns="0" bIns="0"/>
          <a:lstStyle>
            <a:lvl1pPr marL="0" indent="0" algn="ctr">
              <a:lnSpc>
                <a:spcPct val="100000"/>
              </a:lnSpc>
              <a:spcBef>
                <a:spcPts val="0"/>
              </a:spcBef>
              <a:buNone/>
              <a:defRPr lang="en-GB" sz="1400" smtClean="0">
                <a:solidFill>
                  <a:schemeClr val="tx1"/>
                </a:solidFill>
                <a:effectLst/>
              </a:defRPr>
            </a:lvl1pPr>
            <a:lvl2pPr algn="ctr">
              <a:buNone/>
              <a:defRPr sz="1400"/>
            </a:lvl2pPr>
            <a:lvl3pPr algn="ctr">
              <a:buNone/>
              <a:defRPr sz="1400"/>
            </a:lvl3pPr>
            <a:lvl4pPr algn="ctr">
              <a:buNone/>
              <a:defRPr sz="1400"/>
            </a:lvl4pPr>
            <a:lvl5pPr algn="ctr">
              <a:buNone/>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runis</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perri</a:t>
            </a:r>
            <a:r>
              <a:rPr lang="en-GB">
                <a:effectLst/>
                <a:latin typeface="Arial" panose="020B0604020202020204" pitchFamily="34" charset="0"/>
              </a:rPr>
              <a:t> </a:t>
            </a:r>
            <a:r>
              <a:rPr lang="en-GB" err="1">
                <a:effectLst/>
                <a:latin typeface="Arial" panose="020B0604020202020204" pitchFamily="34" charset="0"/>
              </a:rPr>
              <a:t>monurm</a:t>
            </a:r>
            <a:r>
              <a:rPr lang="en-GB">
                <a:effectLst/>
                <a:latin typeface="Arial" panose="020B0604020202020204" pitchFamily="34" charset="0"/>
              </a:rPr>
              <a:t> </a:t>
            </a:r>
            <a:r>
              <a:rPr lang="en-GB" err="1">
                <a:effectLst/>
                <a:latin typeface="Arial" panose="020B0604020202020204" pitchFamily="34" charset="0"/>
              </a:rPr>
              <a:t>sinis</a:t>
            </a:r>
            <a:r>
              <a:rPr lang="en-GB">
                <a:effectLst/>
                <a:latin typeface="Arial" panose="020B0604020202020204" pitchFamily="34" charset="0"/>
              </a:rPr>
              <a:t>.</a:t>
            </a:r>
          </a:p>
        </p:txBody>
      </p:sp>
      <p:sp>
        <p:nvSpPr>
          <p:cNvPr id="26" name="Text Placeholder 6">
            <a:extLst>
              <a:ext uri="{FF2B5EF4-FFF2-40B4-BE49-F238E27FC236}">
                <a16:creationId xmlns:a16="http://schemas.microsoft.com/office/drawing/2014/main" id="{7E526942-9B14-2340-9929-385CD95035A6}"/>
              </a:ext>
            </a:extLst>
          </p:cNvPr>
          <p:cNvSpPr>
            <a:spLocks noGrp="1"/>
          </p:cNvSpPr>
          <p:nvPr>
            <p:ph type="body" sz="quarter" idx="28" hasCustomPrompt="1"/>
          </p:nvPr>
        </p:nvSpPr>
        <p:spPr>
          <a:xfrm>
            <a:off x="3294013" y="4709558"/>
            <a:ext cx="2690194" cy="660400"/>
          </a:xfrm>
          <a:prstGeom prst="rect">
            <a:avLst/>
          </a:prstGeom>
        </p:spPr>
        <p:txBody>
          <a:bodyPr lIns="0" tIns="0" rIns="0" bIns="0"/>
          <a:lstStyle>
            <a:lvl1pPr marL="0" indent="0" algn="ctr">
              <a:lnSpc>
                <a:spcPct val="100000"/>
              </a:lnSpc>
              <a:spcBef>
                <a:spcPts val="0"/>
              </a:spcBef>
              <a:buNone/>
              <a:defRPr lang="en-GB" sz="1400" smtClean="0">
                <a:solidFill>
                  <a:schemeClr val="tx1"/>
                </a:solidFill>
                <a:effectLst/>
              </a:defRPr>
            </a:lvl1pPr>
            <a:lvl2pPr algn="ctr">
              <a:buNone/>
              <a:defRPr sz="1400"/>
            </a:lvl2pPr>
            <a:lvl3pPr algn="ctr">
              <a:buNone/>
              <a:defRPr sz="1400"/>
            </a:lvl3pPr>
            <a:lvl4pPr algn="ctr">
              <a:buNone/>
              <a:defRPr sz="1400"/>
            </a:lvl4pPr>
            <a:lvl5pPr algn="ctr">
              <a:buNone/>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runis</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perri</a:t>
            </a:r>
            <a:r>
              <a:rPr lang="en-GB">
                <a:effectLst/>
                <a:latin typeface="Arial" panose="020B0604020202020204" pitchFamily="34" charset="0"/>
              </a:rPr>
              <a:t> </a:t>
            </a:r>
            <a:r>
              <a:rPr lang="en-GB" err="1">
                <a:effectLst/>
                <a:latin typeface="Arial" panose="020B0604020202020204" pitchFamily="34" charset="0"/>
              </a:rPr>
              <a:t>monurm</a:t>
            </a:r>
            <a:r>
              <a:rPr lang="en-GB">
                <a:effectLst/>
                <a:latin typeface="Arial" panose="020B0604020202020204" pitchFamily="34" charset="0"/>
              </a:rPr>
              <a:t> </a:t>
            </a:r>
            <a:r>
              <a:rPr lang="en-GB" err="1">
                <a:effectLst/>
                <a:latin typeface="Arial" panose="020B0604020202020204" pitchFamily="34" charset="0"/>
              </a:rPr>
              <a:t>sinis</a:t>
            </a:r>
            <a:r>
              <a:rPr lang="en-GB">
                <a:effectLst/>
                <a:latin typeface="Arial" panose="020B0604020202020204" pitchFamily="34" charset="0"/>
              </a:rPr>
              <a:t>.</a:t>
            </a:r>
          </a:p>
        </p:txBody>
      </p:sp>
      <p:sp>
        <p:nvSpPr>
          <p:cNvPr id="33" name="Text Placeholder 6">
            <a:extLst>
              <a:ext uri="{FF2B5EF4-FFF2-40B4-BE49-F238E27FC236}">
                <a16:creationId xmlns:a16="http://schemas.microsoft.com/office/drawing/2014/main" id="{90CE2C5F-30DC-054C-86D1-CF6FFF0D59CF}"/>
              </a:ext>
            </a:extLst>
          </p:cNvPr>
          <p:cNvSpPr>
            <a:spLocks noGrp="1"/>
          </p:cNvSpPr>
          <p:nvPr>
            <p:ph type="body" sz="quarter" idx="29" hasCustomPrompt="1"/>
          </p:nvPr>
        </p:nvSpPr>
        <p:spPr>
          <a:xfrm>
            <a:off x="6215203" y="4709558"/>
            <a:ext cx="2690194" cy="660400"/>
          </a:xfrm>
          <a:prstGeom prst="rect">
            <a:avLst/>
          </a:prstGeom>
        </p:spPr>
        <p:txBody>
          <a:bodyPr lIns="0" tIns="0" rIns="0" bIns="0"/>
          <a:lstStyle>
            <a:lvl1pPr marL="0" indent="0" algn="ctr">
              <a:lnSpc>
                <a:spcPct val="100000"/>
              </a:lnSpc>
              <a:spcBef>
                <a:spcPts val="0"/>
              </a:spcBef>
              <a:buNone/>
              <a:defRPr lang="en-GB" sz="1400" smtClean="0">
                <a:solidFill>
                  <a:schemeClr val="tx1"/>
                </a:solidFill>
                <a:effectLst/>
              </a:defRPr>
            </a:lvl1pPr>
            <a:lvl2pPr algn="ctr">
              <a:buNone/>
              <a:defRPr sz="1400"/>
            </a:lvl2pPr>
            <a:lvl3pPr algn="ctr">
              <a:buNone/>
              <a:defRPr sz="1400"/>
            </a:lvl3pPr>
            <a:lvl4pPr algn="ctr">
              <a:buNone/>
              <a:defRPr sz="1400"/>
            </a:lvl4pPr>
            <a:lvl5pPr algn="ctr">
              <a:buNone/>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runis</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perri</a:t>
            </a:r>
            <a:r>
              <a:rPr lang="en-GB">
                <a:effectLst/>
                <a:latin typeface="Arial" panose="020B0604020202020204" pitchFamily="34" charset="0"/>
              </a:rPr>
              <a:t> </a:t>
            </a:r>
            <a:r>
              <a:rPr lang="en-GB" err="1">
                <a:effectLst/>
                <a:latin typeface="Arial" panose="020B0604020202020204" pitchFamily="34" charset="0"/>
              </a:rPr>
              <a:t>monurm</a:t>
            </a:r>
            <a:r>
              <a:rPr lang="en-GB">
                <a:effectLst/>
                <a:latin typeface="Arial" panose="020B0604020202020204" pitchFamily="34" charset="0"/>
              </a:rPr>
              <a:t> </a:t>
            </a:r>
            <a:r>
              <a:rPr lang="en-GB" err="1">
                <a:effectLst/>
                <a:latin typeface="Arial" panose="020B0604020202020204" pitchFamily="34" charset="0"/>
              </a:rPr>
              <a:t>sinis</a:t>
            </a:r>
            <a:r>
              <a:rPr lang="en-GB">
                <a:effectLst/>
                <a:latin typeface="Arial" panose="020B0604020202020204" pitchFamily="34" charset="0"/>
              </a:rPr>
              <a:t>.</a:t>
            </a:r>
          </a:p>
        </p:txBody>
      </p:sp>
      <p:sp>
        <p:nvSpPr>
          <p:cNvPr id="34" name="Text Placeholder 6">
            <a:extLst>
              <a:ext uri="{FF2B5EF4-FFF2-40B4-BE49-F238E27FC236}">
                <a16:creationId xmlns:a16="http://schemas.microsoft.com/office/drawing/2014/main" id="{08CD3C07-DCBB-D640-8E23-2E772D3B2030}"/>
              </a:ext>
            </a:extLst>
          </p:cNvPr>
          <p:cNvSpPr>
            <a:spLocks noGrp="1"/>
          </p:cNvSpPr>
          <p:nvPr>
            <p:ph type="body" sz="quarter" idx="30" hasCustomPrompt="1"/>
          </p:nvPr>
        </p:nvSpPr>
        <p:spPr>
          <a:xfrm>
            <a:off x="9119459" y="4709558"/>
            <a:ext cx="2690194" cy="660400"/>
          </a:xfrm>
          <a:prstGeom prst="rect">
            <a:avLst/>
          </a:prstGeom>
        </p:spPr>
        <p:txBody>
          <a:bodyPr lIns="0" tIns="0" rIns="0" bIns="0"/>
          <a:lstStyle>
            <a:lvl1pPr marL="0" indent="0" algn="ctr">
              <a:lnSpc>
                <a:spcPct val="100000"/>
              </a:lnSpc>
              <a:spcBef>
                <a:spcPts val="0"/>
              </a:spcBef>
              <a:buNone/>
              <a:defRPr lang="en-GB" sz="1400" smtClean="0">
                <a:solidFill>
                  <a:schemeClr val="tx1"/>
                </a:solidFill>
                <a:effectLst/>
              </a:defRPr>
            </a:lvl1pPr>
            <a:lvl2pPr algn="ctr">
              <a:buNone/>
              <a:defRPr sz="1400"/>
            </a:lvl2pPr>
            <a:lvl3pPr algn="ctr">
              <a:buNone/>
              <a:defRPr sz="1400"/>
            </a:lvl3pPr>
            <a:lvl4pPr algn="ctr">
              <a:buNone/>
              <a:defRPr sz="1400"/>
            </a:lvl4pPr>
            <a:lvl5pPr algn="ctr">
              <a:buNone/>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runis</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perri</a:t>
            </a:r>
            <a:r>
              <a:rPr lang="en-GB">
                <a:effectLst/>
                <a:latin typeface="Arial" panose="020B0604020202020204" pitchFamily="34" charset="0"/>
              </a:rPr>
              <a:t> </a:t>
            </a:r>
            <a:r>
              <a:rPr lang="en-GB" err="1">
                <a:effectLst/>
                <a:latin typeface="Arial" panose="020B0604020202020204" pitchFamily="34" charset="0"/>
              </a:rPr>
              <a:t>monurm</a:t>
            </a:r>
            <a:r>
              <a:rPr lang="en-GB">
                <a:effectLst/>
                <a:latin typeface="Arial" panose="020B0604020202020204" pitchFamily="34" charset="0"/>
              </a:rPr>
              <a:t> </a:t>
            </a:r>
            <a:r>
              <a:rPr lang="en-GB" err="1">
                <a:effectLst/>
                <a:latin typeface="Arial" panose="020B0604020202020204" pitchFamily="34" charset="0"/>
              </a:rPr>
              <a:t>sinis</a:t>
            </a:r>
            <a:r>
              <a:rPr lang="en-GB">
                <a:effectLst/>
                <a:latin typeface="Arial" panose="020B0604020202020204" pitchFamily="34" charset="0"/>
              </a:rPr>
              <a:t>.</a:t>
            </a:r>
          </a:p>
        </p:txBody>
      </p:sp>
      <p:sp>
        <p:nvSpPr>
          <p:cNvPr id="25" name="Text Placeholder 5">
            <a:extLst>
              <a:ext uri="{FF2B5EF4-FFF2-40B4-BE49-F238E27FC236}">
                <a16:creationId xmlns:a16="http://schemas.microsoft.com/office/drawing/2014/main" id="{7FE73D7A-D581-4C47-BB6B-5CB7B4F24AE0}"/>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9" name="Text Placeholder 7">
            <a:extLst>
              <a:ext uri="{FF2B5EF4-FFF2-40B4-BE49-F238E27FC236}">
                <a16:creationId xmlns:a16="http://schemas.microsoft.com/office/drawing/2014/main" id="{92CC9DFE-1A9A-3640-BD83-067098B47D0B}"/>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1AD82A55-F5E2-3346-B4B1-C925BA316041}"/>
              </a:ext>
            </a:extLst>
          </p:cNvPr>
          <p:cNvSpPr>
            <a:spLocks noGrp="1"/>
          </p:cNvSpPr>
          <p:nvPr>
            <p:ph type="sldNum" sz="quarter" idx="39"/>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235685213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Icons Slide 2">
    <p:bg>
      <p:bgPr>
        <a:solidFill>
          <a:schemeClr val="bg1"/>
        </a:solidFill>
        <a:effectLst/>
      </p:bgPr>
    </p:bg>
    <p:spTree>
      <p:nvGrpSpPr>
        <p:cNvPr id="1" name=""/>
        <p:cNvGrpSpPr/>
        <p:nvPr/>
      </p:nvGrpSpPr>
      <p:grpSpPr>
        <a:xfrm>
          <a:off x="0" y="0"/>
          <a:ext cx="0" cy="0"/>
          <a:chOff x="0" y="0"/>
          <a:chExt cx="0" cy="0"/>
        </a:xfrm>
      </p:grpSpPr>
      <p:sp>
        <p:nvSpPr>
          <p:cNvPr id="17" name="Text Placeholder 6">
            <a:extLst>
              <a:ext uri="{FF2B5EF4-FFF2-40B4-BE49-F238E27FC236}">
                <a16:creationId xmlns:a16="http://schemas.microsoft.com/office/drawing/2014/main" id="{E084ABC0-7C9E-B34B-8574-1092653F3087}"/>
              </a:ext>
            </a:extLst>
          </p:cNvPr>
          <p:cNvSpPr>
            <a:spLocks noGrp="1"/>
          </p:cNvSpPr>
          <p:nvPr>
            <p:ph type="body" sz="quarter" idx="25" hasCustomPrompt="1"/>
          </p:nvPr>
        </p:nvSpPr>
        <p:spPr>
          <a:xfrm>
            <a:off x="411024" y="1442096"/>
            <a:ext cx="3555178" cy="2484234"/>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14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a:t>
            </a:r>
            <a:r>
              <a:rPr lang="en-GB">
                <a:effectLst/>
                <a:latin typeface="Arial" panose="020B0604020202020204" pitchFamily="34" charset="0"/>
              </a:rPr>
              <a:t>.</a:t>
            </a:r>
          </a:p>
          <a:p>
            <a:r>
              <a:rPr lang="en-GB">
                <a:effectLst/>
                <a:latin typeface="Arial" panose="020B0604020202020204" pitchFamily="34" charset="0"/>
              </a:rPr>
              <a:t>Da </a:t>
            </a:r>
            <a:r>
              <a:rPr lang="en-GB" err="1">
                <a:effectLst/>
                <a:latin typeface="Arial" panose="020B0604020202020204" pitchFamily="34" charset="0"/>
              </a:rPr>
              <a:t>volum</a:t>
            </a:r>
            <a:r>
              <a:rPr lang="en-GB">
                <a:effectLst/>
                <a:latin typeface="Arial" panose="020B0604020202020204" pitchFamily="34" charset="0"/>
              </a:rPr>
              <a:t> </a:t>
            </a:r>
            <a:r>
              <a:rPr lang="en-GB" err="1">
                <a:effectLst/>
                <a:latin typeface="Arial" panose="020B0604020202020204" pitchFamily="34" charset="0"/>
              </a:rPr>
              <a:t>volo</a:t>
            </a:r>
            <a:r>
              <a:rPr lang="en-GB">
                <a:effectLst/>
                <a:latin typeface="Arial" panose="020B0604020202020204" pitchFamily="34" charset="0"/>
              </a:rPr>
              <a:t> voles </a:t>
            </a:r>
            <a:r>
              <a:rPr lang="en-GB" err="1">
                <a:effectLst/>
                <a:latin typeface="Arial" panose="020B0604020202020204" pitchFamily="34" charset="0"/>
              </a:rPr>
              <a:t>sinis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as et </a:t>
            </a:r>
            <a:r>
              <a:rPr lang="en-GB" err="1">
                <a:effectLst/>
                <a:latin typeface="Arial" panose="020B0604020202020204" pitchFamily="34" charset="0"/>
              </a:rPr>
              <a:t>idit</a:t>
            </a:r>
            <a:r>
              <a:rPr lang="en-GB">
                <a:effectLst/>
                <a:latin typeface="Arial" panose="020B0604020202020204" pitchFamily="34" charset="0"/>
              </a:rPr>
              <a:t> </a:t>
            </a:r>
            <a:r>
              <a:rPr lang="en-GB" err="1">
                <a:effectLst/>
                <a:latin typeface="Arial" panose="020B0604020202020204" pitchFamily="34" charset="0"/>
              </a:rPr>
              <a:t>ratur</a:t>
            </a:r>
            <a:r>
              <a:rPr lang="en-GB">
                <a:effectLst/>
                <a:latin typeface="Arial" panose="020B0604020202020204" pitchFamily="34" charset="0"/>
              </a:rPr>
              <a:t>, nus, </a:t>
            </a:r>
            <a:r>
              <a:rPr lang="en-GB" err="1">
                <a:effectLst/>
                <a:latin typeface="Arial" panose="020B0604020202020204" pitchFamily="34" charset="0"/>
              </a:rPr>
              <a:t>ium</a:t>
            </a:r>
            <a:r>
              <a:rPr lang="en-GB">
                <a:effectLst/>
                <a:latin typeface="Arial" panose="020B0604020202020204" pitchFamily="34" charset="0"/>
              </a:rPr>
              <a:t> </a:t>
            </a:r>
            <a:r>
              <a:rPr lang="en-GB" err="1">
                <a:effectLst/>
                <a:latin typeface="Arial" panose="020B0604020202020204" pitchFamily="34" charset="0"/>
              </a:rPr>
              <a:t>volupis</a:t>
            </a:r>
            <a:r>
              <a:rPr lang="en-GB">
                <a:effectLst/>
                <a:latin typeface="Arial" panose="020B0604020202020204" pitchFamily="34" charset="0"/>
              </a:rPr>
              <a:t> mod </a:t>
            </a:r>
            <a:r>
              <a:rPr lang="en-GB" err="1">
                <a:effectLst/>
                <a:latin typeface="Arial" panose="020B0604020202020204" pitchFamily="34" charset="0"/>
              </a:rPr>
              <a:t>ut</a:t>
            </a:r>
            <a:r>
              <a:rPr lang="en-GB">
                <a:effectLst/>
                <a:latin typeface="Arial" panose="020B0604020202020204" pitchFamily="34" charset="0"/>
              </a:rPr>
              <a:t> la </a:t>
            </a:r>
            <a:r>
              <a:rPr lang="en-GB" err="1">
                <a:effectLst/>
                <a:latin typeface="Arial" panose="020B0604020202020204" pitchFamily="34" charset="0"/>
              </a:rPr>
              <a:t>simusdam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perrovid</a:t>
            </a:r>
            <a:r>
              <a:rPr lang="en-GB">
                <a:effectLst/>
                <a:latin typeface="Arial" panose="020B0604020202020204" pitchFamily="34" charset="0"/>
              </a:rPr>
              <a:t> et, </a:t>
            </a:r>
            <a:r>
              <a:rPr lang="en-GB" err="1">
                <a:effectLst/>
                <a:latin typeface="Arial" panose="020B0604020202020204" pitchFamily="34" charset="0"/>
              </a:rPr>
              <a:t>sam</a:t>
            </a:r>
            <a:r>
              <a:rPr lang="en-GB">
                <a:effectLst/>
                <a:latin typeface="Arial" panose="020B0604020202020204" pitchFamily="34" charset="0"/>
              </a:rPr>
              <a:t>, imus, omnis </a:t>
            </a:r>
            <a:r>
              <a:rPr lang="en-GB" err="1">
                <a:effectLst/>
                <a:latin typeface="Arial" panose="020B0604020202020204" pitchFamily="34" charset="0"/>
              </a:rPr>
              <a:t>etur</a:t>
            </a:r>
            <a:r>
              <a:rPr lang="en-GB">
                <a:effectLst/>
                <a:latin typeface="Arial" panose="020B0604020202020204" pitchFamily="34" charset="0"/>
              </a:rPr>
              <a:t> </a:t>
            </a:r>
            <a:r>
              <a:rPr lang="en-GB" err="1">
                <a:effectLst/>
                <a:latin typeface="Arial" panose="020B0604020202020204" pitchFamily="34" charset="0"/>
              </a:rPr>
              <a:t>sedipsa</a:t>
            </a:r>
            <a:r>
              <a:rPr lang="en-GB">
                <a:effectLst/>
                <a:latin typeface="Arial" panose="020B0604020202020204" pitchFamily="34" charset="0"/>
              </a:rPr>
              <a:t> </a:t>
            </a:r>
            <a:r>
              <a:rPr lang="en-GB" err="1">
                <a:effectLst/>
                <a:latin typeface="Arial" panose="020B0604020202020204" pitchFamily="34" charset="0"/>
              </a:rPr>
              <a:t>nditaturia</a:t>
            </a:r>
            <a:r>
              <a:rPr lang="en-GB">
                <a:effectLst/>
                <a:latin typeface="Arial" panose="020B0604020202020204" pitchFamily="34" charset="0"/>
              </a:rPr>
              <a:t> cum </a:t>
            </a:r>
            <a:r>
              <a:rPr lang="en-GB" err="1">
                <a:effectLst/>
                <a:latin typeface="Arial" panose="020B0604020202020204" pitchFamily="34" charset="0"/>
              </a:rPr>
              <a:t>consequat</a:t>
            </a:r>
            <a:r>
              <a:rPr lang="en-GB">
                <a:effectLst/>
                <a:latin typeface="Arial" panose="020B0604020202020204" pitchFamily="34" charset="0"/>
              </a:rPr>
              <a:t> labor.</a:t>
            </a:r>
          </a:p>
        </p:txBody>
      </p:sp>
      <p:sp>
        <p:nvSpPr>
          <p:cNvPr id="20" name="Text Placeholder 6">
            <a:extLst>
              <a:ext uri="{FF2B5EF4-FFF2-40B4-BE49-F238E27FC236}">
                <a16:creationId xmlns:a16="http://schemas.microsoft.com/office/drawing/2014/main" id="{5AAD1F7D-DF21-104E-8FDC-90B44565D9C2}"/>
              </a:ext>
            </a:extLst>
          </p:cNvPr>
          <p:cNvSpPr>
            <a:spLocks noGrp="1"/>
          </p:cNvSpPr>
          <p:nvPr>
            <p:ph type="body" sz="quarter" idx="26" hasCustomPrompt="1"/>
          </p:nvPr>
        </p:nvSpPr>
        <p:spPr>
          <a:xfrm>
            <a:off x="6202766" y="1442096"/>
            <a:ext cx="3659062" cy="639266"/>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14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a:effectLst/>
                <a:latin typeface="Arial" panose="020B0604020202020204" pitchFamily="34" charset="0"/>
              </a:rPr>
              <a:t>Da </a:t>
            </a:r>
            <a:r>
              <a:rPr lang="en-GB" err="1">
                <a:effectLst/>
                <a:latin typeface="Arial" panose="020B0604020202020204" pitchFamily="34" charset="0"/>
              </a:rPr>
              <a:t>volum</a:t>
            </a:r>
            <a:r>
              <a:rPr lang="en-GB">
                <a:effectLst/>
                <a:latin typeface="Arial" panose="020B0604020202020204" pitchFamily="34" charset="0"/>
              </a:rPr>
              <a:t> </a:t>
            </a:r>
            <a:r>
              <a:rPr lang="en-GB" err="1">
                <a:effectLst/>
                <a:latin typeface="Arial" panose="020B0604020202020204" pitchFamily="34" charset="0"/>
              </a:rPr>
              <a:t>volo</a:t>
            </a:r>
            <a:r>
              <a:rPr lang="en-GB">
                <a:effectLst/>
                <a:latin typeface="Arial" panose="020B0604020202020204" pitchFamily="34" charset="0"/>
              </a:rPr>
              <a:t> voles </a:t>
            </a:r>
            <a:r>
              <a:rPr lang="en-GB" err="1">
                <a:effectLst/>
                <a:latin typeface="Arial" panose="020B0604020202020204" pitchFamily="34" charset="0"/>
              </a:rPr>
              <a:t>sinis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as et </a:t>
            </a:r>
            <a:r>
              <a:rPr lang="en-GB" err="1">
                <a:effectLst/>
                <a:latin typeface="Arial" panose="020B0604020202020204" pitchFamily="34" charset="0"/>
              </a:rPr>
              <a:t>idit</a:t>
            </a:r>
            <a:r>
              <a:rPr lang="en-GB">
                <a:effectLst/>
                <a:latin typeface="Arial" panose="020B0604020202020204" pitchFamily="34" charset="0"/>
              </a:rPr>
              <a:t> </a:t>
            </a:r>
            <a:r>
              <a:rPr lang="en-GB" err="1">
                <a:effectLst/>
                <a:latin typeface="Arial" panose="020B0604020202020204" pitchFamily="34" charset="0"/>
              </a:rPr>
              <a:t>ratur</a:t>
            </a:r>
            <a:r>
              <a:rPr lang="en-GB">
                <a:effectLst/>
                <a:latin typeface="Arial" panose="020B0604020202020204" pitchFamily="34" charset="0"/>
              </a:rPr>
              <a:t>, nus, </a:t>
            </a:r>
            <a:r>
              <a:rPr lang="en-GB" err="1">
                <a:effectLst/>
                <a:latin typeface="Arial" panose="020B0604020202020204" pitchFamily="34" charset="0"/>
              </a:rPr>
              <a:t>ium</a:t>
            </a:r>
            <a:r>
              <a:rPr lang="en-GB">
                <a:effectLst/>
                <a:latin typeface="Arial" panose="020B0604020202020204" pitchFamily="34" charset="0"/>
              </a:rPr>
              <a:t> </a:t>
            </a:r>
            <a:r>
              <a:rPr lang="en-GB" err="1">
                <a:effectLst/>
                <a:latin typeface="Arial" panose="020B0604020202020204" pitchFamily="34" charset="0"/>
              </a:rPr>
              <a:t>volupis</a:t>
            </a:r>
            <a:r>
              <a:rPr lang="en-GB">
                <a:effectLst/>
                <a:latin typeface="Arial" panose="020B0604020202020204" pitchFamily="34" charset="0"/>
              </a:rPr>
              <a:t> mod </a:t>
            </a:r>
            <a:r>
              <a:rPr lang="en-GB" err="1">
                <a:effectLst/>
                <a:latin typeface="Arial" panose="020B0604020202020204" pitchFamily="34" charset="0"/>
              </a:rPr>
              <a:t>ut</a:t>
            </a:r>
            <a:r>
              <a:rPr lang="en-GB">
                <a:effectLst/>
                <a:latin typeface="Arial" panose="020B0604020202020204" pitchFamily="34" charset="0"/>
              </a:rPr>
              <a:t> la </a:t>
            </a:r>
            <a:r>
              <a:rPr lang="en-GB" err="1">
                <a:effectLst/>
                <a:latin typeface="Arial" panose="020B0604020202020204" pitchFamily="34" charset="0"/>
              </a:rPr>
              <a:t>simusdam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perrovid</a:t>
            </a:r>
            <a:r>
              <a:rPr lang="en-GB">
                <a:effectLst/>
                <a:latin typeface="Arial" panose="020B0604020202020204" pitchFamily="34" charset="0"/>
              </a:rPr>
              <a:t> et, </a:t>
            </a:r>
            <a:r>
              <a:rPr lang="en-GB" err="1">
                <a:effectLst/>
                <a:latin typeface="Arial" panose="020B0604020202020204" pitchFamily="34" charset="0"/>
              </a:rPr>
              <a:t>sam</a:t>
            </a:r>
            <a:r>
              <a:rPr lang="en-GB">
                <a:effectLst/>
                <a:latin typeface="Arial" panose="020B0604020202020204" pitchFamily="34" charset="0"/>
              </a:rPr>
              <a:t>, </a:t>
            </a:r>
            <a:r>
              <a:rPr lang="en-GB" err="1">
                <a:effectLst/>
                <a:latin typeface="Arial" panose="020B0604020202020204" pitchFamily="34" charset="0"/>
              </a:rPr>
              <a:t>imus</a:t>
            </a:r>
            <a:r>
              <a:rPr lang="en-GB">
                <a:effectLst/>
                <a:latin typeface="Arial" panose="020B0604020202020204" pitchFamily="34" charset="0"/>
              </a:rPr>
              <a:t>, </a:t>
            </a:r>
            <a:r>
              <a:rPr lang="en-GB" err="1">
                <a:effectLst/>
                <a:latin typeface="Arial" panose="020B0604020202020204" pitchFamily="34" charset="0"/>
              </a:rPr>
              <a:t>omnis</a:t>
            </a:r>
            <a:r>
              <a:rPr lang="en-GB">
                <a:effectLst/>
                <a:latin typeface="Arial" panose="020B0604020202020204" pitchFamily="34" charset="0"/>
              </a:rPr>
              <a:t> </a:t>
            </a:r>
            <a:r>
              <a:rPr lang="en-GB" err="1">
                <a:effectLst/>
                <a:latin typeface="Arial" panose="020B0604020202020204" pitchFamily="34" charset="0"/>
              </a:rPr>
              <a:t>etur</a:t>
            </a:r>
            <a:r>
              <a:rPr lang="en-GB">
                <a:effectLst/>
                <a:latin typeface="Arial" panose="020B0604020202020204" pitchFamily="34" charset="0"/>
              </a:rPr>
              <a:t> </a:t>
            </a:r>
            <a:r>
              <a:rPr lang="en-GB" err="1">
                <a:effectLst/>
                <a:latin typeface="Arial" panose="020B0604020202020204" pitchFamily="34" charset="0"/>
              </a:rPr>
              <a:t>sedipsa</a:t>
            </a:r>
            <a:r>
              <a:rPr lang="en-GB">
                <a:effectLst/>
                <a:latin typeface="Arial" panose="020B0604020202020204" pitchFamily="34" charset="0"/>
              </a:rPr>
              <a:t>.</a:t>
            </a:r>
          </a:p>
        </p:txBody>
      </p:sp>
      <p:sp>
        <p:nvSpPr>
          <p:cNvPr id="21" name="Text Placeholder 6">
            <a:extLst>
              <a:ext uri="{FF2B5EF4-FFF2-40B4-BE49-F238E27FC236}">
                <a16:creationId xmlns:a16="http://schemas.microsoft.com/office/drawing/2014/main" id="{056E6D0B-7618-F248-A83C-F4F99AAEE8ED}"/>
              </a:ext>
            </a:extLst>
          </p:cNvPr>
          <p:cNvSpPr>
            <a:spLocks noGrp="1"/>
          </p:cNvSpPr>
          <p:nvPr>
            <p:ph type="body" sz="quarter" idx="27" hasCustomPrompt="1"/>
          </p:nvPr>
        </p:nvSpPr>
        <p:spPr>
          <a:xfrm>
            <a:off x="6202766" y="2381896"/>
            <a:ext cx="3659062" cy="639266"/>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14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a:effectLst/>
                <a:latin typeface="Arial" panose="020B0604020202020204" pitchFamily="34" charset="0"/>
              </a:rPr>
              <a:t>Da </a:t>
            </a:r>
            <a:r>
              <a:rPr lang="en-GB" err="1">
                <a:effectLst/>
                <a:latin typeface="Arial" panose="020B0604020202020204" pitchFamily="34" charset="0"/>
              </a:rPr>
              <a:t>volum</a:t>
            </a:r>
            <a:r>
              <a:rPr lang="en-GB">
                <a:effectLst/>
                <a:latin typeface="Arial" panose="020B0604020202020204" pitchFamily="34" charset="0"/>
              </a:rPr>
              <a:t> </a:t>
            </a:r>
            <a:r>
              <a:rPr lang="en-GB" err="1">
                <a:effectLst/>
                <a:latin typeface="Arial" panose="020B0604020202020204" pitchFamily="34" charset="0"/>
              </a:rPr>
              <a:t>volo</a:t>
            </a:r>
            <a:r>
              <a:rPr lang="en-GB">
                <a:effectLst/>
                <a:latin typeface="Arial" panose="020B0604020202020204" pitchFamily="34" charset="0"/>
              </a:rPr>
              <a:t> voles </a:t>
            </a:r>
            <a:r>
              <a:rPr lang="en-GB" err="1">
                <a:effectLst/>
                <a:latin typeface="Arial" panose="020B0604020202020204" pitchFamily="34" charset="0"/>
              </a:rPr>
              <a:t>sinis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as et </a:t>
            </a:r>
            <a:r>
              <a:rPr lang="en-GB" err="1">
                <a:effectLst/>
                <a:latin typeface="Arial" panose="020B0604020202020204" pitchFamily="34" charset="0"/>
              </a:rPr>
              <a:t>idit</a:t>
            </a:r>
            <a:r>
              <a:rPr lang="en-GB">
                <a:effectLst/>
                <a:latin typeface="Arial" panose="020B0604020202020204" pitchFamily="34" charset="0"/>
              </a:rPr>
              <a:t> </a:t>
            </a:r>
            <a:r>
              <a:rPr lang="en-GB" err="1">
                <a:effectLst/>
                <a:latin typeface="Arial" panose="020B0604020202020204" pitchFamily="34" charset="0"/>
              </a:rPr>
              <a:t>ratur</a:t>
            </a:r>
            <a:r>
              <a:rPr lang="en-GB">
                <a:effectLst/>
                <a:latin typeface="Arial" panose="020B0604020202020204" pitchFamily="34" charset="0"/>
              </a:rPr>
              <a:t>, nus, </a:t>
            </a:r>
            <a:r>
              <a:rPr lang="en-GB" err="1">
                <a:effectLst/>
                <a:latin typeface="Arial" panose="020B0604020202020204" pitchFamily="34" charset="0"/>
              </a:rPr>
              <a:t>ium</a:t>
            </a:r>
            <a:r>
              <a:rPr lang="en-GB">
                <a:effectLst/>
                <a:latin typeface="Arial" panose="020B0604020202020204" pitchFamily="34" charset="0"/>
              </a:rPr>
              <a:t> </a:t>
            </a:r>
            <a:r>
              <a:rPr lang="en-GB" err="1">
                <a:effectLst/>
                <a:latin typeface="Arial" panose="020B0604020202020204" pitchFamily="34" charset="0"/>
              </a:rPr>
              <a:t>volupis</a:t>
            </a:r>
            <a:r>
              <a:rPr lang="en-GB">
                <a:effectLst/>
                <a:latin typeface="Arial" panose="020B0604020202020204" pitchFamily="34" charset="0"/>
              </a:rPr>
              <a:t> mod </a:t>
            </a:r>
            <a:r>
              <a:rPr lang="en-GB" err="1">
                <a:effectLst/>
                <a:latin typeface="Arial" panose="020B0604020202020204" pitchFamily="34" charset="0"/>
              </a:rPr>
              <a:t>ut</a:t>
            </a:r>
            <a:r>
              <a:rPr lang="en-GB">
                <a:effectLst/>
                <a:latin typeface="Arial" panose="020B0604020202020204" pitchFamily="34" charset="0"/>
              </a:rPr>
              <a:t> la </a:t>
            </a:r>
            <a:r>
              <a:rPr lang="en-GB" err="1">
                <a:effectLst/>
                <a:latin typeface="Arial" panose="020B0604020202020204" pitchFamily="34" charset="0"/>
              </a:rPr>
              <a:t>simusdam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perrovid</a:t>
            </a:r>
            <a:r>
              <a:rPr lang="en-GB">
                <a:effectLst/>
                <a:latin typeface="Arial" panose="020B0604020202020204" pitchFamily="34" charset="0"/>
              </a:rPr>
              <a:t> et, </a:t>
            </a:r>
            <a:r>
              <a:rPr lang="en-GB" err="1">
                <a:effectLst/>
                <a:latin typeface="Arial" panose="020B0604020202020204" pitchFamily="34" charset="0"/>
              </a:rPr>
              <a:t>sam</a:t>
            </a:r>
            <a:r>
              <a:rPr lang="en-GB">
                <a:effectLst/>
                <a:latin typeface="Arial" panose="020B0604020202020204" pitchFamily="34" charset="0"/>
              </a:rPr>
              <a:t>, </a:t>
            </a:r>
            <a:r>
              <a:rPr lang="en-GB" err="1">
                <a:effectLst/>
                <a:latin typeface="Arial" panose="020B0604020202020204" pitchFamily="34" charset="0"/>
              </a:rPr>
              <a:t>imus</a:t>
            </a:r>
            <a:r>
              <a:rPr lang="en-GB">
                <a:effectLst/>
                <a:latin typeface="Arial" panose="020B0604020202020204" pitchFamily="34" charset="0"/>
              </a:rPr>
              <a:t>, </a:t>
            </a:r>
            <a:r>
              <a:rPr lang="en-GB" err="1">
                <a:effectLst/>
                <a:latin typeface="Arial" panose="020B0604020202020204" pitchFamily="34" charset="0"/>
              </a:rPr>
              <a:t>omnis</a:t>
            </a:r>
            <a:r>
              <a:rPr lang="en-GB">
                <a:effectLst/>
                <a:latin typeface="Arial" panose="020B0604020202020204" pitchFamily="34" charset="0"/>
              </a:rPr>
              <a:t> </a:t>
            </a:r>
            <a:r>
              <a:rPr lang="en-GB" err="1">
                <a:effectLst/>
                <a:latin typeface="Arial" panose="020B0604020202020204" pitchFamily="34" charset="0"/>
              </a:rPr>
              <a:t>etur</a:t>
            </a:r>
            <a:r>
              <a:rPr lang="en-GB">
                <a:effectLst/>
                <a:latin typeface="Arial" panose="020B0604020202020204" pitchFamily="34" charset="0"/>
              </a:rPr>
              <a:t> </a:t>
            </a:r>
            <a:r>
              <a:rPr lang="en-GB" err="1">
                <a:effectLst/>
                <a:latin typeface="Arial" panose="020B0604020202020204" pitchFamily="34" charset="0"/>
              </a:rPr>
              <a:t>sedipsa</a:t>
            </a:r>
            <a:r>
              <a:rPr lang="en-GB">
                <a:effectLst/>
                <a:latin typeface="Arial" panose="020B0604020202020204" pitchFamily="34" charset="0"/>
              </a:rPr>
              <a:t>.</a:t>
            </a:r>
          </a:p>
        </p:txBody>
      </p:sp>
      <p:sp>
        <p:nvSpPr>
          <p:cNvPr id="27" name="Text Placeholder 6">
            <a:extLst>
              <a:ext uri="{FF2B5EF4-FFF2-40B4-BE49-F238E27FC236}">
                <a16:creationId xmlns:a16="http://schemas.microsoft.com/office/drawing/2014/main" id="{9718D58D-48E6-2940-89FE-3DB2136D2745}"/>
              </a:ext>
            </a:extLst>
          </p:cNvPr>
          <p:cNvSpPr>
            <a:spLocks noGrp="1"/>
          </p:cNvSpPr>
          <p:nvPr>
            <p:ph type="body" sz="quarter" idx="28" hasCustomPrompt="1"/>
          </p:nvPr>
        </p:nvSpPr>
        <p:spPr>
          <a:xfrm>
            <a:off x="6202766" y="3321696"/>
            <a:ext cx="3659062" cy="639266"/>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14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a:effectLst/>
                <a:latin typeface="Arial" panose="020B0604020202020204" pitchFamily="34" charset="0"/>
              </a:rPr>
              <a:t>Da </a:t>
            </a:r>
            <a:r>
              <a:rPr lang="en-GB" err="1">
                <a:effectLst/>
                <a:latin typeface="Arial" panose="020B0604020202020204" pitchFamily="34" charset="0"/>
              </a:rPr>
              <a:t>volum</a:t>
            </a:r>
            <a:r>
              <a:rPr lang="en-GB">
                <a:effectLst/>
                <a:latin typeface="Arial" panose="020B0604020202020204" pitchFamily="34" charset="0"/>
              </a:rPr>
              <a:t> </a:t>
            </a:r>
            <a:r>
              <a:rPr lang="en-GB" err="1">
                <a:effectLst/>
                <a:latin typeface="Arial" panose="020B0604020202020204" pitchFamily="34" charset="0"/>
              </a:rPr>
              <a:t>volo</a:t>
            </a:r>
            <a:r>
              <a:rPr lang="en-GB">
                <a:effectLst/>
                <a:latin typeface="Arial" panose="020B0604020202020204" pitchFamily="34" charset="0"/>
              </a:rPr>
              <a:t> voles </a:t>
            </a:r>
            <a:r>
              <a:rPr lang="en-GB" err="1">
                <a:effectLst/>
                <a:latin typeface="Arial" panose="020B0604020202020204" pitchFamily="34" charset="0"/>
              </a:rPr>
              <a:t>sinis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as et </a:t>
            </a:r>
            <a:r>
              <a:rPr lang="en-GB" err="1">
                <a:effectLst/>
                <a:latin typeface="Arial" panose="020B0604020202020204" pitchFamily="34" charset="0"/>
              </a:rPr>
              <a:t>idit</a:t>
            </a:r>
            <a:r>
              <a:rPr lang="en-GB">
                <a:effectLst/>
                <a:latin typeface="Arial" panose="020B0604020202020204" pitchFamily="34" charset="0"/>
              </a:rPr>
              <a:t> </a:t>
            </a:r>
            <a:r>
              <a:rPr lang="en-GB" err="1">
                <a:effectLst/>
                <a:latin typeface="Arial" panose="020B0604020202020204" pitchFamily="34" charset="0"/>
              </a:rPr>
              <a:t>ratur</a:t>
            </a:r>
            <a:r>
              <a:rPr lang="en-GB">
                <a:effectLst/>
                <a:latin typeface="Arial" panose="020B0604020202020204" pitchFamily="34" charset="0"/>
              </a:rPr>
              <a:t>, nus, </a:t>
            </a:r>
            <a:r>
              <a:rPr lang="en-GB" err="1">
                <a:effectLst/>
                <a:latin typeface="Arial" panose="020B0604020202020204" pitchFamily="34" charset="0"/>
              </a:rPr>
              <a:t>ium</a:t>
            </a:r>
            <a:r>
              <a:rPr lang="en-GB">
                <a:effectLst/>
                <a:latin typeface="Arial" panose="020B0604020202020204" pitchFamily="34" charset="0"/>
              </a:rPr>
              <a:t> </a:t>
            </a:r>
            <a:r>
              <a:rPr lang="en-GB" err="1">
                <a:effectLst/>
                <a:latin typeface="Arial" panose="020B0604020202020204" pitchFamily="34" charset="0"/>
              </a:rPr>
              <a:t>volupis</a:t>
            </a:r>
            <a:r>
              <a:rPr lang="en-GB">
                <a:effectLst/>
                <a:latin typeface="Arial" panose="020B0604020202020204" pitchFamily="34" charset="0"/>
              </a:rPr>
              <a:t> mod </a:t>
            </a:r>
            <a:r>
              <a:rPr lang="en-GB" err="1">
                <a:effectLst/>
                <a:latin typeface="Arial" panose="020B0604020202020204" pitchFamily="34" charset="0"/>
              </a:rPr>
              <a:t>ut</a:t>
            </a:r>
            <a:r>
              <a:rPr lang="en-GB">
                <a:effectLst/>
                <a:latin typeface="Arial" panose="020B0604020202020204" pitchFamily="34" charset="0"/>
              </a:rPr>
              <a:t> la </a:t>
            </a:r>
            <a:r>
              <a:rPr lang="en-GB" err="1">
                <a:effectLst/>
                <a:latin typeface="Arial" panose="020B0604020202020204" pitchFamily="34" charset="0"/>
              </a:rPr>
              <a:t>simusdam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perrovid</a:t>
            </a:r>
            <a:r>
              <a:rPr lang="en-GB">
                <a:effectLst/>
                <a:latin typeface="Arial" panose="020B0604020202020204" pitchFamily="34" charset="0"/>
              </a:rPr>
              <a:t> et, </a:t>
            </a:r>
            <a:r>
              <a:rPr lang="en-GB" err="1">
                <a:effectLst/>
                <a:latin typeface="Arial" panose="020B0604020202020204" pitchFamily="34" charset="0"/>
              </a:rPr>
              <a:t>sam</a:t>
            </a:r>
            <a:r>
              <a:rPr lang="en-GB">
                <a:effectLst/>
                <a:latin typeface="Arial" panose="020B0604020202020204" pitchFamily="34" charset="0"/>
              </a:rPr>
              <a:t>, </a:t>
            </a:r>
            <a:r>
              <a:rPr lang="en-GB" err="1">
                <a:effectLst/>
                <a:latin typeface="Arial" panose="020B0604020202020204" pitchFamily="34" charset="0"/>
              </a:rPr>
              <a:t>imus</a:t>
            </a:r>
            <a:r>
              <a:rPr lang="en-GB">
                <a:effectLst/>
                <a:latin typeface="Arial" panose="020B0604020202020204" pitchFamily="34" charset="0"/>
              </a:rPr>
              <a:t>, </a:t>
            </a:r>
            <a:r>
              <a:rPr lang="en-GB" err="1">
                <a:effectLst/>
                <a:latin typeface="Arial" panose="020B0604020202020204" pitchFamily="34" charset="0"/>
              </a:rPr>
              <a:t>omnis</a:t>
            </a:r>
            <a:r>
              <a:rPr lang="en-GB">
                <a:effectLst/>
                <a:latin typeface="Arial" panose="020B0604020202020204" pitchFamily="34" charset="0"/>
              </a:rPr>
              <a:t> </a:t>
            </a:r>
            <a:r>
              <a:rPr lang="en-GB" err="1">
                <a:effectLst/>
                <a:latin typeface="Arial" panose="020B0604020202020204" pitchFamily="34" charset="0"/>
              </a:rPr>
              <a:t>etur</a:t>
            </a:r>
            <a:r>
              <a:rPr lang="en-GB">
                <a:effectLst/>
                <a:latin typeface="Arial" panose="020B0604020202020204" pitchFamily="34" charset="0"/>
              </a:rPr>
              <a:t> </a:t>
            </a:r>
            <a:r>
              <a:rPr lang="en-GB" err="1">
                <a:effectLst/>
                <a:latin typeface="Arial" panose="020B0604020202020204" pitchFamily="34" charset="0"/>
              </a:rPr>
              <a:t>sedipsa</a:t>
            </a:r>
            <a:r>
              <a:rPr lang="en-GB">
                <a:effectLst/>
                <a:latin typeface="Arial" panose="020B0604020202020204" pitchFamily="34" charset="0"/>
              </a:rPr>
              <a:t>.</a:t>
            </a:r>
          </a:p>
        </p:txBody>
      </p:sp>
      <p:sp>
        <p:nvSpPr>
          <p:cNvPr id="28" name="Text Placeholder 6">
            <a:extLst>
              <a:ext uri="{FF2B5EF4-FFF2-40B4-BE49-F238E27FC236}">
                <a16:creationId xmlns:a16="http://schemas.microsoft.com/office/drawing/2014/main" id="{F6DB841F-B36F-D54C-BEBC-0FFE85E72AF9}"/>
              </a:ext>
            </a:extLst>
          </p:cNvPr>
          <p:cNvSpPr>
            <a:spLocks noGrp="1"/>
          </p:cNvSpPr>
          <p:nvPr>
            <p:ph type="body" sz="quarter" idx="29" hasCustomPrompt="1"/>
          </p:nvPr>
        </p:nvSpPr>
        <p:spPr>
          <a:xfrm>
            <a:off x="6202766" y="4261496"/>
            <a:ext cx="3659062" cy="639266"/>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14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a:effectLst/>
                <a:latin typeface="Arial" panose="020B0604020202020204" pitchFamily="34" charset="0"/>
              </a:rPr>
              <a:t>Da </a:t>
            </a:r>
            <a:r>
              <a:rPr lang="en-GB" err="1">
                <a:effectLst/>
                <a:latin typeface="Arial" panose="020B0604020202020204" pitchFamily="34" charset="0"/>
              </a:rPr>
              <a:t>volum</a:t>
            </a:r>
            <a:r>
              <a:rPr lang="en-GB">
                <a:effectLst/>
                <a:latin typeface="Arial" panose="020B0604020202020204" pitchFamily="34" charset="0"/>
              </a:rPr>
              <a:t> </a:t>
            </a:r>
            <a:r>
              <a:rPr lang="en-GB" err="1">
                <a:effectLst/>
                <a:latin typeface="Arial" panose="020B0604020202020204" pitchFamily="34" charset="0"/>
              </a:rPr>
              <a:t>volo</a:t>
            </a:r>
            <a:r>
              <a:rPr lang="en-GB">
                <a:effectLst/>
                <a:latin typeface="Arial" panose="020B0604020202020204" pitchFamily="34" charset="0"/>
              </a:rPr>
              <a:t> voles </a:t>
            </a:r>
            <a:r>
              <a:rPr lang="en-GB" err="1">
                <a:effectLst/>
                <a:latin typeface="Arial" panose="020B0604020202020204" pitchFamily="34" charset="0"/>
              </a:rPr>
              <a:t>sinis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as et </a:t>
            </a:r>
            <a:r>
              <a:rPr lang="en-GB" err="1">
                <a:effectLst/>
                <a:latin typeface="Arial" panose="020B0604020202020204" pitchFamily="34" charset="0"/>
              </a:rPr>
              <a:t>idit</a:t>
            </a:r>
            <a:r>
              <a:rPr lang="en-GB">
                <a:effectLst/>
                <a:latin typeface="Arial" panose="020B0604020202020204" pitchFamily="34" charset="0"/>
              </a:rPr>
              <a:t> </a:t>
            </a:r>
            <a:r>
              <a:rPr lang="en-GB" err="1">
                <a:effectLst/>
                <a:latin typeface="Arial" panose="020B0604020202020204" pitchFamily="34" charset="0"/>
              </a:rPr>
              <a:t>ratur</a:t>
            </a:r>
            <a:r>
              <a:rPr lang="en-GB">
                <a:effectLst/>
                <a:latin typeface="Arial" panose="020B0604020202020204" pitchFamily="34" charset="0"/>
              </a:rPr>
              <a:t>, nus, </a:t>
            </a:r>
            <a:r>
              <a:rPr lang="en-GB" err="1">
                <a:effectLst/>
                <a:latin typeface="Arial" panose="020B0604020202020204" pitchFamily="34" charset="0"/>
              </a:rPr>
              <a:t>ium</a:t>
            </a:r>
            <a:r>
              <a:rPr lang="en-GB">
                <a:effectLst/>
                <a:latin typeface="Arial" panose="020B0604020202020204" pitchFamily="34" charset="0"/>
              </a:rPr>
              <a:t> </a:t>
            </a:r>
            <a:r>
              <a:rPr lang="en-GB" err="1">
                <a:effectLst/>
                <a:latin typeface="Arial" panose="020B0604020202020204" pitchFamily="34" charset="0"/>
              </a:rPr>
              <a:t>volupis</a:t>
            </a:r>
            <a:r>
              <a:rPr lang="en-GB">
                <a:effectLst/>
                <a:latin typeface="Arial" panose="020B0604020202020204" pitchFamily="34" charset="0"/>
              </a:rPr>
              <a:t> mod </a:t>
            </a:r>
            <a:r>
              <a:rPr lang="en-GB" err="1">
                <a:effectLst/>
                <a:latin typeface="Arial" panose="020B0604020202020204" pitchFamily="34" charset="0"/>
              </a:rPr>
              <a:t>ut</a:t>
            </a:r>
            <a:r>
              <a:rPr lang="en-GB">
                <a:effectLst/>
                <a:latin typeface="Arial" panose="020B0604020202020204" pitchFamily="34" charset="0"/>
              </a:rPr>
              <a:t> la </a:t>
            </a:r>
            <a:r>
              <a:rPr lang="en-GB" err="1">
                <a:effectLst/>
                <a:latin typeface="Arial" panose="020B0604020202020204" pitchFamily="34" charset="0"/>
              </a:rPr>
              <a:t>simusdam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perrovid</a:t>
            </a:r>
            <a:r>
              <a:rPr lang="en-GB">
                <a:effectLst/>
                <a:latin typeface="Arial" panose="020B0604020202020204" pitchFamily="34" charset="0"/>
              </a:rPr>
              <a:t> et, </a:t>
            </a:r>
            <a:r>
              <a:rPr lang="en-GB" err="1">
                <a:effectLst/>
                <a:latin typeface="Arial" panose="020B0604020202020204" pitchFamily="34" charset="0"/>
              </a:rPr>
              <a:t>sam</a:t>
            </a:r>
            <a:r>
              <a:rPr lang="en-GB">
                <a:effectLst/>
                <a:latin typeface="Arial" panose="020B0604020202020204" pitchFamily="34" charset="0"/>
              </a:rPr>
              <a:t>, </a:t>
            </a:r>
            <a:r>
              <a:rPr lang="en-GB" err="1">
                <a:effectLst/>
                <a:latin typeface="Arial" panose="020B0604020202020204" pitchFamily="34" charset="0"/>
              </a:rPr>
              <a:t>imus</a:t>
            </a:r>
            <a:r>
              <a:rPr lang="en-GB">
                <a:effectLst/>
                <a:latin typeface="Arial" panose="020B0604020202020204" pitchFamily="34" charset="0"/>
              </a:rPr>
              <a:t>, </a:t>
            </a:r>
            <a:r>
              <a:rPr lang="en-GB" err="1">
                <a:effectLst/>
                <a:latin typeface="Arial" panose="020B0604020202020204" pitchFamily="34" charset="0"/>
              </a:rPr>
              <a:t>omnis</a:t>
            </a:r>
            <a:r>
              <a:rPr lang="en-GB">
                <a:effectLst/>
                <a:latin typeface="Arial" panose="020B0604020202020204" pitchFamily="34" charset="0"/>
              </a:rPr>
              <a:t> </a:t>
            </a:r>
            <a:r>
              <a:rPr lang="en-GB" err="1">
                <a:effectLst/>
                <a:latin typeface="Arial" panose="020B0604020202020204" pitchFamily="34" charset="0"/>
              </a:rPr>
              <a:t>etur</a:t>
            </a:r>
            <a:r>
              <a:rPr lang="en-GB">
                <a:effectLst/>
                <a:latin typeface="Arial" panose="020B0604020202020204" pitchFamily="34" charset="0"/>
              </a:rPr>
              <a:t> </a:t>
            </a:r>
            <a:r>
              <a:rPr lang="en-GB" err="1">
                <a:effectLst/>
                <a:latin typeface="Arial" panose="020B0604020202020204" pitchFamily="34" charset="0"/>
              </a:rPr>
              <a:t>sedipsa</a:t>
            </a:r>
            <a:r>
              <a:rPr lang="en-GB">
                <a:effectLst/>
                <a:latin typeface="Arial" panose="020B0604020202020204" pitchFamily="34" charset="0"/>
              </a:rPr>
              <a:t>.</a:t>
            </a:r>
          </a:p>
        </p:txBody>
      </p:sp>
      <p:sp>
        <p:nvSpPr>
          <p:cNvPr id="29" name="Text Placeholder 6">
            <a:extLst>
              <a:ext uri="{FF2B5EF4-FFF2-40B4-BE49-F238E27FC236}">
                <a16:creationId xmlns:a16="http://schemas.microsoft.com/office/drawing/2014/main" id="{18C42231-51B9-1C44-9706-E1144E8462CB}"/>
              </a:ext>
            </a:extLst>
          </p:cNvPr>
          <p:cNvSpPr>
            <a:spLocks noGrp="1"/>
          </p:cNvSpPr>
          <p:nvPr>
            <p:ph type="body" sz="quarter" idx="30" hasCustomPrompt="1"/>
          </p:nvPr>
        </p:nvSpPr>
        <p:spPr>
          <a:xfrm>
            <a:off x="6202766" y="5201296"/>
            <a:ext cx="3659062" cy="639266"/>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14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a:effectLst/>
                <a:latin typeface="Arial" panose="020B0604020202020204" pitchFamily="34" charset="0"/>
              </a:rPr>
              <a:t>Da </a:t>
            </a:r>
            <a:r>
              <a:rPr lang="en-GB" err="1">
                <a:effectLst/>
                <a:latin typeface="Arial" panose="020B0604020202020204" pitchFamily="34" charset="0"/>
              </a:rPr>
              <a:t>volum</a:t>
            </a:r>
            <a:r>
              <a:rPr lang="en-GB">
                <a:effectLst/>
                <a:latin typeface="Arial" panose="020B0604020202020204" pitchFamily="34" charset="0"/>
              </a:rPr>
              <a:t> </a:t>
            </a:r>
            <a:r>
              <a:rPr lang="en-GB" err="1">
                <a:effectLst/>
                <a:latin typeface="Arial" panose="020B0604020202020204" pitchFamily="34" charset="0"/>
              </a:rPr>
              <a:t>volo</a:t>
            </a:r>
            <a:r>
              <a:rPr lang="en-GB">
                <a:effectLst/>
                <a:latin typeface="Arial" panose="020B0604020202020204" pitchFamily="34" charset="0"/>
              </a:rPr>
              <a:t> voles </a:t>
            </a:r>
            <a:r>
              <a:rPr lang="en-GB" err="1">
                <a:effectLst/>
                <a:latin typeface="Arial" panose="020B0604020202020204" pitchFamily="34" charset="0"/>
              </a:rPr>
              <a:t>sinis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as et </a:t>
            </a:r>
            <a:r>
              <a:rPr lang="en-GB" err="1">
                <a:effectLst/>
                <a:latin typeface="Arial" panose="020B0604020202020204" pitchFamily="34" charset="0"/>
              </a:rPr>
              <a:t>idit</a:t>
            </a:r>
            <a:r>
              <a:rPr lang="en-GB">
                <a:effectLst/>
                <a:latin typeface="Arial" panose="020B0604020202020204" pitchFamily="34" charset="0"/>
              </a:rPr>
              <a:t> </a:t>
            </a:r>
            <a:r>
              <a:rPr lang="en-GB" err="1">
                <a:effectLst/>
                <a:latin typeface="Arial" panose="020B0604020202020204" pitchFamily="34" charset="0"/>
              </a:rPr>
              <a:t>ratur</a:t>
            </a:r>
            <a:r>
              <a:rPr lang="en-GB">
                <a:effectLst/>
                <a:latin typeface="Arial" panose="020B0604020202020204" pitchFamily="34" charset="0"/>
              </a:rPr>
              <a:t>, nus, </a:t>
            </a:r>
            <a:r>
              <a:rPr lang="en-GB" err="1">
                <a:effectLst/>
                <a:latin typeface="Arial" panose="020B0604020202020204" pitchFamily="34" charset="0"/>
              </a:rPr>
              <a:t>ium</a:t>
            </a:r>
            <a:r>
              <a:rPr lang="en-GB">
                <a:effectLst/>
                <a:latin typeface="Arial" panose="020B0604020202020204" pitchFamily="34" charset="0"/>
              </a:rPr>
              <a:t> </a:t>
            </a:r>
            <a:r>
              <a:rPr lang="en-GB" err="1">
                <a:effectLst/>
                <a:latin typeface="Arial" panose="020B0604020202020204" pitchFamily="34" charset="0"/>
              </a:rPr>
              <a:t>volupis</a:t>
            </a:r>
            <a:r>
              <a:rPr lang="en-GB">
                <a:effectLst/>
                <a:latin typeface="Arial" panose="020B0604020202020204" pitchFamily="34" charset="0"/>
              </a:rPr>
              <a:t> mod </a:t>
            </a:r>
            <a:r>
              <a:rPr lang="en-GB" err="1">
                <a:effectLst/>
                <a:latin typeface="Arial" panose="020B0604020202020204" pitchFamily="34" charset="0"/>
              </a:rPr>
              <a:t>ut</a:t>
            </a:r>
            <a:r>
              <a:rPr lang="en-GB">
                <a:effectLst/>
                <a:latin typeface="Arial" panose="020B0604020202020204" pitchFamily="34" charset="0"/>
              </a:rPr>
              <a:t> la </a:t>
            </a:r>
            <a:r>
              <a:rPr lang="en-GB" err="1">
                <a:effectLst/>
                <a:latin typeface="Arial" panose="020B0604020202020204" pitchFamily="34" charset="0"/>
              </a:rPr>
              <a:t>simusdam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perrovid</a:t>
            </a:r>
            <a:r>
              <a:rPr lang="en-GB">
                <a:effectLst/>
                <a:latin typeface="Arial" panose="020B0604020202020204" pitchFamily="34" charset="0"/>
              </a:rPr>
              <a:t> et, </a:t>
            </a:r>
            <a:r>
              <a:rPr lang="en-GB" err="1">
                <a:effectLst/>
                <a:latin typeface="Arial" panose="020B0604020202020204" pitchFamily="34" charset="0"/>
              </a:rPr>
              <a:t>sam</a:t>
            </a:r>
            <a:r>
              <a:rPr lang="en-GB">
                <a:effectLst/>
                <a:latin typeface="Arial" panose="020B0604020202020204" pitchFamily="34" charset="0"/>
              </a:rPr>
              <a:t>, </a:t>
            </a:r>
            <a:r>
              <a:rPr lang="en-GB" err="1">
                <a:effectLst/>
                <a:latin typeface="Arial" panose="020B0604020202020204" pitchFamily="34" charset="0"/>
              </a:rPr>
              <a:t>imus</a:t>
            </a:r>
            <a:r>
              <a:rPr lang="en-GB">
                <a:effectLst/>
                <a:latin typeface="Arial" panose="020B0604020202020204" pitchFamily="34" charset="0"/>
              </a:rPr>
              <a:t>, </a:t>
            </a:r>
            <a:r>
              <a:rPr lang="en-GB" err="1">
                <a:effectLst/>
                <a:latin typeface="Arial" panose="020B0604020202020204" pitchFamily="34" charset="0"/>
              </a:rPr>
              <a:t>omnis</a:t>
            </a:r>
            <a:r>
              <a:rPr lang="en-GB">
                <a:effectLst/>
                <a:latin typeface="Arial" panose="020B0604020202020204" pitchFamily="34" charset="0"/>
              </a:rPr>
              <a:t> </a:t>
            </a:r>
            <a:r>
              <a:rPr lang="en-GB" err="1">
                <a:effectLst/>
                <a:latin typeface="Arial" panose="020B0604020202020204" pitchFamily="34" charset="0"/>
              </a:rPr>
              <a:t>etur</a:t>
            </a:r>
            <a:r>
              <a:rPr lang="en-GB">
                <a:effectLst/>
                <a:latin typeface="Arial" panose="020B0604020202020204" pitchFamily="34" charset="0"/>
              </a:rPr>
              <a:t> </a:t>
            </a:r>
            <a:r>
              <a:rPr lang="en-GB" err="1">
                <a:effectLst/>
                <a:latin typeface="Arial" panose="020B0604020202020204" pitchFamily="34" charset="0"/>
              </a:rPr>
              <a:t>sedipsa</a:t>
            </a:r>
            <a:r>
              <a:rPr lang="en-GB">
                <a:effectLst/>
                <a:latin typeface="Arial" panose="020B0604020202020204" pitchFamily="34" charset="0"/>
              </a:rPr>
              <a:t>.</a:t>
            </a:r>
          </a:p>
        </p:txBody>
      </p:sp>
      <p:sp>
        <p:nvSpPr>
          <p:cNvPr id="34" name="Picture Placeholder 10">
            <a:extLst>
              <a:ext uri="{FF2B5EF4-FFF2-40B4-BE49-F238E27FC236}">
                <a16:creationId xmlns:a16="http://schemas.microsoft.com/office/drawing/2014/main" id="{AC431404-5FB7-7C4A-8208-B4B2A6CF3862}"/>
              </a:ext>
            </a:extLst>
          </p:cNvPr>
          <p:cNvSpPr>
            <a:spLocks noGrp="1"/>
          </p:cNvSpPr>
          <p:nvPr>
            <p:ph type="pic" sz="quarter" idx="31"/>
          </p:nvPr>
        </p:nvSpPr>
        <p:spPr>
          <a:xfrm>
            <a:off x="5185004" y="1468868"/>
            <a:ext cx="591867" cy="585722"/>
          </a:xfrm>
          <a:prstGeom prst="rect">
            <a:avLst/>
          </a:prstGeom>
          <a:noFill/>
        </p:spPr>
        <p:txBody>
          <a:bodyPr anchor="ctr" anchorCtr="0"/>
          <a:lstStyle>
            <a:lvl1pPr algn="ctr">
              <a:buNone/>
              <a:defRPr sz="400"/>
            </a:lvl1pPr>
          </a:lstStyle>
          <a:p>
            <a:endParaRPr lang="en-US"/>
          </a:p>
        </p:txBody>
      </p:sp>
      <p:sp>
        <p:nvSpPr>
          <p:cNvPr id="38" name="Picture Placeholder 10">
            <a:extLst>
              <a:ext uri="{FF2B5EF4-FFF2-40B4-BE49-F238E27FC236}">
                <a16:creationId xmlns:a16="http://schemas.microsoft.com/office/drawing/2014/main" id="{9D7E9DD2-7A22-5742-9ABB-0554B67D76AA}"/>
              </a:ext>
            </a:extLst>
          </p:cNvPr>
          <p:cNvSpPr>
            <a:spLocks noGrp="1"/>
          </p:cNvSpPr>
          <p:nvPr>
            <p:ph type="pic" sz="quarter" idx="32"/>
          </p:nvPr>
        </p:nvSpPr>
        <p:spPr>
          <a:xfrm>
            <a:off x="5185004" y="2381896"/>
            <a:ext cx="591867" cy="585722"/>
          </a:xfrm>
          <a:prstGeom prst="rect">
            <a:avLst/>
          </a:prstGeom>
          <a:noFill/>
        </p:spPr>
        <p:txBody>
          <a:bodyPr anchor="ctr" anchorCtr="0"/>
          <a:lstStyle>
            <a:lvl1pPr algn="ctr">
              <a:buNone/>
              <a:defRPr sz="400"/>
            </a:lvl1pPr>
          </a:lstStyle>
          <a:p>
            <a:endParaRPr lang="en-US"/>
          </a:p>
        </p:txBody>
      </p:sp>
      <p:sp>
        <p:nvSpPr>
          <p:cNvPr id="39" name="Picture Placeholder 10">
            <a:extLst>
              <a:ext uri="{FF2B5EF4-FFF2-40B4-BE49-F238E27FC236}">
                <a16:creationId xmlns:a16="http://schemas.microsoft.com/office/drawing/2014/main" id="{58A9377F-A0AD-DE43-AA62-0927216FAA54}"/>
              </a:ext>
            </a:extLst>
          </p:cNvPr>
          <p:cNvSpPr>
            <a:spLocks noGrp="1"/>
          </p:cNvSpPr>
          <p:nvPr>
            <p:ph type="pic" sz="quarter" idx="33"/>
          </p:nvPr>
        </p:nvSpPr>
        <p:spPr>
          <a:xfrm>
            <a:off x="5185004" y="3321696"/>
            <a:ext cx="591867" cy="585722"/>
          </a:xfrm>
          <a:prstGeom prst="rect">
            <a:avLst/>
          </a:prstGeom>
          <a:noFill/>
        </p:spPr>
        <p:txBody>
          <a:bodyPr anchor="ctr" anchorCtr="0"/>
          <a:lstStyle>
            <a:lvl1pPr algn="ctr">
              <a:buNone/>
              <a:defRPr sz="400"/>
            </a:lvl1pPr>
          </a:lstStyle>
          <a:p>
            <a:endParaRPr lang="en-US"/>
          </a:p>
        </p:txBody>
      </p:sp>
      <p:sp>
        <p:nvSpPr>
          <p:cNvPr id="40" name="Picture Placeholder 10">
            <a:extLst>
              <a:ext uri="{FF2B5EF4-FFF2-40B4-BE49-F238E27FC236}">
                <a16:creationId xmlns:a16="http://schemas.microsoft.com/office/drawing/2014/main" id="{DF4D8124-32C3-C04B-AE5C-0BBC2DB0D91E}"/>
              </a:ext>
            </a:extLst>
          </p:cNvPr>
          <p:cNvSpPr>
            <a:spLocks noGrp="1"/>
          </p:cNvSpPr>
          <p:nvPr>
            <p:ph type="pic" sz="quarter" idx="34"/>
          </p:nvPr>
        </p:nvSpPr>
        <p:spPr>
          <a:xfrm>
            <a:off x="5185004" y="4260199"/>
            <a:ext cx="591867" cy="585722"/>
          </a:xfrm>
          <a:prstGeom prst="rect">
            <a:avLst/>
          </a:prstGeom>
          <a:noFill/>
        </p:spPr>
        <p:txBody>
          <a:bodyPr anchor="ctr" anchorCtr="0"/>
          <a:lstStyle>
            <a:lvl1pPr algn="ctr">
              <a:buNone/>
              <a:defRPr sz="400"/>
            </a:lvl1pPr>
          </a:lstStyle>
          <a:p>
            <a:endParaRPr lang="en-US"/>
          </a:p>
        </p:txBody>
      </p:sp>
      <p:sp>
        <p:nvSpPr>
          <p:cNvPr id="41" name="Picture Placeholder 10">
            <a:extLst>
              <a:ext uri="{FF2B5EF4-FFF2-40B4-BE49-F238E27FC236}">
                <a16:creationId xmlns:a16="http://schemas.microsoft.com/office/drawing/2014/main" id="{E43EDB62-91E5-7E47-B209-C5AD5042238C}"/>
              </a:ext>
            </a:extLst>
          </p:cNvPr>
          <p:cNvSpPr>
            <a:spLocks noGrp="1"/>
          </p:cNvSpPr>
          <p:nvPr>
            <p:ph type="pic" sz="quarter" idx="35"/>
          </p:nvPr>
        </p:nvSpPr>
        <p:spPr>
          <a:xfrm>
            <a:off x="5185004" y="5198702"/>
            <a:ext cx="591867" cy="585722"/>
          </a:xfrm>
          <a:prstGeom prst="rect">
            <a:avLst/>
          </a:prstGeom>
          <a:noFill/>
        </p:spPr>
        <p:txBody>
          <a:bodyPr anchor="ctr" anchorCtr="0"/>
          <a:lstStyle>
            <a:lvl1pPr algn="ctr">
              <a:buNone/>
              <a:defRPr sz="400"/>
            </a:lvl1pPr>
          </a:lstStyle>
          <a:p>
            <a:endParaRPr lang="en-US"/>
          </a:p>
        </p:txBody>
      </p:sp>
      <p:sp>
        <p:nvSpPr>
          <p:cNvPr id="24" name="Text Placeholder 5">
            <a:extLst>
              <a:ext uri="{FF2B5EF4-FFF2-40B4-BE49-F238E27FC236}">
                <a16:creationId xmlns:a16="http://schemas.microsoft.com/office/drawing/2014/main" id="{D159362B-3754-004E-88BB-49507600AE5E}"/>
              </a:ext>
            </a:extLst>
          </p:cNvPr>
          <p:cNvSpPr>
            <a:spLocks noGrp="1"/>
          </p:cNvSpPr>
          <p:nvPr>
            <p:ph type="body" sz="quarter" idx="36"/>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5" name="Text Placeholder 7">
            <a:extLst>
              <a:ext uri="{FF2B5EF4-FFF2-40B4-BE49-F238E27FC236}">
                <a16:creationId xmlns:a16="http://schemas.microsoft.com/office/drawing/2014/main" id="{474D08EF-3A4C-A643-95D8-17663C7795CD}"/>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1B6534EF-A8C8-9F40-9518-FA1105F5668E}"/>
              </a:ext>
            </a:extLst>
          </p:cNvPr>
          <p:cNvSpPr>
            <a:spLocks noGrp="1"/>
          </p:cNvSpPr>
          <p:nvPr>
            <p:ph type="sldNum" sz="quarter" idx="37"/>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406571492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Table with Text">
    <p:bg>
      <p:bgPr>
        <a:solidFill>
          <a:schemeClr val="bg1"/>
        </a:solidFill>
        <a:effectLst/>
      </p:bgPr>
    </p:bg>
    <p:spTree>
      <p:nvGrpSpPr>
        <p:cNvPr id="1" name=""/>
        <p:cNvGrpSpPr/>
        <p:nvPr/>
      </p:nvGrpSpPr>
      <p:grpSpPr>
        <a:xfrm>
          <a:off x="0" y="0"/>
          <a:ext cx="0" cy="0"/>
          <a:chOff x="0" y="0"/>
          <a:chExt cx="0" cy="0"/>
        </a:xfrm>
      </p:grpSpPr>
      <p:sp>
        <p:nvSpPr>
          <p:cNvPr id="17" name="Text Placeholder 6">
            <a:extLst>
              <a:ext uri="{FF2B5EF4-FFF2-40B4-BE49-F238E27FC236}">
                <a16:creationId xmlns:a16="http://schemas.microsoft.com/office/drawing/2014/main" id="{E084ABC0-7C9E-B34B-8574-1092653F3087}"/>
              </a:ext>
            </a:extLst>
          </p:cNvPr>
          <p:cNvSpPr>
            <a:spLocks noGrp="1"/>
          </p:cNvSpPr>
          <p:nvPr>
            <p:ph type="body" sz="quarter" idx="25" hasCustomPrompt="1"/>
          </p:nvPr>
        </p:nvSpPr>
        <p:spPr>
          <a:xfrm>
            <a:off x="411024" y="1438670"/>
            <a:ext cx="3555178" cy="2484234"/>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14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a:t>
            </a:r>
            <a:r>
              <a:rPr lang="en-GB">
                <a:effectLst/>
                <a:latin typeface="Arial" panose="020B0604020202020204" pitchFamily="34" charset="0"/>
              </a:rPr>
              <a:t>.</a:t>
            </a:r>
          </a:p>
          <a:p>
            <a:r>
              <a:rPr lang="en-GB">
                <a:effectLst/>
                <a:latin typeface="Arial" panose="020B0604020202020204" pitchFamily="34" charset="0"/>
              </a:rPr>
              <a:t>Da </a:t>
            </a:r>
            <a:r>
              <a:rPr lang="en-GB" err="1">
                <a:effectLst/>
                <a:latin typeface="Arial" panose="020B0604020202020204" pitchFamily="34" charset="0"/>
              </a:rPr>
              <a:t>volum</a:t>
            </a:r>
            <a:r>
              <a:rPr lang="en-GB">
                <a:effectLst/>
                <a:latin typeface="Arial" panose="020B0604020202020204" pitchFamily="34" charset="0"/>
              </a:rPr>
              <a:t> </a:t>
            </a:r>
            <a:r>
              <a:rPr lang="en-GB" err="1">
                <a:effectLst/>
                <a:latin typeface="Arial" panose="020B0604020202020204" pitchFamily="34" charset="0"/>
              </a:rPr>
              <a:t>volo</a:t>
            </a:r>
            <a:r>
              <a:rPr lang="en-GB">
                <a:effectLst/>
                <a:latin typeface="Arial" panose="020B0604020202020204" pitchFamily="34" charset="0"/>
              </a:rPr>
              <a:t> voles </a:t>
            </a:r>
            <a:r>
              <a:rPr lang="en-GB" err="1">
                <a:effectLst/>
                <a:latin typeface="Arial" panose="020B0604020202020204" pitchFamily="34" charset="0"/>
              </a:rPr>
              <a:t>sinis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as et </a:t>
            </a:r>
            <a:r>
              <a:rPr lang="en-GB" err="1">
                <a:effectLst/>
                <a:latin typeface="Arial" panose="020B0604020202020204" pitchFamily="34" charset="0"/>
              </a:rPr>
              <a:t>idit</a:t>
            </a:r>
            <a:r>
              <a:rPr lang="en-GB">
                <a:effectLst/>
                <a:latin typeface="Arial" panose="020B0604020202020204" pitchFamily="34" charset="0"/>
              </a:rPr>
              <a:t> </a:t>
            </a:r>
            <a:r>
              <a:rPr lang="en-GB" err="1">
                <a:effectLst/>
                <a:latin typeface="Arial" panose="020B0604020202020204" pitchFamily="34" charset="0"/>
              </a:rPr>
              <a:t>ratur</a:t>
            </a:r>
            <a:r>
              <a:rPr lang="en-GB">
                <a:effectLst/>
                <a:latin typeface="Arial" panose="020B0604020202020204" pitchFamily="34" charset="0"/>
              </a:rPr>
              <a:t>, nus, </a:t>
            </a:r>
            <a:r>
              <a:rPr lang="en-GB" err="1">
                <a:effectLst/>
                <a:latin typeface="Arial" panose="020B0604020202020204" pitchFamily="34" charset="0"/>
              </a:rPr>
              <a:t>ium</a:t>
            </a:r>
            <a:r>
              <a:rPr lang="en-GB">
                <a:effectLst/>
                <a:latin typeface="Arial" panose="020B0604020202020204" pitchFamily="34" charset="0"/>
              </a:rPr>
              <a:t> </a:t>
            </a:r>
            <a:r>
              <a:rPr lang="en-GB" err="1">
                <a:effectLst/>
                <a:latin typeface="Arial" panose="020B0604020202020204" pitchFamily="34" charset="0"/>
              </a:rPr>
              <a:t>volupis</a:t>
            </a:r>
            <a:r>
              <a:rPr lang="en-GB">
                <a:effectLst/>
                <a:latin typeface="Arial" panose="020B0604020202020204" pitchFamily="34" charset="0"/>
              </a:rPr>
              <a:t> mod </a:t>
            </a:r>
            <a:r>
              <a:rPr lang="en-GB" err="1">
                <a:effectLst/>
                <a:latin typeface="Arial" panose="020B0604020202020204" pitchFamily="34" charset="0"/>
              </a:rPr>
              <a:t>ut</a:t>
            </a:r>
            <a:r>
              <a:rPr lang="en-GB">
                <a:effectLst/>
                <a:latin typeface="Arial" panose="020B0604020202020204" pitchFamily="34" charset="0"/>
              </a:rPr>
              <a:t> la </a:t>
            </a:r>
            <a:r>
              <a:rPr lang="en-GB" err="1">
                <a:effectLst/>
                <a:latin typeface="Arial" panose="020B0604020202020204" pitchFamily="34" charset="0"/>
              </a:rPr>
              <a:t>simusdam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perrovid</a:t>
            </a:r>
            <a:r>
              <a:rPr lang="en-GB">
                <a:effectLst/>
                <a:latin typeface="Arial" panose="020B0604020202020204" pitchFamily="34" charset="0"/>
              </a:rPr>
              <a:t> et, </a:t>
            </a:r>
            <a:r>
              <a:rPr lang="en-GB" err="1">
                <a:effectLst/>
                <a:latin typeface="Arial" panose="020B0604020202020204" pitchFamily="34" charset="0"/>
              </a:rPr>
              <a:t>sam</a:t>
            </a:r>
            <a:r>
              <a:rPr lang="en-GB">
                <a:effectLst/>
                <a:latin typeface="Arial" panose="020B0604020202020204" pitchFamily="34" charset="0"/>
              </a:rPr>
              <a:t>, imus, omnis </a:t>
            </a:r>
            <a:r>
              <a:rPr lang="en-GB" err="1">
                <a:effectLst/>
                <a:latin typeface="Arial" panose="020B0604020202020204" pitchFamily="34" charset="0"/>
              </a:rPr>
              <a:t>etur</a:t>
            </a:r>
            <a:r>
              <a:rPr lang="en-GB">
                <a:effectLst/>
                <a:latin typeface="Arial" panose="020B0604020202020204" pitchFamily="34" charset="0"/>
              </a:rPr>
              <a:t> </a:t>
            </a:r>
            <a:r>
              <a:rPr lang="en-GB" err="1">
                <a:effectLst/>
                <a:latin typeface="Arial" panose="020B0604020202020204" pitchFamily="34" charset="0"/>
              </a:rPr>
              <a:t>sedipsa</a:t>
            </a:r>
            <a:r>
              <a:rPr lang="en-GB">
                <a:effectLst/>
                <a:latin typeface="Arial" panose="020B0604020202020204" pitchFamily="34" charset="0"/>
              </a:rPr>
              <a:t> </a:t>
            </a:r>
            <a:r>
              <a:rPr lang="en-GB" err="1">
                <a:effectLst/>
                <a:latin typeface="Arial" panose="020B0604020202020204" pitchFamily="34" charset="0"/>
              </a:rPr>
              <a:t>nditaturia</a:t>
            </a:r>
            <a:r>
              <a:rPr lang="en-GB">
                <a:effectLst/>
                <a:latin typeface="Arial" panose="020B0604020202020204" pitchFamily="34" charset="0"/>
              </a:rPr>
              <a:t> cum </a:t>
            </a:r>
            <a:r>
              <a:rPr lang="en-GB" err="1">
                <a:effectLst/>
                <a:latin typeface="Arial" panose="020B0604020202020204" pitchFamily="34" charset="0"/>
              </a:rPr>
              <a:t>consequat</a:t>
            </a:r>
            <a:r>
              <a:rPr lang="en-GB">
                <a:effectLst/>
                <a:latin typeface="Arial" panose="020B0604020202020204" pitchFamily="34" charset="0"/>
              </a:rPr>
              <a:t> labor.</a:t>
            </a:r>
          </a:p>
        </p:txBody>
      </p:sp>
      <p:sp>
        <p:nvSpPr>
          <p:cNvPr id="7" name="Table Placeholder 6">
            <a:extLst>
              <a:ext uri="{FF2B5EF4-FFF2-40B4-BE49-F238E27FC236}">
                <a16:creationId xmlns:a16="http://schemas.microsoft.com/office/drawing/2014/main" id="{A42EE334-F60C-4A4C-81CC-6FC78CD603E3}"/>
              </a:ext>
            </a:extLst>
          </p:cNvPr>
          <p:cNvSpPr>
            <a:spLocks noGrp="1"/>
          </p:cNvSpPr>
          <p:nvPr>
            <p:ph type="tbl" sz="quarter" idx="26" hasCustomPrompt="1"/>
          </p:nvPr>
        </p:nvSpPr>
        <p:spPr>
          <a:xfrm>
            <a:off x="4263509" y="1267164"/>
            <a:ext cx="7538734" cy="4491831"/>
          </a:xfrm>
          <a:prstGeom prst="rect">
            <a:avLst/>
          </a:prstGeom>
        </p:spPr>
        <p:txBody>
          <a:bodyPr/>
          <a:lstStyle>
            <a:lvl1pPr>
              <a:buNone/>
              <a:defRPr sz="1400">
                <a:solidFill>
                  <a:srgbClr val="262626"/>
                </a:solidFill>
              </a:defRPr>
            </a:lvl1pPr>
          </a:lstStyle>
          <a:p>
            <a:r>
              <a:rPr lang="en-US"/>
              <a:t>Click icon to insert table</a:t>
            </a:r>
          </a:p>
        </p:txBody>
      </p:sp>
      <p:sp>
        <p:nvSpPr>
          <p:cNvPr id="12" name="Text Placeholder 5">
            <a:extLst>
              <a:ext uri="{FF2B5EF4-FFF2-40B4-BE49-F238E27FC236}">
                <a16:creationId xmlns:a16="http://schemas.microsoft.com/office/drawing/2014/main" id="{7B8C7036-5A46-BB49-9D38-66FE5A10FBDF}"/>
              </a:ext>
            </a:extLst>
          </p:cNvPr>
          <p:cNvSpPr>
            <a:spLocks noGrp="1"/>
          </p:cNvSpPr>
          <p:nvPr>
            <p:ph type="body" sz="quarter" idx="27"/>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3" name="Text Placeholder 7">
            <a:extLst>
              <a:ext uri="{FF2B5EF4-FFF2-40B4-BE49-F238E27FC236}">
                <a16:creationId xmlns:a16="http://schemas.microsoft.com/office/drawing/2014/main" id="{5B407EC1-53FA-694C-8A10-8B4FBC66081E}"/>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4ECCDA9C-23FA-414A-94D9-F2213B8AA12A}"/>
              </a:ext>
            </a:extLst>
          </p:cNvPr>
          <p:cNvSpPr>
            <a:spLocks noGrp="1"/>
          </p:cNvSpPr>
          <p:nvPr>
            <p:ph type="sldNum" sz="quarter" idx="28"/>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08197312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Table">
    <p:bg>
      <p:bgPr>
        <a:solidFill>
          <a:schemeClr val="bg1"/>
        </a:solidFill>
        <a:effectLst/>
      </p:bgPr>
    </p:bg>
    <p:spTree>
      <p:nvGrpSpPr>
        <p:cNvPr id="1" name=""/>
        <p:cNvGrpSpPr/>
        <p:nvPr/>
      </p:nvGrpSpPr>
      <p:grpSpPr>
        <a:xfrm>
          <a:off x="0" y="0"/>
          <a:ext cx="0" cy="0"/>
          <a:chOff x="0" y="0"/>
          <a:chExt cx="0" cy="0"/>
        </a:xfrm>
      </p:grpSpPr>
      <p:sp>
        <p:nvSpPr>
          <p:cNvPr id="7" name="Table Placeholder 6">
            <a:extLst>
              <a:ext uri="{FF2B5EF4-FFF2-40B4-BE49-F238E27FC236}">
                <a16:creationId xmlns:a16="http://schemas.microsoft.com/office/drawing/2014/main" id="{A42EE334-F60C-4A4C-81CC-6FC78CD603E3}"/>
              </a:ext>
            </a:extLst>
          </p:cNvPr>
          <p:cNvSpPr>
            <a:spLocks noGrp="1"/>
          </p:cNvSpPr>
          <p:nvPr>
            <p:ph type="tbl" sz="quarter" idx="26" hasCustomPrompt="1"/>
          </p:nvPr>
        </p:nvSpPr>
        <p:spPr>
          <a:xfrm>
            <a:off x="389757" y="1407140"/>
            <a:ext cx="11412486" cy="4491831"/>
          </a:xfrm>
          <a:prstGeom prst="rect">
            <a:avLst/>
          </a:prstGeom>
        </p:spPr>
        <p:txBody>
          <a:bodyPr/>
          <a:lstStyle>
            <a:lvl1pPr>
              <a:buNone/>
              <a:defRPr sz="1400">
                <a:solidFill>
                  <a:schemeClr val="tx1"/>
                </a:solidFill>
              </a:defRPr>
            </a:lvl1pPr>
          </a:lstStyle>
          <a:p>
            <a:r>
              <a:rPr lang="en-US"/>
              <a:t>Click icon to insert table</a:t>
            </a:r>
          </a:p>
        </p:txBody>
      </p:sp>
      <p:sp>
        <p:nvSpPr>
          <p:cNvPr id="11" name="Text Placeholder 5">
            <a:extLst>
              <a:ext uri="{FF2B5EF4-FFF2-40B4-BE49-F238E27FC236}">
                <a16:creationId xmlns:a16="http://schemas.microsoft.com/office/drawing/2014/main" id="{4DBD01BF-D940-E249-AC92-380289D51C43}"/>
              </a:ext>
            </a:extLst>
          </p:cNvPr>
          <p:cNvSpPr>
            <a:spLocks noGrp="1"/>
          </p:cNvSpPr>
          <p:nvPr>
            <p:ph type="body" sz="quarter" idx="27"/>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2" name="Text Placeholder 7">
            <a:extLst>
              <a:ext uri="{FF2B5EF4-FFF2-40B4-BE49-F238E27FC236}">
                <a16:creationId xmlns:a16="http://schemas.microsoft.com/office/drawing/2014/main" id="{30807FE8-36E1-D04C-A082-DF73B509DFAF}"/>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8C86DA03-5776-2248-BF98-94FD061B909B}"/>
              </a:ext>
            </a:extLst>
          </p:cNvPr>
          <p:cNvSpPr>
            <a:spLocks noGrp="1"/>
          </p:cNvSpPr>
          <p:nvPr>
            <p:ph type="sldNum" sz="quarter" idx="28"/>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91134493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Diagram/Chart with Text">
    <p:bg>
      <p:bgPr>
        <a:solidFill>
          <a:schemeClr val="bg1"/>
        </a:solidFill>
        <a:effectLst/>
      </p:bgPr>
    </p:bg>
    <p:spTree>
      <p:nvGrpSpPr>
        <p:cNvPr id="1" name=""/>
        <p:cNvGrpSpPr/>
        <p:nvPr/>
      </p:nvGrpSpPr>
      <p:grpSpPr>
        <a:xfrm>
          <a:off x="0" y="0"/>
          <a:ext cx="0" cy="0"/>
          <a:chOff x="0" y="0"/>
          <a:chExt cx="0" cy="0"/>
        </a:xfrm>
      </p:grpSpPr>
      <p:sp>
        <p:nvSpPr>
          <p:cNvPr id="17" name="Text Placeholder 6">
            <a:extLst>
              <a:ext uri="{FF2B5EF4-FFF2-40B4-BE49-F238E27FC236}">
                <a16:creationId xmlns:a16="http://schemas.microsoft.com/office/drawing/2014/main" id="{E084ABC0-7C9E-B34B-8574-1092653F3087}"/>
              </a:ext>
            </a:extLst>
          </p:cNvPr>
          <p:cNvSpPr>
            <a:spLocks noGrp="1"/>
          </p:cNvSpPr>
          <p:nvPr>
            <p:ph type="body" sz="quarter" idx="25" hasCustomPrompt="1"/>
          </p:nvPr>
        </p:nvSpPr>
        <p:spPr>
          <a:xfrm>
            <a:off x="411024" y="1459009"/>
            <a:ext cx="3638952" cy="1087999"/>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14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a:effectLst/>
                <a:latin typeface="Arial" panose="020B0604020202020204" pitchFamily="34" charset="0"/>
              </a:rPr>
              <a:t>Da </a:t>
            </a:r>
            <a:r>
              <a:rPr lang="en-GB" err="1">
                <a:effectLst/>
                <a:latin typeface="Arial" panose="020B0604020202020204" pitchFamily="34" charset="0"/>
              </a:rPr>
              <a:t>volum</a:t>
            </a:r>
            <a:r>
              <a:rPr lang="en-GB">
                <a:effectLst/>
                <a:latin typeface="Arial" panose="020B0604020202020204" pitchFamily="34" charset="0"/>
              </a:rPr>
              <a:t> </a:t>
            </a:r>
            <a:r>
              <a:rPr lang="en-GB" err="1">
                <a:effectLst/>
                <a:latin typeface="Arial" panose="020B0604020202020204" pitchFamily="34" charset="0"/>
              </a:rPr>
              <a:t>volo</a:t>
            </a:r>
            <a:r>
              <a:rPr lang="en-GB">
                <a:effectLst/>
                <a:latin typeface="Arial" panose="020B0604020202020204" pitchFamily="34" charset="0"/>
              </a:rPr>
              <a:t> voles </a:t>
            </a:r>
            <a:r>
              <a:rPr lang="en-GB" err="1">
                <a:effectLst/>
                <a:latin typeface="Arial" panose="020B0604020202020204" pitchFamily="34" charset="0"/>
              </a:rPr>
              <a:t>sinis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as et </a:t>
            </a:r>
            <a:r>
              <a:rPr lang="en-GB" err="1">
                <a:effectLst/>
                <a:latin typeface="Arial" panose="020B0604020202020204" pitchFamily="34" charset="0"/>
              </a:rPr>
              <a:t>idit</a:t>
            </a:r>
            <a:r>
              <a:rPr lang="en-GB">
                <a:effectLst/>
                <a:latin typeface="Arial" panose="020B0604020202020204" pitchFamily="34" charset="0"/>
              </a:rPr>
              <a:t> </a:t>
            </a:r>
            <a:r>
              <a:rPr lang="en-GB" err="1">
                <a:effectLst/>
                <a:latin typeface="Arial" panose="020B0604020202020204" pitchFamily="34" charset="0"/>
              </a:rPr>
              <a:t>ratur</a:t>
            </a:r>
            <a:r>
              <a:rPr lang="en-GB">
                <a:effectLst/>
                <a:latin typeface="Arial" panose="020B0604020202020204" pitchFamily="34" charset="0"/>
              </a:rPr>
              <a:t>, nus, </a:t>
            </a:r>
            <a:r>
              <a:rPr lang="en-GB" err="1">
                <a:effectLst/>
                <a:latin typeface="Arial" panose="020B0604020202020204" pitchFamily="34" charset="0"/>
              </a:rPr>
              <a:t>ium</a:t>
            </a:r>
            <a:r>
              <a:rPr lang="en-GB">
                <a:effectLst/>
                <a:latin typeface="Arial" panose="020B0604020202020204" pitchFamily="34" charset="0"/>
              </a:rPr>
              <a:t> </a:t>
            </a:r>
            <a:r>
              <a:rPr lang="en-GB" err="1">
                <a:effectLst/>
                <a:latin typeface="Arial" panose="020B0604020202020204" pitchFamily="34" charset="0"/>
              </a:rPr>
              <a:t>volupis</a:t>
            </a:r>
            <a:r>
              <a:rPr lang="en-GB">
                <a:effectLst/>
                <a:latin typeface="Arial" panose="020B0604020202020204" pitchFamily="34" charset="0"/>
              </a:rPr>
              <a:t> mod </a:t>
            </a:r>
            <a:r>
              <a:rPr lang="en-GB" err="1">
                <a:effectLst/>
                <a:latin typeface="Arial" panose="020B0604020202020204" pitchFamily="34" charset="0"/>
              </a:rPr>
              <a:t>ut</a:t>
            </a:r>
            <a:r>
              <a:rPr lang="en-GB">
                <a:effectLst/>
                <a:latin typeface="Arial" panose="020B0604020202020204" pitchFamily="34" charset="0"/>
              </a:rPr>
              <a:t> la </a:t>
            </a:r>
            <a:r>
              <a:rPr lang="en-GB" err="1">
                <a:effectLst/>
                <a:latin typeface="Arial" panose="020B0604020202020204" pitchFamily="34" charset="0"/>
              </a:rPr>
              <a:t>simusdam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perrovid</a:t>
            </a:r>
            <a:r>
              <a:rPr lang="en-GB">
                <a:effectLst/>
                <a:latin typeface="Arial" panose="020B0604020202020204" pitchFamily="34" charset="0"/>
              </a:rPr>
              <a:t> et, </a:t>
            </a:r>
            <a:r>
              <a:rPr lang="en-GB" err="1">
                <a:effectLst/>
                <a:latin typeface="Arial" panose="020B0604020202020204" pitchFamily="34" charset="0"/>
              </a:rPr>
              <a:t>sam</a:t>
            </a:r>
            <a:r>
              <a:rPr lang="en-GB">
                <a:effectLst/>
                <a:latin typeface="Arial" panose="020B0604020202020204" pitchFamily="34" charset="0"/>
              </a:rPr>
              <a:t>, imus, omnis </a:t>
            </a:r>
            <a:r>
              <a:rPr lang="en-GB" err="1">
                <a:effectLst/>
                <a:latin typeface="Arial" panose="020B0604020202020204" pitchFamily="34" charset="0"/>
              </a:rPr>
              <a:t>etur</a:t>
            </a:r>
            <a:r>
              <a:rPr lang="en-GB">
                <a:effectLst/>
                <a:latin typeface="Arial" panose="020B0604020202020204" pitchFamily="34" charset="0"/>
              </a:rPr>
              <a:t> </a:t>
            </a:r>
            <a:r>
              <a:rPr lang="en-GB" err="1">
                <a:effectLst/>
                <a:latin typeface="Arial" panose="020B0604020202020204" pitchFamily="34" charset="0"/>
              </a:rPr>
              <a:t>sedipsa</a:t>
            </a:r>
            <a:r>
              <a:rPr lang="en-GB">
                <a:effectLst/>
                <a:latin typeface="Arial" panose="020B0604020202020204" pitchFamily="34" charset="0"/>
              </a:rPr>
              <a:t> </a:t>
            </a:r>
            <a:r>
              <a:rPr lang="en-GB" err="1">
                <a:effectLst/>
                <a:latin typeface="Arial" panose="020B0604020202020204" pitchFamily="34" charset="0"/>
              </a:rPr>
              <a:t>nditaturia</a:t>
            </a:r>
            <a:r>
              <a:rPr lang="en-GB">
                <a:effectLst/>
                <a:latin typeface="Arial" panose="020B0604020202020204" pitchFamily="34" charset="0"/>
              </a:rPr>
              <a:t> cum </a:t>
            </a:r>
            <a:r>
              <a:rPr lang="en-GB" err="1">
                <a:effectLst/>
                <a:latin typeface="Arial" panose="020B0604020202020204" pitchFamily="34" charset="0"/>
              </a:rPr>
              <a:t>consequat</a:t>
            </a:r>
            <a:r>
              <a:rPr lang="en-GB">
                <a:effectLst/>
                <a:latin typeface="Arial" panose="020B0604020202020204" pitchFamily="34" charset="0"/>
              </a:rPr>
              <a:t> labor.</a:t>
            </a:r>
          </a:p>
        </p:txBody>
      </p:sp>
      <p:sp>
        <p:nvSpPr>
          <p:cNvPr id="68" name="Text Placeholder 14">
            <a:extLst>
              <a:ext uri="{FF2B5EF4-FFF2-40B4-BE49-F238E27FC236}">
                <a16:creationId xmlns:a16="http://schemas.microsoft.com/office/drawing/2014/main" id="{0087A111-243C-5347-A215-8B8121AD15DD}"/>
              </a:ext>
            </a:extLst>
          </p:cNvPr>
          <p:cNvSpPr>
            <a:spLocks noGrp="1"/>
          </p:cNvSpPr>
          <p:nvPr>
            <p:ph type="body" sz="quarter" idx="26" hasCustomPrompt="1"/>
          </p:nvPr>
        </p:nvSpPr>
        <p:spPr>
          <a:xfrm>
            <a:off x="400391" y="2961874"/>
            <a:ext cx="2679560" cy="2672547"/>
          </a:xfrm>
          <a:prstGeom prst="rect">
            <a:avLst/>
          </a:prstGeom>
        </p:spPr>
        <p:txBody>
          <a:bodyPr lIns="0" tIns="0" rIns="0" bIns="0"/>
          <a:lstStyle>
            <a:lvl1pPr marL="126000" indent="-126000">
              <a:lnSpc>
                <a:spcPct val="100000"/>
              </a:lnSpc>
              <a:spcAft>
                <a:spcPts val="600"/>
              </a:spcAft>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Geped</a:t>
            </a:r>
            <a:r>
              <a:rPr lang="en-GB">
                <a:effectLst/>
                <a:latin typeface="Arial" panose="020B0604020202020204" pitchFamily="34" charset="0"/>
              </a:rPr>
              <a:t> et utas </a:t>
            </a:r>
            <a:r>
              <a:rPr lang="en-GB" err="1">
                <a:effectLst/>
                <a:latin typeface="Arial" panose="020B0604020202020204" pitchFamily="34" charset="0"/>
              </a:rPr>
              <a:t>rempori</a:t>
            </a:r>
            <a:r>
              <a:rPr lang="en-GB">
                <a:effectLst/>
                <a:latin typeface="Arial" panose="020B0604020202020204" pitchFamily="34" charset="0"/>
              </a:rPr>
              <a:t> </a:t>
            </a:r>
            <a:r>
              <a:rPr lang="en-GB" err="1">
                <a:effectLst/>
                <a:latin typeface="Arial" panose="020B0604020202020204" pitchFamily="34" charset="0"/>
              </a:rPr>
              <a:t>sequam</a:t>
            </a:r>
            <a:r>
              <a:rPr lang="en-GB">
                <a:effectLst/>
                <a:latin typeface="Arial" panose="020B0604020202020204" pitchFamily="34" charset="0"/>
              </a:rPr>
              <a:t> </a:t>
            </a:r>
            <a:r>
              <a:rPr lang="en-GB" err="1">
                <a:effectLst/>
                <a:latin typeface="Arial" panose="020B0604020202020204" pitchFamily="34" charset="0"/>
              </a:rPr>
              <a:t>dit</a:t>
            </a:r>
            <a:r>
              <a:rPr lang="en-GB">
                <a:effectLst/>
                <a:latin typeface="Arial" panose="020B0604020202020204" pitchFamily="34" charset="0"/>
              </a:rPr>
              <a:t>, sum </a:t>
            </a:r>
            <a:r>
              <a:rPr lang="en-GB" err="1">
                <a:effectLst/>
                <a:latin typeface="Arial" panose="020B0604020202020204" pitchFamily="34" charset="0"/>
              </a:rPr>
              <a:t>eosant</a:t>
            </a:r>
            <a:r>
              <a:rPr lang="en-GB">
                <a:effectLst/>
                <a:latin typeface="Arial" panose="020B0604020202020204" pitchFamily="34" charset="0"/>
              </a:rPr>
              <a:t> </a:t>
            </a:r>
            <a:r>
              <a:rPr lang="en-GB" err="1">
                <a:effectLst/>
                <a:latin typeface="Arial" panose="020B0604020202020204" pitchFamily="34" charset="0"/>
              </a:rPr>
              <a:t>plitatios</a:t>
            </a:r>
            <a:r>
              <a:rPr lang="en-GB">
                <a:effectLst/>
                <a:latin typeface="Arial" panose="020B0604020202020204" pitchFamily="34" charset="0"/>
              </a:rPr>
              <a:t> </a:t>
            </a:r>
            <a:r>
              <a:rPr lang="en-GB" err="1">
                <a:effectLst/>
                <a:latin typeface="Arial" panose="020B0604020202020204" pitchFamily="34" charset="0"/>
              </a:rPr>
              <a:t>destrum</a:t>
            </a:r>
            <a:r>
              <a:rPr lang="en-GB">
                <a:effectLst/>
                <a:latin typeface="Arial" panose="020B0604020202020204" pitchFamily="34" charset="0"/>
              </a:rPr>
              <a:t> et </a:t>
            </a:r>
            <a:r>
              <a:rPr lang="en-GB" err="1">
                <a:effectLst/>
                <a:latin typeface="Arial" panose="020B0604020202020204" pitchFamily="34" charset="0"/>
              </a:rPr>
              <a:t>vere</a:t>
            </a:r>
            <a:r>
              <a:rPr lang="en-GB">
                <a:effectLst/>
                <a:latin typeface="Arial" panose="020B0604020202020204" pitchFamily="34" charset="0"/>
              </a:rPr>
              <a:t> </a:t>
            </a:r>
            <a:r>
              <a:rPr lang="en-GB" err="1">
                <a:effectLst/>
                <a:latin typeface="Arial" panose="020B0604020202020204" pitchFamily="34" charset="0"/>
              </a:rPr>
              <a:t>consequat</a:t>
            </a:r>
            <a:r>
              <a:rPr lang="en-GB">
                <a:effectLst/>
                <a:latin typeface="Arial" panose="020B0604020202020204" pitchFamily="34" charset="0"/>
              </a:rPr>
              <a:t> lam, </a:t>
            </a:r>
            <a:r>
              <a:rPr lang="en-GB" err="1">
                <a:effectLst/>
                <a:latin typeface="Arial" panose="020B0604020202020204" pitchFamily="34" charset="0"/>
              </a:rPr>
              <a:t>apiet</a:t>
            </a:r>
            <a:r>
              <a:rPr lang="en-GB">
                <a:effectLst/>
                <a:latin typeface="Arial" panose="020B0604020202020204" pitchFamily="34" charset="0"/>
              </a:rPr>
              <a:t> </a:t>
            </a:r>
            <a:r>
              <a:rPr lang="en-GB" err="1">
                <a:effectLst/>
                <a:latin typeface="Arial" panose="020B0604020202020204" pitchFamily="34" charset="0"/>
              </a:rPr>
              <a:t>acero</a:t>
            </a:r>
            <a:r>
              <a:rPr lang="en-GB">
                <a:effectLst/>
                <a:latin typeface="Arial" panose="020B0604020202020204" pitchFamily="34" charset="0"/>
              </a:rPr>
              <a:t> </a:t>
            </a:r>
            <a:r>
              <a:rPr lang="en-GB" err="1">
                <a:effectLst/>
                <a:latin typeface="Arial" panose="020B0604020202020204" pitchFamily="34" charset="0"/>
              </a:rPr>
              <a:t>dolorro</a:t>
            </a:r>
            <a:r>
              <a:rPr lang="en-GB">
                <a:effectLst/>
                <a:latin typeface="Arial" panose="020B0604020202020204" pitchFamily="34" charset="0"/>
              </a:rPr>
              <a:t> </a:t>
            </a:r>
            <a:r>
              <a:rPr lang="en-GB" err="1">
                <a:effectLst/>
                <a:latin typeface="Arial" panose="020B0604020202020204" pitchFamily="34" charset="0"/>
              </a:rPr>
              <a:t>ipsam</a:t>
            </a:r>
            <a:r>
              <a:rPr lang="en-GB">
                <a:effectLst/>
                <a:latin typeface="Arial" panose="020B0604020202020204" pitchFamily="34" charset="0"/>
              </a:rPr>
              <a:t> id.</a:t>
            </a:r>
          </a:p>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a:t>
            </a:r>
            <a:endParaRPr lang="en-GB">
              <a:effectLst/>
              <a:latin typeface="Arial" panose="020B0604020202020204" pitchFamily="34" charset="0"/>
            </a:endParaRPr>
          </a:p>
          <a:p>
            <a:r>
              <a:rPr lang="en-GB" err="1">
                <a:effectLst/>
                <a:latin typeface="Arial" panose="020B0604020202020204" pitchFamily="34" charset="0"/>
              </a:rPr>
              <a:t>Opsandus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a:t>
            </a:r>
            <a:r>
              <a:rPr lang="en-GB">
                <a:effectLst/>
                <a:latin typeface="Arial" panose="020B0604020202020204" pitchFamily="34" charset="0"/>
              </a:rPr>
              <a:t> pel </a:t>
            </a:r>
            <a:r>
              <a:rPr lang="en-GB" err="1">
                <a:effectLst/>
                <a:latin typeface="Arial" panose="020B0604020202020204" pitchFamily="34" charset="0"/>
              </a:rPr>
              <a:t>ipsaepereped</a:t>
            </a:r>
            <a:r>
              <a:rPr lang="en-GB">
                <a:effectLst/>
                <a:latin typeface="Arial" panose="020B0604020202020204" pitchFamily="34" charset="0"/>
              </a:rPr>
              <a:t> </a:t>
            </a:r>
            <a:r>
              <a:rPr lang="en-GB" err="1">
                <a:effectLst/>
                <a:latin typeface="Arial" panose="020B0604020202020204" pitchFamily="34" charset="0"/>
              </a:rPr>
              <a:t>quibus</a:t>
            </a:r>
            <a:r>
              <a:rPr lang="en-GB">
                <a:effectLst/>
                <a:latin typeface="Arial" panose="020B0604020202020204" pitchFamily="34" charset="0"/>
              </a:rPr>
              <a:t> </a:t>
            </a:r>
            <a:r>
              <a:rPr lang="en-GB" err="1">
                <a:effectLst/>
                <a:latin typeface="Arial" panose="020B0604020202020204" pitchFamily="34" charset="0"/>
              </a:rPr>
              <a:t>eum</a:t>
            </a:r>
            <a:r>
              <a:rPr lang="en-GB">
                <a:effectLst/>
                <a:latin typeface="Arial" panose="020B0604020202020204" pitchFamily="34" charset="0"/>
              </a:rPr>
              <a:t> verum </a:t>
            </a:r>
            <a:r>
              <a:rPr lang="en-GB" err="1">
                <a:effectLst/>
                <a:latin typeface="Arial" panose="020B0604020202020204" pitchFamily="34" charset="0"/>
              </a:rPr>
              <a:t>eum</a:t>
            </a:r>
            <a:r>
              <a:rPr lang="en-GB">
                <a:effectLst/>
                <a:latin typeface="Arial" panose="020B0604020202020204" pitchFamily="34" charset="0"/>
              </a:rPr>
              <a:t>.</a:t>
            </a:r>
          </a:p>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a:t>
            </a:r>
          </a:p>
          <a:p>
            <a:r>
              <a:rPr lang="en-GB">
                <a:effectLst/>
                <a:latin typeface="Arial" panose="020B0604020202020204" pitchFamily="34" charset="0"/>
              </a:rPr>
              <a:t>Dent </a:t>
            </a:r>
            <a:r>
              <a:rPr lang="en-GB" err="1">
                <a:effectLst/>
                <a:latin typeface="Arial" panose="020B0604020202020204" pitchFamily="34" charset="0"/>
              </a:rPr>
              <a:t>ianimin</a:t>
            </a:r>
            <a:r>
              <a:rPr lang="en-GB">
                <a:effectLst/>
                <a:latin typeface="Arial" panose="020B0604020202020204" pitchFamily="34" charset="0"/>
              </a:rPr>
              <a:t> cum </a:t>
            </a:r>
            <a:r>
              <a:rPr lang="en-GB" err="1">
                <a:effectLst/>
                <a:latin typeface="Arial" panose="020B0604020202020204" pitchFamily="34" charset="0"/>
              </a:rPr>
              <a:t>venihicia</a:t>
            </a:r>
            <a:r>
              <a:rPr lang="en-GB">
                <a:effectLst/>
                <a:latin typeface="Arial" panose="020B0604020202020204" pitchFamily="34" charset="0"/>
              </a:rPr>
              <a:t> </a:t>
            </a:r>
            <a:r>
              <a:rPr lang="en-GB" err="1">
                <a:effectLst/>
                <a:latin typeface="Arial" panose="020B0604020202020204" pitchFamily="34" charset="0"/>
              </a:rPr>
              <a:t>exceristo</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Em</a:t>
            </a:r>
            <a:r>
              <a:rPr lang="en-GB">
                <a:effectLst/>
                <a:latin typeface="Arial" panose="020B0604020202020204" pitchFamily="34" charset="0"/>
              </a:rPr>
              <a:t> dent lam </a:t>
            </a:r>
            <a:r>
              <a:rPr lang="en-GB" err="1">
                <a:effectLst/>
                <a:latin typeface="Arial" panose="020B0604020202020204" pitchFamily="34" charset="0"/>
              </a:rPr>
              <a:t>aliqui</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ipsum </a:t>
            </a:r>
            <a:r>
              <a:rPr lang="en-GB" err="1">
                <a:effectLst/>
                <a:latin typeface="Arial" panose="020B0604020202020204" pitchFamily="34" charset="0"/>
              </a:rPr>
              <a:t>natemqui</a:t>
            </a:r>
            <a:r>
              <a:rPr lang="en-GB">
                <a:effectLst/>
                <a:latin typeface="Arial" panose="020B0604020202020204" pitchFamily="34" charset="0"/>
              </a:rPr>
              <a:t> </a:t>
            </a:r>
            <a:r>
              <a:rPr lang="en-GB" err="1">
                <a:effectLst/>
                <a:latin typeface="Arial" panose="020B0604020202020204" pitchFamily="34" charset="0"/>
              </a:rPr>
              <a:t>torum</a:t>
            </a:r>
            <a:r>
              <a:rPr lang="en-GB">
                <a:effectLst/>
                <a:latin typeface="Arial" panose="020B0604020202020204" pitchFamily="34" charset="0"/>
              </a:rPr>
              <a:t> </a:t>
            </a:r>
            <a:r>
              <a:rPr lang="en-GB" err="1">
                <a:effectLst/>
                <a:latin typeface="Arial" panose="020B0604020202020204" pitchFamily="34" charset="0"/>
              </a:rPr>
              <a:t>doluptatium</a:t>
            </a:r>
            <a:r>
              <a:rPr lang="en-GB">
                <a:effectLst/>
                <a:latin typeface="Arial" panose="020B0604020202020204" pitchFamily="34" charset="0"/>
              </a:rPr>
              <a:t> </a:t>
            </a:r>
            <a:r>
              <a:rPr lang="en-GB" err="1">
                <a:effectLst/>
                <a:latin typeface="Arial" panose="020B0604020202020204" pitchFamily="34" charset="0"/>
              </a:rPr>
              <a:t>facc</a:t>
            </a:r>
            <a:endParaRPr lang="en-GB">
              <a:effectLst/>
              <a:latin typeface="Arial" panose="020B0604020202020204" pitchFamily="34" charset="0"/>
            </a:endParaRPr>
          </a:p>
        </p:txBody>
      </p:sp>
      <p:sp>
        <p:nvSpPr>
          <p:cNvPr id="7" name="Chart Placeholder 6">
            <a:extLst>
              <a:ext uri="{FF2B5EF4-FFF2-40B4-BE49-F238E27FC236}">
                <a16:creationId xmlns:a16="http://schemas.microsoft.com/office/drawing/2014/main" id="{7173E8DB-47B7-6A4D-BC44-314991552419}"/>
              </a:ext>
            </a:extLst>
          </p:cNvPr>
          <p:cNvSpPr>
            <a:spLocks noGrp="1"/>
          </p:cNvSpPr>
          <p:nvPr>
            <p:ph type="chart" sz="quarter" idx="27" hasCustomPrompt="1"/>
          </p:nvPr>
        </p:nvSpPr>
        <p:spPr>
          <a:xfrm>
            <a:off x="4656970" y="1176679"/>
            <a:ext cx="7145273" cy="4929300"/>
          </a:xfrm>
          <a:prstGeom prst="rect">
            <a:avLst/>
          </a:prstGeom>
        </p:spPr>
        <p:txBody>
          <a:bodyPr/>
          <a:lstStyle>
            <a:lvl1pPr>
              <a:buNone/>
              <a:defRPr sz="1400">
                <a:solidFill>
                  <a:srgbClr val="262626"/>
                </a:solidFill>
              </a:defRPr>
            </a:lvl1pPr>
          </a:lstStyle>
          <a:p>
            <a:r>
              <a:rPr lang="en-US"/>
              <a:t>Click icon to insert diagram</a:t>
            </a:r>
          </a:p>
        </p:txBody>
      </p:sp>
      <p:sp>
        <p:nvSpPr>
          <p:cNvPr id="13" name="Text Placeholder 5">
            <a:extLst>
              <a:ext uri="{FF2B5EF4-FFF2-40B4-BE49-F238E27FC236}">
                <a16:creationId xmlns:a16="http://schemas.microsoft.com/office/drawing/2014/main" id="{2E3EE2EA-26B6-7745-87C2-EB4701B8CE01}"/>
              </a:ext>
            </a:extLst>
          </p:cNvPr>
          <p:cNvSpPr>
            <a:spLocks noGrp="1"/>
          </p:cNvSpPr>
          <p:nvPr>
            <p:ph type="body" sz="quarter" idx="28"/>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4" name="Text Placeholder 7">
            <a:extLst>
              <a:ext uri="{FF2B5EF4-FFF2-40B4-BE49-F238E27FC236}">
                <a16:creationId xmlns:a16="http://schemas.microsoft.com/office/drawing/2014/main" id="{3A46E5D1-C0CD-FE4F-B389-4F7EC466C198}"/>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11382AE6-04F5-D34C-81D1-46246385E6FA}"/>
              </a:ext>
            </a:extLst>
          </p:cNvPr>
          <p:cNvSpPr>
            <a:spLocks noGrp="1"/>
          </p:cNvSpPr>
          <p:nvPr>
            <p:ph type="sldNum" sz="quarter" idx="29"/>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868542780"/>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Diagram/Chart">
    <p:bg>
      <p:bgPr>
        <a:solidFill>
          <a:schemeClr val="bg1"/>
        </a:solidFill>
        <a:effectLst/>
      </p:bgPr>
    </p:bg>
    <p:spTree>
      <p:nvGrpSpPr>
        <p:cNvPr id="1" name=""/>
        <p:cNvGrpSpPr/>
        <p:nvPr/>
      </p:nvGrpSpPr>
      <p:grpSpPr>
        <a:xfrm>
          <a:off x="0" y="0"/>
          <a:ext cx="0" cy="0"/>
          <a:chOff x="0" y="0"/>
          <a:chExt cx="0" cy="0"/>
        </a:xfrm>
      </p:grpSpPr>
      <p:sp>
        <p:nvSpPr>
          <p:cNvPr id="7" name="Chart Placeholder 6">
            <a:extLst>
              <a:ext uri="{FF2B5EF4-FFF2-40B4-BE49-F238E27FC236}">
                <a16:creationId xmlns:a16="http://schemas.microsoft.com/office/drawing/2014/main" id="{7173E8DB-47B7-6A4D-BC44-314991552419}"/>
              </a:ext>
            </a:extLst>
          </p:cNvPr>
          <p:cNvSpPr>
            <a:spLocks noGrp="1"/>
          </p:cNvSpPr>
          <p:nvPr>
            <p:ph type="chart" sz="quarter" idx="27" hasCustomPrompt="1"/>
          </p:nvPr>
        </p:nvSpPr>
        <p:spPr>
          <a:xfrm>
            <a:off x="389757" y="1407140"/>
            <a:ext cx="11412486" cy="4691856"/>
          </a:xfrm>
          <a:prstGeom prst="rect">
            <a:avLst/>
          </a:prstGeom>
        </p:spPr>
        <p:txBody>
          <a:bodyPr/>
          <a:lstStyle>
            <a:lvl1pPr>
              <a:buNone/>
              <a:defRPr sz="1400">
                <a:solidFill>
                  <a:schemeClr val="tx1"/>
                </a:solidFill>
              </a:defRPr>
            </a:lvl1pPr>
          </a:lstStyle>
          <a:p>
            <a:r>
              <a:rPr lang="en-US"/>
              <a:t>Click icon to insert diagram</a:t>
            </a:r>
          </a:p>
        </p:txBody>
      </p:sp>
      <p:sp>
        <p:nvSpPr>
          <p:cNvPr id="11" name="Text Placeholder 5">
            <a:extLst>
              <a:ext uri="{FF2B5EF4-FFF2-40B4-BE49-F238E27FC236}">
                <a16:creationId xmlns:a16="http://schemas.microsoft.com/office/drawing/2014/main" id="{1834DEDF-DE8F-8846-9562-47714BC8D267}"/>
              </a:ext>
            </a:extLst>
          </p:cNvPr>
          <p:cNvSpPr>
            <a:spLocks noGrp="1"/>
          </p:cNvSpPr>
          <p:nvPr>
            <p:ph type="body" sz="quarter" idx="28"/>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2" name="Text Placeholder 7">
            <a:extLst>
              <a:ext uri="{FF2B5EF4-FFF2-40B4-BE49-F238E27FC236}">
                <a16:creationId xmlns:a16="http://schemas.microsoft.com/office/drawing/2014/main" id="{4C9DD707-BB3F-8249-8687-CD3C2DBEB1BE}"/>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0A54C33E-0923-8743-93D9-0EA1F0E7F138}"/>
              </a:ext>
            </a:extLst>
          </p:cNvPr>
          <p:cNvSpPr>
            <a:spLocks noGrp="1"/>
          </p:cNvSpPr>
          <p:nvPr>
            <p:ph type="sldNum" sz="quarter" idx="29"/>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43451580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Diagram/Chart – 3 Column">
    <p:bg>
      <p:bgPr>
        <a:solidFill>
          <a:schemeClr val="bg1"/>
        </a:solidFill>
        <a:effectLst/>
      </p:bgPr>
    </p:bg>
    <p:spTree>
      <p:nvGrpSpPr>
        <p:cNvPr id="1" name=""/>
        <p:cNvGrpSpPr/>
        <p:nvPr/>
      </p:nvGrpSpPr>
      <p:grpSpPr>
        <a:xfrm>
          <a:off x="0" y="0"/>
          <a:ext cx="0" cy="0"/>
          <a:chOff x="0" y="0"/>
          <a:chExt cx="0" cy="0"/>
        </a:xfrm>
      </p:grpSpPr>
      <p:sp>
        <p:nvSpPr>
          <p:cNvPr id="7" name="Chart Placeholder 6">
            <a:extLst>
              <a:ext uri="{FF2B5EF4-FFF2-40B4-BE49-F238E27FC236}">
                <a16:creationId xmlns:a16="http://schemas.microsoft.com/office/drawing/2014/main" id="{7173E8DB-47B7-6A4D-BC44-314991552419}"/>
              </a:ext>
            </a:extLst>
          </p:cNvPr>
          <p:cNvSpPr>
            <a:spLocks noGrp="1"/>
          </p:cNvSpPr>
          <p:nvPr>
            <p:ph type="chart" sz="quarter" idx="27" hasCustomPrompt="1"/>
          </p:nvPr>
        </p:nvSpPr>
        <p:spPr>
          <a:xfrm>
            <a:off x="389757" y="1458156"/>
            <a:ext cx="3318885" cy="3005667"/>
          </a:xfrm>
          <a:prstGeom prst="rect">
            <a:avLst/>
          </a:prstGeom>
        </p:spPr>
        <p:txBody>
          <a:bodyPr/>
          <a:lstStyle>
            <a:lvl1pPr>
              <a:buNone/>
              <a:defRPr sz="1400">
                <a:solidFill>
                  <a:srgbClr val="262626"/>
                </a:solidFill>
              </a:defRPr>
            </a:lvl1pPr>
          </a:lstStyle>
          <a:p>
            <a:r>
              <a:rPr lang="en-US"/>
              <a:t>Click icon to insert diagram</a:t>
            </a:r>
          </a:p>
        </p:txBody>
      </p:sp>
      <p:sp>
        <p:nvSpPr>
          <p:cNvPr id="14" name="Text Placeholder 14">
            <a:extLst>
              <a:ext uri="{FF2B5EF4-FFF2-40B4-BE49-F238E27FC236}">
                <a16:creationId xmlns:a16="http://schemas.microsoft.com/office/drawing/2014/main" id="{A6BB0A71-93FC-3540-A01F-623478FF40CE}"/>
              </a:ext>
            </a:extLst>
          </p:cNvPr>
          <p:cNvSpPr>
            <a:spLocks noGrp="1"/>
          </p:cNvSpPr>
          <p:nvPr>
            <p:ph type="body" sz="quarter" idx="26" hasCustomPrompt="1"/>
          </p:nvPr>
        </p:nvSpPr>
        <p:spPr>
          <a:xfrm>
            <a:off x="400390" y="5099277"/>
            <a:ext cx="2266783" cy="601133"/>
          </a:xfrm>
          <a:prstGeom prst="rect">
            <a:avLst/>
          </a:prstGeom>
        </p:spPr>
        <p:txBody>
          <a:bodyPr lIns="0" tIns="0" rIns="0" bIns="0"/>
          <a:lstStyle>
            <a:lvl1pPr marL="0" indent="0">
              <a:lnSpc>
                <a:spcPct val="100000"/>
              </a:lnSpc>
              <a:buFont typeface="Arial" panose="020B0604020202020204" pitchFamily="34" charset="0"/>
              <a:buNone/>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Os</a:t>
            </a:r>
            <a:r>
              <a:rPr lang="en-GB">
                <a:effectLst/>
                <a:latin typeface="Arial" panose="020B0604020202020204" pitchFamily="34" charset="0"/>
              </a:rPr>
              <a:t> </a:t>
            </a:r>
            <a:r>
              <a:rPr lang="en-GB" err="1">
                <a:effectLst/>
                <a:latin typeface="Arial" panose="020B0604020202020204" pitchFamily="34" charset="0"/>
              </a:rPr>
              <a:t>rendent</a:t>
            </a:r>
            <a:r>
              <a:rPr lang="en-GB">
                <a:effectLst/>
                <a:latin typeface="Arial" panose="020B0604020202020204" pitchFamily="34" charset="0"/>
              </a:rPr>
              <a:t> </a:t>
            </a:r>
            <a:r>
              <a:rPr lang="en-GB" err="1">
                <a:effectLst/>
                <a:latin typeface="Arial" panose="020B0604020202020204" pitchFamily="34" charset="0"/>
              </a:rPr>
              <a:t>ianimin</a:t>
            </a:r>
            <a:r>
              <a:rPr lang="en-GB">
                <a:effectLst/>
                <a:latin typeface="Arial" panose="020B0604020202020204" pitchFamily="34" charset="0"/>
              </a:rPr>
              <a:t> cum </a:t>
            </a:r>
            <a:r>
              <a:rPr lang="en-GB" err="1">
                <a:effectLst/>
                <a:latin typeface="Arial" panose="020B0604020202020204" pitchFamily="34" charset="0"/>
              </a:rPr>
              <a:t>venihicia</a:t>
            </a:r>
            <a:r>
              <a:rPr lang="en-GB">
                <a:effectLst/>
                <a:latin typeface="Arial" panose="020B0604020202020204" pitchFamily="34" charset="0"/>
              </a:rPr>
              <a:t> </a:t>
            </a:r>
            <a:r>
              <a:rPr lang="en-GB" err="1">
                <a:effectLst/>
                <a:latin typeface="Arial" panose="020B0604020202020204" pitchFamily="34" charset="0"/>
              </a:rPr>
              <a:t>exceristo</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Em</a:t>
            </a:r>
            <a:r>
              <a:rPr lang="en-GB">
                <a:effectLst/>
                <a:latin typeface="Arial" panose="020B0604020202020204" pitchFamily="34" charset="0"/>
              </a:rPr>
              <a:t> dent lam </a:t>
            </a:r>
            <a:r>
              <a:rPr lang="en-GB" err="1">
                <a:effectLst/>
                <a:latin typeface="Arial" panose="020B0604020202020204" pitchFamily="34" charset="0"/>
              </a:rPr>
              <a:t>aliqui</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ipsum </a:t>
            </a:r>
            <a:r>
              <a:rPr lang="en-GB" err="1">
                <a:effectLst/>
                <a:latin typeface="Arial" panose="020B0604020202020204" pitchFamily="34" charset="0"/>
              </a:rPr>
              <a:t>natem</a:t>
            </a:r>
            <a:r>
              <a:rPr lang="en-GB">
                <a:effectLst/>
                <a:latin typeface="Arial" panose="020B0604020202020204" pitchFamily="34" charset="0"/>
              </a:rPr>
              <a:t>.</a:t>
            </a:r>
          </a:p>
        </p:txBody>
      </p:sp>
      <p:sp>
        <p:nvSpPr>
          <p:cNvPr id="16" name="Text Placeholder 14">
            <a:extLst>
              <a:ext uri="{FF2B5EF4-FFF2-40B4-BE49-F238E27FC236}">
                <a16:creationId xmlns:a16="http://schemas.microsoft.com/office/drawing/2014/main" id="{9FB69341-9179-CB44-8104-0FFBCF32D9E5}"/>
              </a:ext>
            </a:extLst>
          </p:cNvPr>
          <p:cNvSpPr>
            <a:spLocks noGrp="1"/>
          </p:cNvSpPr>
          <p:nvPr>
            <p:ph type="body" sz="quarter" idx="32" hasCustomPrompt="1"/>
          </p:nvPr>
        </p:nvSpPr>
        <p:spPr>
          <a:xfrm>
            <a:off x="4277424" y="5099277"/>
            <a:ext cx="2266783" cy="601133"/>
          </a:xfrm>
          <a:prstGeom prst="rect">
            <a:avLst/>
          </a:prstGeom>
        </p:spPr>
        <p:txBody>
          <a:bodyPr lIns="0" tIns="0" rIns="0" bIns="0"/>
          <a:lstStyle>
            <a:lvl1pPr marL="0" indent="0">
              <a:lnSpc>
                <a:spcPct val="100000"/>
              </a:lnSpc>
              <a:buFont typeface="Arial" panose="020B0604020202020204" pitchFamily="34" charset="0"/>
              <a:buNone/>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Os</a:t>
            </a:r>
            <a:r>
              <a:rPr lang="en-GB">
                <a:effectLst/>
                <a:latin typeface="Arial" panose="020B0604020202020204" pitchFamily="34" charset="0"/>
              </a:rPr>
              <a:t> </a:t>
            </a:r>
            <a:r>
              <a:rPr lang="en-GB" err="1">
                <a:effectLst/>
                <a:latin typeface="Arial" panose="020B0604020202020204" pitchFamily="34" charset="0"/>
              </a:rPr>
              <a:t>rendent</a:t>
            </a:r>
            <a:r>
              <a:rPr lang="en-GB">
                <a:effectLst/>
                <a:latin typeface="Arial" panose="020B0604020202020204" pitchFamily="34" charset="0"/>
              </a:rPr>
              <a:t> </a:t>
            </a:r>
            <a:r>
              <a:rPr lang="en-GB" err="1">
                <a:effectLst/>
                <a:latin typeface="Arial" panose="020B0604020202020204" pitchFamily="34" charset="0"/>
              </a:rPr>
              <a:t>ianimin</a:t>
            </a:r>
            <a:r>
              <a:rPr lang="en-GB">
                <a:effectLst/>
                <a:latin typeface="Arial" panose="020B0604020202020204" pitchFamily="34" charset="0"/>
              </a:rPr>
              <a:t> cum </a:t>
            </a:r>
            <a:r>
              <a:rPr lang="en-GB" err="1">
                <a:effectLst/>
                <a:latin typeface="Arial" panose="020B0604020202020204" pitchFamily="34" charset="0"/>
              </a:rPr>
              <a:t>venihicia</a:t>
            </a:r>
            <a:r>
              <a:rPr lang="en-GB">
                <a:effectLst/>
                <a:latin typeface="Arial" panose="020B0604020202020204" pitchFamily="34" charset="0"/>
              </a:rPr>
              <a:t> </a:t>
            </a:r>
            <a:r>
              <a:rPr lang="en-GB" err="1">
                <a:effectLst/>
                <a:latin typeface="Arial" panose="020B0604020202020204" pitchFamily="34" charset="0"/>
              </a:rPr>
              <a:t>exceristo</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Em</a:t>
            </a:r>
            <a:r>
              <a:rPr lang="en-GB">
                <a:effectLst/>
                <a:latin typeface="Arial" panose="020B0604020202020204" pitchFamily="34" charset="0"/>
              </a:rPr>
              <a:t> dent lam </a:t>
            </a:r>
            <a:r>
              <a:rPr lang="en-GB" err="1">
                <a:effectLst/>
                <a:latin typeface="Arial" panose="020B0604020202020204" pitchFamily="34" charset="0"/>
              </a:rPr>
              <a:t>aliqui</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ipsum </a:t>
            </a:r>
            <a:r>
              <a:rPr lang="en-GB" err="1">
                <a:effectLst/>
                <a:latin typeface="Arial" panose="020B0604020202020204" pitchFamily="34" charset="0"/>
              </a:rPr>
              <a:t>natem</a:t>
            </a:r>
            <a:r>
              <a:rPr lang="en-GB">
                <a:effectLst/>
                <a:latin typeface="Arial" panose="020B0604020202020204" pitchFamily="34" charset="0"/>
              </a:rPr>
              <a:t>.</a:t>
            </a:r>
          </a:p>
        </p:txBody>
      </p:sp>
      <p:sp>
        <p:nvSpPr>
          <p:cNvPr id="19" name="Text Placeholder 14">
            <a:extLst>
              <a:ext uri="{FF2B5EF4-FFF2-40B4-BE49-F238E27FC236}">
                <a16:creationId xmlns:a16="http://schemas.microsoft.com/office/drawing/2014/main" id="{D8C6CB44-5BB7-784F-8EB4-D51319ACBED2}"/>
              </a:ext>
            </a:extLst>
          </p:cNvPr>
          <p:cNvSpPr>
            <a:spLocks noGrp="1"/>
          </p:cNvSpPr>
          <p:nvPr>
            <p:ph type="body" sz="quarter" idx="34" hasCustomPrompt="1"/>
          </p:nvPr>
        </p:nvSpPr>
        <p:spPr>
          <a:xfrm>
            <a:off x="8147366" y="5099277"/>
            <a:ext cx="2266783" cy="601133"/>
          </a:xfrm>
          <a:prstGeom prst="rect">
            <a:avLst/>
          </a:prstGeom>
        </p:spPr>
        <p:txBody>
          <a:bodyPr lIns="0" tIns="0" rIns="0" bIns="0"/>
          <a:lstStyle>
            <a:lvl1pPr marL="0" indent="0">
              <a:lnSpc>
                <a:spcPct val="100000"/>
              </a:lnSpc>
              <a:buFont typeface="Arial" panose="020B0604020202020204" pitchFamily="34" charset="0"/>
              <a:buNone/>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Os</a:t>
            </a:r>
            <a:r>
              <a:rPr lang="en-GB">
                <a:effectLst/>
                <a:latin typeface="Arial" panose="020B0604020202020204" pitchFamily="34" charset="0"/>
              </a:rPr>
              <a:t> </a:t>
            </a:r>
            <a:r>
              <a:rPr lang="en-GB" err="1">
                <a:effectLst/>
                <a:latin typeface="Arial" panose="020B0604020202020204" pitchFamily="34" charset="0"/>
              </a:rPr>
              <a:t>rendent</a:t>
            </a:r>
            <a:r>
              <a:rPr lang="en-GB">
                <a:effectLst/>
                <a:latin typeface="Arial" panose="020B0604020202020204" pitchFamily="34" charset="0"/>
              </a:rPr>
              <a:t> </a:t>
            </a:r>
            <a:r>
              <a:rPr lang="en-GB" err="1">
                <a:effectLst/>
                <a:latin typeface="Arial" panose="020B0604020202020204" pitchFamily="34" charset="0"/>
              </a:rPr>
              <a:t>ianimin</a:t>
            </a:r>
            <a:r>
              <a:rPr lang="en-GB">
                <a:effectLst/>
                <a:latin typeface="Arial" panose="020B0604020202020204" pitchFamily="34" charset="0"/>
              </a:rPr>
              <a:t> cum </a:t>
            </a:r>
            <a:r>
              <a:rPr lang="en-GB" err="1">
                <a:effectLst/>
                <a:latin typeface="Arial" panose="020B0604020202020204" pitchFamily="34" charset="0"/>
              </a:rPr>
              <a:t>venihicia</a:t>
            </a:r>
            <a:r>
              <a:rPr lang="en-GB">
                <a:effectLst/>
                <a:latin typeface="Arial" panose="020B0604020202020204" pitchFamily="34" charset="0"/>
              </a:rPr>
              <a:t> </a:t>
            </a:r>
            <a:r>
              <a:rPr lang="en-GB" err="1">
                <a:effectLst/>
                <a:latin typeface="Arial" panose="020B0604020202020204" pitchFamily="34" charset="0"/>
              </a:rPr>
              <a:t>exceristo</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Em</a:t>
            </a:r>
            <a:r>
              <a:rPr lang="en-GB">
                <a:effectLst/>
                <a:latin typeface="Arial" panose="020B0604020202020204" pitchFamily="34" charset="0"/>
              </a:rPr>
              <a:t> dent lam </a:t>
            </a:r>
            <a:r>
              <a:rPr lang="en-GB" err="1">
                <a:effectLst/>
                <a:latin typeface="Arial" panose="020B0604020202020204" pitchFamily="34" charset="0"/>
              </a:rPr>
              <a:t>aliqui</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ipsum </a:t>
            </a:r>
            <a:r>
              <a:rPr lang="en-GB" err="1">
                <a:effectLst/>
                <a:latin typeface="Arial" panose="020B0604020202020204" pitchFamily="34" charset="0"/>
              </a:rPr>
              <a:t>natem</a:t>
            </a:r>
            <a:r>
              <a:rPr lang="en-GB">
                <a:effectLst/>
                <a:latin typeface="Arial" panose="020B0604020202020204" pitchFamily="34" charset="0"/>
              </a:rPr>
              <a:t>.</a:t>
            </a:r>
          </a:p>
        </p:txBody>
      </p:sp>
      <p:sp>
        <p:nvSpPr>
          <p:cNvPr id="8" name="Text Placeholder 7">
            <a:extLst>
              <a:ext uri="{FF2B5EF4-FFF2-40B4-BE49-F238E27FC236}">
                <a16:creationId xmlns:a16="http://schemas.microsoft.com/office/drawing/2014/main" id="{DD51F305-F306-9E4F-A4A9-E07EF15A8319}"/>
              </a:ext>
            </a:extLst>
          </p:cNvPr>
          <p:cNvSpPr>
            <a:spLocks noGrp="1"/>
          </p:cNvSpPr>
          <p:nvPr>
            <p:ph type="body" sz="quarter" idx="35" hasCustomPrompt="1"/>
          </p:nvPr>
        </p:nvSpPr>
        <p:spPr>
          <a:xfrm>
            <a:off x="414629" y="4765485"/>
            <a:ext cx="2244078" cy="220410"/>
          </a:xfrm>
          <a:prstGeom prst="rect">
            <a:avLst/>
          </a:prstGeom>
        </p:spPr>
        <p:txBody>
          <a:bodyPr lIns="0" tIns="0" rIns="0" bIns="0"/>
          <a:lstStyle>
            <a:lvl1pPr>
              <a:lnSpc>
                <a:spcPct val="100000"/>
              </a:lnSpc>
              <a:buNone/>
              <a:defRPr sz="1400">
                <a:solidFill>
                  <a:schemeClr val="accent1"/>
                </a:solidFill>
              </a:defRPr>
            </a:lvl1pPr>
            <a:lvl2pPr>
              <a:buNone/>
              <a:defRPr sz="1400"/>
            </a:lvl2pPr>
            <a:lvl3pPr>
              <a:buNone/>
              <a:defRPr sz="1400"/>
            </a:lvl3pPr>
            <a:lvl4pPr>
              <a:buNone/>
              <a:defRPr sz="1400"/>
            </a:lvl4pPr>
            <a:lvl5pPr>
              <a:buNone/>
              <a:defRPr sz="1400"/>
            </a:lvl5pPr>
          </a:lstStyle>
          <a:p>
            <a:pPr lvl="0"/>
            <a:r>
              <a:rPr lang="en-GB"/>
              <a:t>Pie chart 01</a:t>
            </a:r>
            <a:endParaRPr lang="en-US"/>
          </a:p>
        </p:txBody>
      </p:sp>
      <p:sp>
        <p:nvSpPr>
          <p:cNvPr id="21" name="Text Placeholder 7">
            <a:extLst>
              <a:ext uri="{FF2B5EF4-FFF2-40B4-BE49-F238E27FC236}">
                <a16:creationId xmlns:a16="http://schemas.microsoft.com/office/drawing/2014/main" id="{4D8ECA6E-BADD-764B-930B-EB6EFC3C67FA}"/>
              </a:ext>
            </a:extLst>
          </p:cNvPr>
          <p:cNvSpPr>
            <a:spLocks noGrp="1"/>
          </p:cNvSpPr>
          <p:nvPr>
            <p:ph type="body" sz="quarter" idx="36" hasCustomPrompt="1"/>
          </p:nvPr>
        </p:nvSpPr>
        <p:spPr>
          <a:xfrm>
            <a:off x="4291662" y="4765485"/>
            <a:ext cx="2244078" cy="220410"/>
          </a:xfrm>
          <a:prstGeom prst="rect">
            <a:avLst/>
          </a:prstGeom>
        </p:spPr>
        <p:txBody>
          <a:bodyPr lIns="0" tIns="0" rIns="0" bIns="0"/>
          <a:lstStyle>
            <a:lvl1pPr>
              <a:lnSpc>
                <a:spcPct val="100000"/>
              </a:lnSpc>
              <a:buNone/>
              <a:defRPr sz="1400">
                <a:solidFill>
                  <a:schemeClr val="accent1"/>
                </a:solidFill>
              </a:defRPr>
            </a:lvl1pPr>
            <a:lvl2pPr>
              <a:buNone/>
              <a:defRPr sz="1400"/>
            </a:lvl2pPr>
            <a:lvl3pPr>
              <a:buNone/>
              <a:defRPr sz="1400"/>
            </a:lvl3pPr>
            <a:lvl4pPr>
              <a:buNone/>
              <a:defRPr sz="1400"/>
            </a:lvl4pPr>
            <a:lvl5pPr>
              <a:buNone/>
              <a:defRPr sz="1400"/>
            </a:lvl5pPr>
          </a:lstStyle>
          <a:p>
            <a:pPr lvl="0"/>
            <a:r>
              <a:rPr lang="en-GB"/>
              <a:t>Pie chart 02</a:t>
            </a:r>
            <a:endParaRPr lang="en-US"/>
          </a:p>
        </p:txBody>
      </p:sp>
      <p:sp>
        <p:nvSpPr>
          <p:cNvPr id="22" name="Text Placeholder 7">
            <a:extLst>
              <a:ext uri="{FF2B5EF4-FFF2-40B4-BE49-F238E27FC236}">
                <a16:creationId xmlns:a16="http://schemas.microsoft.com/office/drawing/2014/main" id="{8E24C6D5-0BED-AD42-9886-834217A149D2}"/>
              </a:ext>
            </a:extLst>
          </p:cNvPr>
          <p:cNvSpPr>
            <a:spLocks noGrp="1"/>
          </p:cNvSpPr>
          <p:nvPr>
            <p:ph type="body" sz="quarter" idx="37" hasCustomPrompt="1"/>
          </p:nvPr>
        </p:nvSpPr>
        <p:spPr>
          <a:xfrm>
            <a:off x="8161604" y="4765485"/>
            <a:ext cx="2244078" cy="220410"/>
          </a:xfrm>
          <a:prstGeom prst="rect">
            <a:avLst/>
          </a:prstGeom>
        </p:spPr>
        <p:txBody>
          <a:bodyPr lIns="0" tIns="0" rIns="0" bIns="0"/>
          <a:lstStyle>
            <a:lvl1pPr>
              <a:lnSpc>
                <a:spcPct val="100000"/>
              </a:lnSpc>
              <a:buNone/>
              <a:defRPr sz="1400">
                <a:solidFill>
                  <a:schemeClr val="accent1"/>
                </a:solidFill>
              </a:defRPr>
            </a:lvl1pPr>
            <a:lvl2pPr>
              <a:buNone/>
              <a:defRPr sz="1400"/>
            </a:lvl2pPr>
            <a:lvl3pPr>
              <a:buNone/>
              <a:defRPr sz="1400"/>
            </a:lvl3pPr>
            <a:lvl4pPr>
              <a:buNone/>
              <a:defRPr sz="1400"/>
            </a:lvl4pPr>
            <a:lvl5pPr>
              <a:buNone/>
              <a:defRPr sz="1400"/>
            </a:lvl5pPr>
          </a:lstStyle>
          <a:p>
            <a:pPr lvl="0"/>
            <a:r>
              <a:rPr lang="en-GB"/>
              <a:t>Pie chart 03</a:t>
            </a:r>
            <a:endParaRPr lang="en-US"/>
          </a:p>
        </p:txBody>
      </p:sp>
      <p:sp>
        <p:nvSpPr>
          <p:cNvPr id="24" name="Chart Placeholder 6">
            <a:extLst>
              <a:ext uri="{FF2B5EF4-FFF2-40B4-BE49-F238E27FC236}">
                <a16:creationId xmlns:a16="http://schemas.microsoft.com/office/drawing/2014/main" id="{B4B986B7-BE0B-F141-A142-EF1826B5EABC}"/>
              </a:ext>
            </a:extLst>
          </p:cNvPr>
          <p:cNvSpPr>
            <a:spLocks noGrp="1"/>
          </p:cNvSpPr>
          <p:nvPr>
            <p:ph type="chart" sz="quarter" idx="38" hasCustomPrompt="1"/>
          </p:nvPr>
        </p:nvSpPr>
        <p:spPr>
          <a:xfrm>
            <a:off x="4271129" y="1458156"/>
            <a:ext cx="3318885" cy="3005667"/>
          </a:xfrm>
          <a:prstGeom prst="rect">
            <a:avLst/>
          </a:prstGeom>
        </p:spPr>
        <p:txBody>
          <a:bodyPr/>
          <a:lstStyle>
            <a:lvl1pPr>
              <a:buNone/>
              <a:defRPr sz="1400">
                <a:solidFill>
                  <a:srgbClr val="262626"/>
                </a:solidFill>
              </a:defRPr>
            </a:lvl1pPr>
          </a:lstStyle>
          <a:p>
            <a:r>
              <a:rPr lang="en-US"/>
              <a:t>Click icon to insert diagram</a:t>
            </a:r>
          </a:p>
        </p:txBody>
      </p:sp>
      <p:sp>
        <p:nvSpPr>
          <p:cNvPr id="26" name="Chart Placeholder 6">
            <a:extLst>
              <a:ext uri="{FF2B5EF4-FFF2-40B4-BE49-F238E27FC236}">
                <a16:creationId xmlns:a16="http://schemas.microsoft.com/office/drawing/2014/main" id="{C2000657-9BC0-0542-9C69-434F604D7E3F}"/>
              </a:ext>
            </a:extLst>
          </p:cNvPr>
          <p:cNvSpPr>
            <a:spLocks noGrp="1"/>
          </p:cNvSpPr>
          <p:nvPr>
            <p:ph type="chart" sz="quarter" idx="39" hasCustomPrompt="1"/>
          </p:nvPr>
        </p:nvSpPr>
        <p:spPr>
          <a:xfrm>
            <a:off x="8142341" y="1458156"/>
            <a:ext cx="3318885" cy="3005667"/>
          </a:xfrm>
          <a:prstGeom prst="rect">
            <a:avLst/>
          </a:prstGeom>
        </p:spPr>
        <p:txBody>
          <a:bodyPr/>
          <a:lstStyle>
            <a:lvl1pPr>
              <a:buNone/>
              <a:defRPr sz="1400">
                <a:solidFill>
                  <a:srgbClr val="262626"/>
                </a:solidFill>
              </a:defRPr>
            </a:lvl1pPr>
          </a:lstStyle>
          <a:p>
            <a:r>
              <a:rPr lang="en-US"/>
              <a:t>Click icon to insert diagram</a:t>
            </a:r>
          </a:p>
        </p:txBody>
      </p:sp>
      <p:sp>
        <p:nvSpPr>
          <p:cNvPr id="20" name="Text Placeholder 5">
            <a:extLst>
              <a:ext uri="{FF2B5EF4-FFF2-40B4-BE49-F238E27FC236}">
                <a16:creationId xmlns:a16="http://schemas.microsoft.com/office/drawing/2014/main" id="{FBDB99A9-ECA5-334E-8242-EECC7AA28E0B}"/>
              </a:ext>
            </a:extLst>
          </p:cNvPr>
          <p:cNvSpPr>
            <a:spLocks noGrp="1"/>
          </p:cNvSpPr>
          <p:nvPr>
            <p:ph type="body" sz="quarter" idx="40"/>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5" name="Text Placeholder 7">
            <a:extLst>
              <a:ext uri="{FF2B5EF4-FFF2-40B4-BE49-F238E27FC236}">
                <a16:creationId xmlns:a16="http://schemas.microsoft.com/office/drawing/2014/main" id="{81C3A5AA-7285-734B-B422-9D575235B5E7}"/>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F42E13ED-5B69-8A40-9435-51FDDBF51B5C}"/>
              </a:ext>
            </a:extLst>
          </p:cNvPr>
          <p:cNvSpPr>
            <a:spLocks noGrp="1"/>
          </p:cNvSpPr>
          <p:nvPr>
            <p:ph type="sldNum" sz="quarter" idx="41"/>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11614562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userDrawn="1">
  <p:cSld name="Thank you">
    <p:bg>
      <p:bgPr>
        <a:solidFill>
          <a:srgbClr val="C2C7CA"/>
        </a:solidFill>
        <a:effectLst/>
      </p:bgPr>
    </p:bg>
    <p:spTree>
      <p:nvGrpSpPr>
        <p:cNvPr id="1" name=""/>
        <p:cNvGrpSpPr/>
        <p:nvPr/>
      </p:nvGrpSpPr>
      <p:grpSpPr>
        <a:xfrm>
          <a:off x="0" y="0"/>
          <a:ext cx="0" cy="0"/>
          <a:chOff x="0" y="0"/>
          <a:chExt cx="0" cy="0"/>
        </a:xfrm>
      </p:grpSpPr>
      <p:pic>
        <p:nvPicPr>
          <p:cNvPr id="2" name="Picture 1" descr="Shape&#10;&#10;Description automatically generated with medium confidence">
            <a:extLst>
              <a:ext uri="{FF2B5EF4-FFF2-40B4-BE49-F238E27FC236}">
                <a16:creationId xmlns:a16="http://schemas.microsoft.com/office/drawing/2014/main" id="{7419BC37-E1AF-C544-AB59-368BB200836D}"/>
              </a:ext>
            </a:extLst>
          </p:cNvPr>
          <p:cNvPicPr>
            <a:picLocks noChangeAspect="1"/>
          </p:cNvPicPr>
          <p:nvPr userDrawn="1"/>
        </p:nvPicPr>
        <p:blipFill>
          <a:blip r:embed="rId2"/>
          <a:stretch>
            <a:fillRect/>
          </a:stretch>
        </p:blipFill>
        <p:spPr>
          <a:xfrm>
            <a:off x="5089295" y="205402"/>
            <a:ext cx="2030663" cy="960322"/>
          </a:xfrm>
          <a:prstGeom prst="rect">
            <a:avLst/>
          </a:prstGeom>
        </p:spPr>
      </p:pic>
      <p:pic>
        <p:nvPicPr>
          <p:cNvPr id="6" name="Picture 5" descr="Shape&#10;&#10;Description automatically generated with medium confidence">
            <a:extLst>
              <a:ext uri="{FF2B5EF4-FFF2-40B4-BE49-F238E27FC236}">
                <a16:creationId xmlns:a16="http://schemas.microsoft.com/office/drawing/2014/main" id="{40EBC8E8-99B4-3147-A3E7-E956D1B4233F}"/>
              </a:ext>
            </a:extLst>
          </p:cNvPr>
          <p:cNvPicPr>
            <a:picLocks noChangeAspect="1"/>
          </p:cNvPicPr>
          <p:nvPr userDrawn="1"/>
        </p:nvPicPr>
        <p:blipFill>
          <a:blip r:embed="rId3"/>
          <a:stretch>
            <a:fillRect/>
          </a:stretch>
        </p:blipFill>
        <p:spPr>
          <a:xfrm>
            <a:off x="10895872" y="6497324"/>
            <a:ext cx="1213995" cy="339897"/>
          </a:xfrm>
          <a:prstGeom prst="rect">
            <a:avLst/>
          </a:prstGeom>
        </p:spPr>
      </p:pic>
      <p:sp>
        <p:nvSpPr>
          <p:cNvPr id="7" name="Subtitle 2">
            <a:extLst>
              <a:ext uri="{FF2B5EF4-FFF2-40B4-BE49-F238E27FC236}">
                <a16:creationId xmlns:a16="http://schemas.microsoft.com/office/drawing/2014/main" id="{768163C2-B0CB-CC4F-9435-F6D0C0DE2C09}"/>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00000"/>
              </a:lnSpc>
              <a:spcBef>
                <a:spcPts val="0"/>
              </a:spcBef>
            </a:pPr>
            <a:r>
              <a:rPr lang="en-GB" sz="701" kern="800" spc="0">
                <a:solidFill>
                  <a:schemeClr val="tx1"/>
                </a:solidFill>
                <a:latin typeface="Arial" panose="020B0604020202020204" pitchFamily="34" charset="0"/>
                <a:cs typeface="Arial" panose="020B0604020202020204" pitchFamily="34" charset="0"/>
              </a:rPr>
              <a:t>©2021 IHG</a:t>
            </a:r>
            <a:endParaRPr lang="en-US" sz="701" kern="800" spc="0">
              <a:solidFill>
                <a:schemeClr val="tx1"/>
              </a:solidFill>
              <a:latin typeface="Arial" panose="020B0604020202020204" pitchFamily="34" charset="0"/>
              <a:cs typeface="Arial" panose="020B0604020202020204" pitchFamily="34" charset="0"/>
            </a:endParaRPr>
          </a:p>
        </p:txBody>
      </p:sp>
      <p:sp>
        <p:nvSpPr>
          <p:cNvPr id="10" name="Text Placeholder 8">
            <a:extLst>
              <a:ext uri="{FF2B5EF4-FFF2-40B4-BE49-F238E27FC236}">
                <a16:creationId xmlns:a16="http://schemas.microsoft.com/office/drawing/2014/main" id="{10FC32B1-9839-FC4C-AA2A-AB06436172E3}"/>
              </a:ext>
            </a:extLst>
          </p:cNvPr>
          <p:cNvSpPr>
            <a:spLocks noGrp="1"/>
          </p:cNvSpPr>
          <p:nvPr>
            <p:ph type="body" sz="quarter" idx="10" hasCustomPrompt="1"/>
          </p:nvPr>
        </p:nvSpPr>
        <p:spPr>
          <a:xfrm>
            <a:off x="1181499" y="3176357"/>
            <a:ext cx="9829002" cy="623248"/>
          </a:xfrm>
          <a:prstGeom prst="rect">
            <a:avLst/>
          </a:prstGeom>
        </p:spPr>
        <p:txBody>
          <a:bodyPr anchor="ctr"/>
          <a:lstStyle>
            <a:lvl1pPr algn="ctr">
              <a:lnSpc>
                <a:spcPct val="100000"/>
              </a:lnSpc>
              <a:buFontTx/>
              <a:buNone/>
              <a:defRPr sz="3750">
                <a:solidFill>
                  <a:schemeClr val="tx1"/>
                </a:solidFill>
              </a:defRPr>
            </a:lvl1pPr>
          </a:lstStyle>
          <a:p>
            <a:pPr lvl="0"/>
            <a:r>
              <a:rPr lang="en-US"/>
              <a:t>Thank you</a:t>
            </a:r>
          </a:p>
        </p:txBody>
      </p:sp>
      <p:sp>
        <p:nvSpPr>
          <p:cNvPr id="3" name="Slide Number Placeholder 2">
            <a:extLst>
              <a:ext uri="{FF2B5EF4-FFF2-40B4-BE49-F238E27FC236}">
                <a16:creationId xmlns:a16="http://schemas.microsoft.com/office/drawing/2014/main" id="{622F4BE3-1976-094D-A75A-9E808D9C583B}"/>
              </a:ext>
            </a:extLst>
          </p:cNvPr>
          <p:cNvSpPr>
            <a:spLocks noGrp="1"/>
          </p:cNvSpPr>
          <p:nvPr>
            <p:ph type="sldNum" sz="quarter" idx="11"/>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61062859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Appendix">
    <p:bg>
      <p:bgPr>
        <a:solidFill>
          <a:schemeClr val="bg1"/>
        </a:solidFill>
        <a:effectLst/>
      </p:bgPr>
    </p:bg>
    <p:spTree>
      <p:nvGrpSpPr>
        <p:cNvPr id="1" name=""/>
        <p:cNvGrpSpPr/>
        <p:nvPr/>
      </p:nvGrpSpPr>
      <p:grpSpPr>
        <a:xfrm>
          <a:off x="0" y="0"/>
          <a:ext cx="0" cy="0"/>
          <a:chOff x="0" y="0"/>
          <a:chExt cx="0" cy="0"/>
        </a:xfrm>
      </p:grpSpPr>
      <p:pic>
        <p:nvPicPr>
          <p:cNvPr id="2" name="Picture 1" descr="Shape&#10;&#10;Description automatically generated with medium confidence">
            <a:extLst>
              <a:ext uri="{FF2B5EF4-FFF2-40B4-BE49-F238E27FC236}">
                <a16:creationId xmlns:a16="http://schemas.microsoft.com/office/drawing/2014/main" id="{7419BC37-E1AF-C544-AB59-368BB200836D}"/>
              </a:ext>
            </a:extLst>
          </p:cNvPr>
          <p:cNvPicPr>
            <a:picLocks noChangeAspect="1"/>
          </p:cNvPicPr>
          <p:nvPr userDrawn="1"/>
        </p:nvPicPr>
        <p:blipFill>
          <a:blip r:embed="rId2"/>
          <a:stretch>
            <a:fillRect/>
          </a:stretch>
        </p:blipFill>
        <p:spPr>
          <a:xfrm>
            <a:off x="5089295" y="205402"/>
            <a:ext cx="2030663" cy="960322"/>
          </a:xfrm>
          <a:prstGeom prst="rect">
            <a:avLst/>
          </a:prstGeom>
        </p:spPr>
      </p:pic>
      <p:sp>
        <p:nvSpPr>
          <p:cNvPr id="3" name="TextBox 2">
            <a:extLst>
              <a:ext uri="{FF2B5EF4-FFF2-40B4-BE49-F238E27FC236}">
                <a16:creationId xmlns:a16="http://schemas.microsoft.com/office/drawing/2014/main" id="{38806C56-85FD-3C45-99D9-91618A1C14B0}"/>
              </a:ext>
            </a:extLst>
          </p:cNvPr>
          <p:cNvSpPr txBox="1"/>
          <p:nvPr userDrawn="1"/>
        </p:nvSpPr>
        <p:spPr>
          <a:xfrm>
            <a:off x="5000187" y="3117376"/>
            <a:ext cx="2191626" cy="669414"/>
          </a:xfrm>
          <a:prstGeom prst="rect">
            <a:avLst/>
          </a:prstGeom>
          <a:noFill/>
        </p:spPr>
        <p:txBody>
          <a:bodyPr wrap="none" rtlCol="0" anchor="ctr">
            <a:spAutoFit/>
          </a:bodyPr>
          <a:lstStyle/>
          <a:p>
            <a:pPr algn="ctr"/>
            <a:r>
              <a:rPr lang="en-US" sz="3750">
                <a:solidFill>
                  <a:schemeClr val="tx1"/>
                </a:solidFill>
              </a:rPr>
              <a:t>Appendix</a:t>
            </a:r>
          </a:p>
        </p:txBody>
      </p:sp>
      <p:sp>
        <p:nvSpPr>
          <p:cNvPr id="6" name="Slide Number Placeholder 5">
            <a:extLst>
              <a:ext uri="{FF2B5EF4-FFF2-40B4-BE49-F238E27FC236}">
                <a16:creationId xmlns:a16="http://schemas.microsoft.com/office/drawing/2014/main" id="{6A1F8792-CEDF-274F-BA3B-4D50A0CDB808}"/>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227072301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Color Selection">
    <p:bg>
      <p:bgPr>
        <a:solidFill>
          <a:schemeClr val="bg1"/>
        </a:solidFill>
        <a:effectLst/>
      </p:bgPr>
    </p:bg>
    <p:spTree>
      <p:nvGrpSpPr>
        <p:cNvPr id="1" name=""/>
        <p:cNvGrpSpPr/>
        <p:nvPr/>
      </p:nvGrpSpPr>
      <p:grpSpPr>
        <a:xfrm>
          <a:off x="0" y="0"/>
          <a:ext cx="0" cy="0"/>
          <a:chOff x="0" y="0"/>
          <a:chExt cx="0" cy="0"/>
        </a:xfrm>
      </p:grpSpPr>
      <p:sp>
        <p:nvSpPr>
          <p:cNvPr id="68" name="TextBox 67">
            <a:extLst>
              <a:ext uri="{FF2B5EF4-FFF2-40B4-BE49-F238E27FC236}">
                <a16:creationId xmlns:a16="http://schemas.microsoft.com/office/drawing/2014/main" id="{CBC55FDA-208C-4A45-91BF-82E14C600C82}"/>
              </a:ext>
            </a:extLst>
          </p:cNvPr>
          <p:cNvSpPr txBox="1"/>
          <p:nvPr userDrawn="1"/>
        </p:nvSpPr>
        <p:spPr>
          <a:xfrm>
            <a:off x="389757" y="1553601"/>
            <a:ext cx="2690194" cy="1375137"/>
          </a:xfrm>
          <a:prstGeom prst="rect">
            <a:avLst/>
          </a:prstGeom>
          <a:noFill/>
        </p:spPr>
        <p:txBody>
          <a:bodyPr wrap="square" lIns="0" tIns="0" rIns="0" bIns="0" rtlCol="0">
            <a:noAutofit/>
          </a:bodyPr>
          <a:lstStyle/>
          <a:p>
            <a:pPr>
              <a:lnSpc>
                <a:spcPct val="100000"/>
              </a:lnSpc>
            </a:pPr>
            <a:r>
              <a:rPr lang="en-GB" sz="1400" kern="1200">
                <a:solidFill>
                  <a:schemeClr val="tx1"/>
                </a:solidFill>
                <a:effectLst/>
                <a:latin typeface="+mn-lt"/>
                <a:ea typeface="+mn-ea"/>
                <a:cs typeface="+mn-cs"/>
              </a:rPr>
              <a:t>A collection of our brand colors are built into the template’s colour theme; these appear on every colour pull-down menu.</a:t>
            </a:r>
          </a:p>
        </p:txBody>
      </p:sp>
      <p:sp>
        <p:nvSpPr>
          <p:cNvPr id="70" name="TextBox 69">
            <a:extLst>
              <a:ext uri="{FF2B5EF4-FFF2-40B4-BE49-F238E27FC236}">
                <a16:creationId xmlns:a16="http://schemas.microsoft.com/office/drawing/2014/main" id="{95A36D1E-2E2A-304E-AC92-34FA92202003}"/>
              </a:ext>
            </a:extLst>
          </p:cNvPr>
          <p:cNvSpPr txBox="1"/>
          <p:nvPr userDrawn="1"/>
        </p:nvSpPr>
        <p:spPr>
          <a:xfrm>
            <a:off x="4281290" y="1553602"/>
            <a:ext cx="2677969" cy="305679"/>
          </a:xfrm>
          <a:prstGeom prst="rect">
            <a:avLst/>
          </a:prstGeom>
          <a:noFill/>
        </p:spPr>
        <p:txBody>
          <a:bodyPr wrap="square" lIns="0" tIns="0" rIns="0" bIns="0" rtlCol="0">
            <a:noAutofit/>
          </a:bodyPr>
          <a:lstStyle/>
          <a:p>
            <a:pPr>
              <a:lnSpc>
                <a:spcPct val="100000"/>
              </a:lnSpc>
            </a:pPr>
            <a:r>
              <a:rPr lang="en-GB" sz="1400" kern="1200">
                <a:solidFill>
                  <a:srgbClr val="262626"/>
                </a:solidFill>
                <a:effectLst/>
                <a:latin typeface="+mn-lt"/>
                <a:ea typeface="+mn-ea"/>
                <a:cs typeface="+mn-cs"/>
              </a:rPr>
              <a:t>Primary palette</a:t>
            </a:r>
          </a:p>
        </p:txBody>
      </p:sp>
      <p:sp>
        <p:nvSpPr>
          <p:cNvPr id="71" name="TextBox 70">
            <a:extLst>
              <a:ext uri="{FF2B5EF4-FFF2-40B4-BE49-F238E27FC236}">
                <a16:creationId xmlns:a16="http://schemas.microsoft.com/office/drawing/2014/main" id="{AC6E514C-95A0-DA4A-B3B5-7601F5C60C36}"/>
              </a:ext>
            </a:extLst>
          </p:cNvPr>
          <p:cNvSpPr txBox="1"/>
          <p:nvPr userDrawn="1"/>
        </p:nvSpPr>
        <p:spPr>
          <a:xfrm>
            <a:off x="7177079" y="1553602"/>
            <a:ext cx="2677969" cy="305679"/>
          </a:xfrm>
          <a:prstGeom prst="rect">
            <a:avLst/>
          </a:prstGeom>
          <a:noFill/>
        </p:spPr>
        <p:txBody>
          <a:bodyPr wrap="square" lIns="0" tIns="0" rIns="0" bIns="0" rtlCol="0">
            <a:noAutofit/>
          </a:bodyPr>
          <a:lstStyle/>
          <a:p>
            <a:pPr>
              <a:lnSpc>
                <a:spcPct val="100000"/>
              </a:lnSpc>
            </a:pPr>
            <a:r>
              <a:rPr lang="en-GB" sz="1400" kern="1200">
                <a:solidFill>
                  <a:srgbClr val="262626"/>
                </a:solidFill>
                <a:effectLst/>
                <a:latin typeface="+mn-lt"/>
                <a:ea typeface="+mn-ea"/>
                <a:cs typeface="+mn-cs"/>
              </a:rPr>
              <a:t>Infographics palette</a:t>
            </a:r>
          </a:p>
        </p:txBody>
      </p:sp>
      <p:sp>
        <p:nvSpPr>
          <p:cNvPr id="72" name="TextBox 71">
            <a:extLst>
              <a:ext uri="{FF2B5EF4-FFF2-40B4-BE49-F238E27FC236}">
                <a16:creationId xmlns:a16="http://schemas.microsoft.com/office/drawing/2014/main" id="{4E4E9191-A77B-F34E-B87B-E3B12CC7D48A}"/>
              </a:ext>
            </a:extLst>
          </p:cNvPr>
          <p:cNvSpPr txBox="1"/>
          <p:nvPr userDrawn="1"/>
        </p:nvSpPr>
        <p:spPr>
          <a:xfrm>
            <a:off x="10072867" y="1553602"/>
            <a:ext cx="1729376" cy="305679"/>
          </a:xfrm>
          <a:prstGeom prst="rect">
            <a:avLst/>
          </a:prstGeom>
          <a:noFill/>
        </p:spPr>
        <p:txBody>
          <a:bodyPr wrap="square" lIns="0" tIns="0" rIns="0" bIns="0" rtlCol="0">
            <a:noAutofit/>
          </a:bodyPr>
          <a:lstStyle/>
          <a:p>
            <a:pPr>
              <a:lnSpc>
                <a:spcPct val="100000"/>
              </a:lnSpc>
            </a:pPr>
            <a:r>
              <a:rPr lang="en-GB" sz="1400" kern="1200">
                <a:solidFill>
                  <a:srgbClr val="262626"/>
                </a:solidFill>
                <a:effectLst/>
                <a:latin typeface="+mn-lt"/>
                <a:ea typeface="+mn-ea"/>
                <a:cs typeface="+mn-cs"/>
              </a:rPr>
              <a:t>Rewards Gray</a:t>
            </a:r>
          </a:p>
        </p:txBody>
      </p:sp>
      <p:cxnSp>
        <p:nvCxnSpPr>
          <p:cNvPr id="10" name="Straight Connector 9">
            <a:extLst>
              <a:ext uri="{FF2B5EF4-FFF2-40B4-BE49-F238E27FC236}">
                <a16:creationId xmlns:a16="http://schemas.microsoft.com/office/drawing/2014/main" id="{5C901BF5-5A12-7742-AA68-41367EB98522}"/>
              </a:ext>
            </a:extLst>
          </p:cNvPr>
          <p:cNvCxnSpPr>
            <a:cxnSpLocks/>
          </p:cNvCxnSpPr>
          <p:nvPr userDrawn="1"/>
        </p:nvCxnSpPr>
        <p:spPr>
          <a:xfrm>
            <a:off x="6959259" y="1553601"/>
            <a:ext cx="0" cy="4373066"/>
          </a:xfrm>
          <a:prstGeom prst="line">
            <a:avLst/>
          </a:prstGeom>
          <a:ln>
            <a:solidFill>
              <a:srgbClr val="262626"/>
            </a:solidFill>
          </a:ln>
        </p:spPr>
        <p:style>
          <a:lnRef idx="1">
            <a:schemeClr val="dk1"/>
          </a:lnRef>
          <a:fillRef idx="0">
            <a:schemeClr val="dk1"/>
          </a:fillRef>
          <a:effectRef idx="0">
            <a:schemeClr val="dk1"/>
          </a:effectRef>
          <a:fontRef idx="minor">
            <a:schemeClr val="tx1"/>
          </a:fontRef>
        </p:style>
      </p:cxnSp>
      <p:sp>
        <p:nvSpPr>
          <p:cNvPr id="11" name="Oval 10">
            <a:extLst>
              <a:ext uri="{FF2B5EF4-FFF2-40B4-BE49-F238E27FC236}">
                <a16:creationId xmlns:a16="http://schemas.microsoft.com/office/drawing/2014/main" id="{F92C7AA9-80A6-BA46-8212-A6B19D656E21}"/>
              </a:ext>
            </a:extLst>
          </p:cNvPr>
          <p:cNvSpPr/>
          <p:nvPr userDrawn="1"/>
        </p:nvSpPr>
        <p:spPr>
          <a:xfrm>
            <a:off x="4272030" y="2302204"/>
            <a:ext cx="1126869" cy="1126796"/>
          </a:xfrm>
          <a:prstGeom prst="ellipse">
            <a:avLst/>
          </a:prstGeom>
          <a:solidFill>
            <a:srgbClr val="E854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sz="900">
                <a:solidFill>
                  <a:srgbClr val="262626"/>
                </a:solidFill>
              </a:rPr>
              <a:t>Signature Orange</a:t>
            </a:r>
          </a:p>
          <a:p>
            <a:pPr marL="0" marR="0" lvl="0" indent="0" algn="ctr" defTabSz="228600" rtl="0" eaLnBrk="1" fontAlgn="auto" latinLnBrk="0" hangingPunct="1">
              <a:lnSpc>
                <a:spcPct val="100000"/>
              </a:lnSpc>
              <a:spcBef>
                <a:spcPts val="0"/>
              </a:spcBef>
              <a:spcAft>
                <a:spcPts val="0"/>
              </a:spcAft>
              <a:buClrTx/>
              <a:buSzTx/>
              <a:buFontTx/>
              <a:buNone/>
              <a:tabLst/>
              <a:defRPr/>
            </a:pPr>
            <a:endParaRPr lang="en-GB" sz="900" kern="1200">
              <a:solidFill>
                <a:srgbClr val="262626"/>
              </a:solidFill>
              <a:effectLst/>
              <a:latin typeface="+mn-lt"/>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lang="en-GB" sz="900" kern="1200">
                <a:solidFill>
                  <a:srgbClr val="262626"/>
                </a:solidFill>
                <a:effectLst/>
                <a:latin typeface="+mn-lt"/>
                <a:ea typeface="+mn-ea"/>
                <a:cs typeface="+mn-cs"/>
              </a:rPr>
              <a:t>#E8542C</a:t>
            </a:r>
          </a:p>
        </p:txBody>
      </p:sp>
      <p:sp>
        <p:nvSpPr>
          <p:cNvPr id="74" name="Oval 73">
            <a:extLst>
              <a:ext uri="{FF2B5EF4-FFF2-40B4-BE49-F238E27FC236}">
                <a16:creationId xmlns:a16="http://schemas.microsoft.com/office/drawing/2014/main" id="{CFAB172A-1BAA-464D-BAE1-7E824E8A303E}"/>
              </a:ext>
            </a:extLst>
          </p:cNvPr>
          <p:cNvSpPr/>
          <p:nvPr userDrawn="1"/>
        </p:nvSpPr>
        <p:spPr>
          <a:xfrm>
            <a:off x="5491310" y="2302204"/>
            <a:ext cx="1126869" cy="112679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sz="900">
                <a:solidFill>
                  <a:schemeClr val="bg1"/>
                </a:solidFill>
              </a:rPr>
              <a:t>Deep</a:t>
            </a:r>
          </a:p>
          <a:p>
            <a:pPr algn="ctr">
              <a:lnSpc>
                <a:spcPct val="100000"/>
              </a:lnSpc>
            </a:pPr>
            <a:r>
              <a:rPr lang="en-US" sz="900">
                <a:solidFill>
                  <a:schemeClr val="bg1"/>
                </a:solidFill>
              </a:rPr>
              <a:t>Blue</a:t>
            </a:r>
          </a:p>
          <a:p>
            <a:pPr marL="0" marR="0" lvl="0" indent="0" algn="ctr" defTabSz="228600" rtl="0" eaLnBrk="1" fontAlgn="auto" latinLnBrk="0" hangingPunct="1">
              <a:lnSpc>
                <a:spcPct val="100000"/>
              </a:lnSpc>
              <a:spcBef>
                <a:spcPts val="0"/>
              </a:spcBef>
              <a:spcAft>
                <a:spcPts val="0"/>
              </a:spcAft>
              <a:buClrTx/>
              <a:buSzTx/>
              <a:buFontTx/>
              <a:buNone/>
              <a:tabLst/>
              <a:defRPr/>
            </a:pPr>
            <a:endParaRPr lang="en-GB" sz="900" kern="1200">
              <a:solidFill>
                <a:schemeClr val="bg1"/>
              </a:solidFill>
              <a:effectLst/>
              <a:latin typeface="+mn-lt"/>
              <a:ea typeface="+mn-ea"/>
              <a:cs typeface="+mn-cs"/>
            </a:endParaRPr>
          </a:p>
          <a:p>
            <a:pPr algn="ctr">
              <a:lnSpc>
                <a:spcPct val="100000"/>
              </a:lnSpc>
            </a:pPr>
            <a:r>
              <a:rPr lang="en-GB" sz="900" kern="1200">
                <a:solidFill>
                  <a:schemeClr val="lt1"/>
                </a:solidFill>
                <a:effectLst/>
                <a:latin typeface="+mn-lt"/>
                <a:ea typeface="+mn-ea"/>
                <a:cs typeface="+mn-cs"/>
              </a:rPr>
              <a:t>#1F4456</a:t>
            </a:r>
          </a:p>
        </p:txBody>
      </p:sp>
      <p:sp>
        <p:nvSpPr>
          <p:cNvPr id="75" name="Oval 74">
            <a:extLst>
              <a:ext uri="{FF2B5EF4-FFF2-40B4-BE49-F238E27FC236}">
                <a16:creationId xmlns:a16="http://schemas.microsoft.com/office/drawing/2014/main" id="{F1D0E45F-98DC-B34A-AFA6-51BCD7513D79}"/>
              </a:ext>
            </a:extLst>
          </p:cNvPr>
          <p:cNvSpPr/>
          <p:nvPr userDrawn="1"/>
        </p:nvSpPr>
        <p:spPr>
          <a:xfrm>
            <a:off x="4272030" y="3563738"/>
            <a:ext cx="1126869" cy="1126796"/>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sz="900">
                <a:solidFill>
                  <a:srgbClr val="262626"/>
                </a:solidFill>
              </a:rPr>
              <a:t>Warm</a:t>
            </a:r>
          </a:p>
          <a:p>
            <a:pPr algn="ctr">
              <a:lnSpc>
                <a:spcPct val="100000"/>
              </a:lnSpc>
            </a:pPr>
            <a:r>
              <a:rPr lang="en-US" sz="900">
                <a:solidFill>
                  <a:srgbClr val="262626"/>
                </a:solidFill>
              </a:rPr>
              <a:t>White</a:t>
            </a:r>
          </a:p>
          <a:p>
            <a:pPr marL="0" marR="0" lvl="0" indent="0" algn="ctr" defTabSz="228600" rtl="0" eaLnBrk="1" fontAlgn="auto" latinLnBrk="0" hangingPunct="1">
              <a:lnSpc>
                <a:spcPct val="100000"/>
              </a:lnSpc>
              <a:spcBef>
                <a:spcPts val="0"/>
              </a:spcBef>
              <a:spcAft>
                <a:spcPts val="0"/>
              </a:spcAft>
              <a:buClrTx/>
              <a:buSzTx/>
              <a:buFontTx/>
              <a:buNone/>
              <a:tabLst/>
              <a:defRPr/>
            </a:pPr>
            <a:endParaRPr lang="en-GB" sz="900" kern="1200">
              <a:solidFill>
                <a:srgbClr val="262626"/>
              </a:solidFill>
              <a:effectLst/>
              <a:latin typeface="+mn-lt"/>
              <a:ea typeface="+mn-ea"/>
              <a:cs typeface="+mn-cs"/>
            </a:endParaRPr>
          </a:p>
          <a:p>
            <a:pPr algn="ctr">
              <a:lnSpc>
                <a:spcPct val="100000"/>
              </a:lnSpc>
            </a:pPr>
            <a:r>
              <a:rPr lang="en-GB" sz="900" kern="1200">
                <a:solidFill>
                  <a:srgbClr val="262626"/>
                </a:solidFill>
                <a:effectLst/>
                <a:latin typeface="+mn-lt"/>
                <a:ea typeface="+mn-ea"/>
                <a:cs typeface="+mn-cs"/>
              </a:rPr>
              <a:t>#F0EEED</a:t>
            </a:r>
          </a:p>
        </p:txBody>
      </p:sp>
      <p:sp>
        <p:nvSpPr>
          <p:cNvPr id="76" name="Oval 75">
            <a:extLst>
              <a:ext uri="{FF2B5EF4-FFF2-40B4-BE49-F238E27FC236}">
                <a16:creationId xmlns:a16="http://schemas.microsoft.com/office/drawing/2014/main" id="{6CA938AB-D89F-9843-A2B5-02DBB3E158C6}"/>
              </a:ext>
            </a:extLst>
          </p:cNvPr>
          <p:cNvSpPr/>
          <p:nvPr userDrawn="1"/>
        </p:nvSpPr>
        <p:spPr>
          <a:xfrm>
            <a:off x="5491310" y="3563738"/>
            <a:ext cx="1126869" cy="112679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sz="900">
                <a:solidFill>
                  <a:srgbClr val="262626"/>
                </a:solidFill>
              </a:rPr>
              <a:t>Cool </a:t>
            </a:r>
          </a:p>
          <a:p>
            <a:pPr algn="ctr">
              <a:lnSpc>
                <a:spcPct val="100000"/>
              </a:lnSpc>
            </a:pPr>
            <a:r>
              <a:rPr lang="en-US" sz="900">
                <a:solidFill>
                  <a:srgbClr val="262626"/>
                </a:solidFill>
              </a:rPr>
              <a:t>Gray</a:t>
            </a:r>
          </a:p>
          <a:p>
            <a:pPr marL="0" marR="0" lvl="0" indent="0" algn="ctr" defTabSz="228600" rtl="0" eaLnBrk="1" fontAlgn="auto" latinLnBrk="0" hangingPunct="1">
              <a:lnSpc>
                <a:spcPct val="100000"/>
              </a:lnSpc>
              <a:spcBef>
                <a:spcPts val="0"/>
              </a:spcBef>
              <a:spcAft>
                <a:spcPts val="0"/>
              </a:spcAft>
              <a:buClrTx/>
              <a:buSzTx/>
              <a:buFontTx/>
              <a:buNone/>
              <a:tabLst/>
              <a:defRPr/>
            </a:pPr>
            <a:endParaRPr lang="en-GB" sz="900" kern="1200">
              <a:solidFill>
                <a:srgbClr val="262626"/>
              </a:solidFill>
              <a:effectLst/>
              <a:latin typeface="+mn-lt"/>
              <a:ea typeface="+mn-ea"/>
              <a:cs typeface="+mn-cs"/>
            </a:endParaRPr>
          </a:p>
          <a:p>
            <a:pPr algn="ctr">
              <a:lnSpc>
                <a:spcPct val="100000"/>
              </a:lnSpc>
            </a:pPr>
            <a:r>
              <a:rPr lang="en-GB" sz="900" kern="1200">
                <a:solidFill>
                  <a:srgbClr val="262626"/>
                </a:solidFill>
                <a:effectLst/>
                <a:latin typeface="+mn-lt"/>
                <a:ea typeface="+mn-ea"/>
                <a:cs typeface="+mn-cs"/>
              </a:rPr>
              <a:t>#C2C7CA</a:t>
            </a:r>
          </a:p>
        </p:txBody>
      </p:sp>
      <p:sp>
        <p:nvSpPr>
          <p:cNvPr id="77" name="Oval 76">
            <a:extLst>
              <a:ext uri="{FF2B5EF4-FFF2-40B4-BE49-F238E27FC236}">
                <a16:creationId xmlns:a16="http://schemas.microsoft.com/office/drawing/2014/main" id="{992D69B6-A098-0F45-A305-DCD533E46EBA}"/>
              </a:ext>
            </a:extLst>
          </p:cNvPr>
          <p:cNvSpPr/>
          <p:nvPr userDrawn="1"/>
        </p:nvSpPr>
        <p:spPr>
          <a:xfrm>
            <a:off x="4272030" y="4799871"/>
            <a:ext cx="1126869" cy="1126796"/>
          </a:xfrm>
          <a:prstGeom prst="ellipse">
            <a:avLst/>
          </a:prstGeom>
          <a:solidFill>
            <a:schemeClr val="bg1"/>
          </a:solidFill>
          <a:ln>
            <a:solidFill>
              <a:srgbClr val="262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sz="900">
                <a:solidFill>
                  <a:srgbClr val="262626"/>
                </a:solidFill>
              </a:rPr>
              <a:t>White</a:t>
            </a:r>
          </a:p>
          <a:p>
            <a:pPr marL="0" marR="0" lvl="0" indent="0" algn="ctr" defTabSz="228600" rtl="0" eaLnBrk="1" fontAlgn="auto" latinLnBrk="0" hangingPunct="1">
              <a:lnSpc>
                <a:spcPct val="100000"/>
              </a:lnSpc>
              <a:spcBef>
                <a:spcPts val="0"/>
              </a:spcBef>
              <a:spcAft>
                <a:spcPts val="0"/>
              </a:spcAft>
              <a:buClrTx/>
              <a:buSzTx/>
              <a:buFontTx/>
              <a:buNone/>
              <a:tabLst/>
              <a:defRPr/>
            </a:pPr>
            <a:endParaRPr lang="en-GB" sz="900" kern="1200">
              <a:solidFill>
                <a:srgbClr val="262626"/>
              </a:solidFill>
              <a:effectLst/>
              <a:latin typeface="+mn-lt"/>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lang="en-GB" sz="900" kern="1200">
                <a:solidFill>
                  <a:srgbClr val="262626"/>
                </a:solidFill>
                <a:effectLst/>
                <a:latin typeface="+mn-lt"/>
                <a:ea typeface="+mn-ea"/>
                <a:cs typeface="+mn-cs"/>
              </a:rPr>
              <a:t>#FFFFFF</a:t>
            </a:r>
          </a:p>
        </p:txBody>
      </p:sp>
      <p:sp>
        <p:nvSpPr>
          <p:cNvPr id="78" name="Oval 77">
            <a:extLst>
              <a:ext uri="{FF2B5EF4-FFF2-40B4-BE49-F238E27FC236}">
                <a16:creationId xmlns:a16="http://schemas.microsoft.com/office/drawing/2014/main" id="{121A5729-6302-C34E-A58B-7481EB87E7D3}"/>
              </a:ext>
            </a:extLst>
          </p:cNvPr>
          <p:cNvSpPr/>
          <p:nvPr userDrawn="1"/>
        </p:nvSpPr>
        <p:spPr>
          <a:xfrm>
            <a:off x="5491310" y="4799871"/>
            <a:ext cx="1126869" cy="112679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sz="900">
                <a:solidFill>
                  <a:schemeClr val="bg1"/>
                </a:solidFill>
              </a:rPr>
              <a:t>Black</a:t>
            </a:r>
          </a:p>
          <a:p>
            <a:pPr marL="0" marR="0" lvl="0" indent="0" algn="ctr" defTabSz="228600" rtl="0" eaLnBrk="1" fontAlgn="auto" latinLnBrk="0" hangingPunct="1">
              <a:lnSpc>
                <a:spcPct val="100000"/>
              </a:lnSpc>
              <a:spcBef>
                <a:spcPts val="0"/>
              </a:spcBef>
              <a:spcAft>
                <a:spcPts val="0"/>
              </a:spcAft>
              <a:buClrTx/>
              <a:buSzTx/>
              <a:buFontTx/>
              <a:buNone/>
              <a:tabLst/>
              <a:defRPr/>
            </a:pPr>
            <a:endParaRPr lang="en-GB" sz="900" kern="1200">
              <a:solidFill>
                <a:schemeClr val="bg1"/>
              </a:solidFill>
              <a:effectLst/>
              <a:latin typeface="+mn-lt"/>
              <a:ea typeface="+mn-ea"/>
              <a:cs typeface="+mn-cs"/>
            </a:endParaRPr>
          </a:p>
          <a:p>
            <a:pPr algn="ctr">
              <a:lnSpc>
                <a:spcPct val="100000"/>
              </a:lnSpc>
            </a:pPr>
            <a:r>
              <a:rPr lang="en-GB" sz="900" kern="1200">
                <a:solidFill>
                  <a:schemeClr val="lt1"/>
                </a:solidFill>
                <a:effectLst/>
                <a:latin typeface="+mn-lt"/>
                <a:ea typeface="+mn-ea"/>
                <a:cs typeface="+mn-cs"/>
              </a:rPr>
              <a:t>#262626</a:t>
            </a:r>
          </a:p>
        </p:txBody>
      </p:sp>
      <p:sp>
        <p:nvSpPr>
          <p:cNvPr id="79" name="Oval 78">
            <a:extLst>
              <a:ext uri="{FF2B5EF4-FFF2-40B4-BE49-F238E27FC236}">
                <a16:creationId xmlns:a16="http://schemas.microsoft.com/office/drawing/2014/main" id="{89BC4978-69C3-5147-B2BD-8D6FF46C6A3E}"/>
              </a:ext>
            </a:extLst>
          </p:cNvPr>
          <p:cNvSpPr/>
          <p:nvPr userDrawn="1"/>
        </p:nvSpPr>
        <p:spPr>
          <a:xfrm>
            <a:off x="7286691" y="2414293"/>
            <a:ext cx="900956" cy="900897"/>
          </a:xfrm>
          <a:prstGeom prst="ellipse">
            <a:avLst/>
          </a:prstGeom>
          <a:noFill/>
          <a:ln w="2286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00000"/>
              </a:lnSpc>
            </a:pPr>
            <a:r>
              <a:rPr lang="en-GB" sz="900" kern="1200">
                <a:solidFill>
                  <a:srgbClr val="262626"/>
                </a:solidFill>
                <a:effectLst/>
                <a:latin typeface="+mn-lt"/>
                <a:ea typeface="+mn-ea"/>
                <a:cs typeface="+mn-cs"/>
              </a:rPr>
              <a:t>#448790</a:t>
            </a:r>
          </a:p>
        </p:txBody>
      </p:sp>
      <p:sp>
        <p:nvSpPr>
          <p:cNvPr id="87" name="Oval 86">
            <a:extLst>
              <a:ext uri="{FF2B5EF4-FFF2-40B4-BE49-F238E27FC236}">
                <a16:creationId xmlns:a16="http://schemas.microsoft.com/office/drawing/2014/main" id="{DEF7AC98-7B0F-D945-A87D-41FC3997B90E}"/>
              </a:ext>
            </a:extLst>
          </p:cNvPr>
          <p:cNvSpPr/>
          <p:nvPr userDrawn="1"/>
        </p:nvSpPr>
        <p:spPr>
          <a:xfrm>
            <a:off x="8508522" y="2414293"/>
            <a:ext cx="900956" cy="900897"/>
          </a:xfrm>
          <a:prstGeom prst="ellipse">
            <a:avLst/>
          </a:prstGeom>
          <a:noFill/>
          <a:ln w="228600">
            <a:solidFill>
              <a:srgbClr val="A1C6C8"/>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lang="en-GB" sz="900" kern="1200">
                <a:solidFill>
                  <a:srgbClr val="262626"/>
                </a:solidFill>
                <a:effectLst/>
                <a:latin typeface="+mn-lt"/>
                <a:ea typeface="+mn-ea"/>
                <a:cs typeface="+mn-cs"/>
              </a:rPr>
              <a:t>#A1C6C8</a:t>
            </a:r>
          </a:p>
        </p:txBody>
      </p:sp>
      <p:sp>
        <p:nvSpPr>
          <p:cNvPr id="88" name="Oval 87">
            <a:extLst>
              <a:ext uri="{FF2B5EF4-FFF2-40B4-BE49-F238E27FC236}">
                <a16:creationId xmlns:a16="http://schemas.microsoft.com/office/drawing/2014/main" id="{49D13394-02F0-3449-A673-D7B35532FE88}"/>
              </a:ext>
            </a:extLst>
          </p:cNvPr>
          <p:cNvSpPr/>
          <p:nvPr userDrawn="1"/>
        </p:nvSpPr>
        <p:spPr>
          <a:xfrm>
            <a:off x="7286691" y="3676687"/>
            <a:ext cx="900956" cy="900897"/>
          </a:xfrm>
          <a:prstGeom prst="ellipse">
            <a:avLst/>
          </a:prstGeom>
          <a:noFill/>
          <a:ln w="2286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lang="en-GB" sz="900" kern="1200">
                <a:solidFill>
                  <a:srgbClr val="262626"/>
                </a:solidFill>
                <a:effectLst/>
                <a:latin typeface="+mn-lt"/>
                <a:ea typeface="+mn-ea"/>
                <a:cs typeface="+mn-cs"/>
              </a:rPr>
              <a:t># F4C064</a:t>
            </a:r>
          </a:p>
        </p:txBody>
      </p:sp>
      <p:sp>
        <p:nvSpPr>
          <p:cNvPr id="89" name="Oval 88">
            <a:extLst>
              <a:ext uri="{FF2B5EF4-FFF2-40B4-BE49-F238E27FC236}">
                <a16:creationId xmlns:a16="http://schemas.microsoft.com/office/drawing/2014/main" id="{E2A59286-4F60-7645-AB43-1EC4F2F9282C}"/>
              </a:ext>
            </a:extLst>
          </p:cNvPr>
          <p:cNvSpPr/>
          <p:nvPr userDrawn="1"/>
        </p:nvSpPr>
        <p:spPr>
          <a:xfrm>
            <a:off x="8508522" y="3676687"/>
            <a:ext cx="900956" cy="900897"/>
          </a:xfrm>
          <a:prstGeom prst="ellipse">
            <a:avLst/>
          </a:prstGeom>
          <a:noFill/>
          <a:ln w="228600">
            <a:solidFill>
              <a:srgbClr val="EDD8BC"/>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lang="en-GB" sz="900" kern="1200">
                <a:solidFill>
                  <a:srgbClr val="262626"/>
                </a:solidFill>
                <a:effectLst/>
                <a:latin typeface="+mn-lt"/>
                <a:ea typeface="+mn-ea"/>
                <a:cs typeface="+mn-cs"/>
              </a:rPr>
              <a:t>#EDD8BC</a:t>
            </a:r>
          </a:p>
        </p:txBody>
      </p:sp>
      <p:sp>
        <p:nvSpPr>
          <p:cNvPr id="90" name="Oval 89">
            <a:extLst>
              <a:ext uri="{FF2B5EF4-FFF2-40B4-BE49-F238E27FC236}">
                <a16:creationId xmlns:a16="http://schemas.microsoft.com/office/drawing/2014/main" id="{B0BC203A-CA68-0E4D-A11C-736FAA6510A3}"/>
              </a:ext>
            </a:extLst>
          </p:cNvPr>
          <p:cNvSpPr/>
          <p:nvPr userDrawn="1"/>
        </p:nvSpPr>
        <p:spPr>
          <a:xfrm>
            <a:off x="7286691" y="4912821"/>
            <a:ext cx="900956" cy="900897"/>
          </a:xfrm>
          <a:prstGeom prst="ellipse">
            <a:avLst/>
          </a:prstGeom>
          <a:noFill/>
          <a:ln w="2286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lang="en-GB" sz="900" kern="1200">
                <a:solidFill>
                  <a:srgbClr val="262626"/>
                </a:solidFill>
                <a:effectLst/>
                <a:latin typeface="+mn-lt"/>
                <a:ea typeface="+mn-ea"/>
                <a:cs typeface="+mn-cs"/>
              </a:rPr>
              <a:t># 426399</a:t>
            </a:r>
          </a:p>
        </p:txBody>
      </p:sp>
      <p:sp>
        <p:nvSpPr>
          <p:cNvPr id="91" name="Oval 90">
            <a:extLst>
              <a:ext uri="{FF2B5EF4-FFF2-40B4-BE49-F238E27FC236}">
                <a16:creationId xmlns:a16="http://schemas.microsoft.com/office/drawing/2014/main" id="{47BDB668-EB28-5E47-807B-03076E1400C5}"/>
              </a:ext>
            </a:extLst>
          </p:cNvPr>
          <p:cNvSpPr/>
          <p:nvPr userDrawn="1"/>
        </p:nvSpPr>
        <p:spPr>
          <a:xfrm>
            <a:off x="8508522" y="4912821"/>
            <a:ext cx="900956" cy="900897"/>
          </a:xfrm>
          <a:prstGeom prst="ellipse">
            <a:avLst/>
          </a:prstGeom>
          <a:noFill/>
          <a:ln w="228600">
            <a:solidFill>
              <a:srgbClr val="D9E5EC"/>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lang="en-GB" sz="900" kern="1200">
                <a:solidFill>
                  <a:srgbClr val="262626"/>
                </a:solidFill>
                <a:effectLst/>
                <a:latin typeface="+mn-lt"/>
                <a:ea typeface="+mn-ea"/>
                <a:cs typeface="+mn-cs"/>
              </a:rPr>
              <a:t># D9E5EC</a:t>
            </a:r>
          </a:p>
        </p:txBody>
      </p:sp>
      <p:cxnSp>
        <p:nvCxnSpPr>
          <p:cNvPr id="92" name="Straight Connector 91">
            <a:extLst>
              <a:ext uri="{FF2B5EF4-FFF2-40B4-BE49-F238E27FC236}">
                <a16:creationId xmlns:a16="http://schemas.microsoft.com/office/drawing/2014/main" id="{0BA01B46-766C-094E-B931-88F4AD4DD650}"/>
              </a:ext>
            </a:extLst>
          </p:cNvPr>
          <p:cNvCxnSpPr>
            <a:cxnSpLocks/>
          </p:cNvCxnSpPr>
          <p:nvPr userDrawn="1"/>
        </p:nvCxnSpPr>
        <p:spPr>
          <a:xfrm>
            <a:off x="9865209" y="1553601"/>
            <a:ext cx="0" cy="4373066"/>
          </a:xfrm>
          <a:prstGeom prst="line">
            <a:avLst/>
          </a:prstGeom>
          <a:ln>
            <a:solidFill>
              <a:srgbClr val="262626"/>
            </a:solidFill>
          </a:ln>
        </p:spPr>
        <p:style>
          <a:lnRef idx="1">
            <a:schemeClr val="dk1"/>
          </a:lnRef>
          <a:fillRef idx="0">
            <a:schemeClr val="dk1"/>
          </a:fillRef>
          <a:effectRef idx="0">
            <a:schemeClr val="dk1"/>
          </a:effectRef>
          <a:fontRef idx="minor">
            <a:schemeClr val="tx1"/>
          </a:fontRef>
        </p:style>
      </p:cxnSp>
      <p:sp>
        <p:nvSpPr>
          <p:cNvPr id="93" name="Oval 92">
            <a:extLst>
              <a:ext uri="{FF2B5EF4-FFF2-40B4-BE49-F238E27FC236}">
                <a16:creationId xmlns:a16="http://schemas.microsoft.com/office/drawing/2014/main" id="{5AC601D9-DAE9-E14C-832E-551832B2D766}"/>
              </a:ext>
            </a:extLst>
          </p:cNvPr>
          <p:cNvSpPr/>
          <p:nvPr userDrawn="1"/>
        </p:nvSpPr>
        <p:spPr>
          <a:xfrm>
            <a:off x="10083928" y="2302204"/>
            <a:ext cx="1126869" cy="1126796"/>
          </a:xfrm>
          <a:prstGeom prst="ellipse">
            <a:avLst/>
          </a:prstGeom>
          <a:solidFill>
            <a:srgbClr val="6F89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sz="900">
                <a:solidFill>
                  <a:schemeClr val="bg1"/>
                </a:solidFill>
              </a:rPr>
              <a:t>Rewards</a:t>
            </a:r>
          </a:p>
          <a:p>
            <a:pPr algn="ctr">
              <a:lnSpc>
                <a:spcPct val="100000"/>
              </a:lnSpc>
            </a:pPr>
            <a:r>
              <a:rPr lang="en-US" sz="900">
                <a:solidFill>
                  <a:schemeClr val="bg1"/>
                </a:solidFill>
              </a:rPr>
              <a:t>Gray</a:t>
            </a:r>
          </a:p>
          <a:p>
            <a:pPr marL="0" marR="0" lvl="0" indent="0" algn="ctr" defTabSz="228600" rtl="0" eaLnBrk="1" fontAlgn="auto" latinLnBrk="0" hangingPunct="1">
              <a:lnSpc>
                <a:spcPct val="100000"/>
              </a:lnSpc>
              <a:spcBef>
                <a:spcPts val="0"/>
              </a:spcBef>
              <a:spcAft>
                <a:spcPts val="0"/>
              </a:spcAft>
              <a:buClrTx/>
              <a:buSzTx/>
              <a:buFontTx/>
              <a:buNone/>
              <a:tabLst/>
              <a:defRPr/>
            </a:pPr>
            <a:endParaRPr lang="en-GB" sz="900" kern="1200">
              <a:solidFill>
                <a:schemeClr val="bg1"/>
              </a:solidFill>
              <a:effectLst/>
              <a:latin typeface="+mn-lt"/>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lang="en-GB" sz="900" kern="1200">
                <a:solidFill>
                  <a:schemeClr val="lt1"/>
                </a:solidFill>
                <a:effectLst/>
                <a:latin typeface="+mn-lt"/>
                <a:ea typeface="+mn-ea"/>
                <a:cs typeface="+mn-cs"/>
              </a:rPr>
              <a:t>#6F8996</a:t>
            </a:r>
          </a:p>
        </p:txBody>
      </p:sp>
      <p:sp>
        <p:nvSpPr>
          <p:cNvPr id="94" name="TextBox 93">
            <a:extLst>
              <a:ext uri="{FF2B5EF4-FFF2-40B4-BE49-F238E27FC236}">
                <a16:creationId xmlns:a16="http://schemas.microsoft.com/office/drawing/2014/main" id="{D664392E-81FE-364D-926B-02EA69857AC3}"/>
              </a:ext>
            </a:extLst>
          </p:cNvPr>
          <p:cNvSpPr txBox="1"/>
          <p:nvPr userDrawn="1"/>
        </p:nvSpPr>
        <p:spPr>
          <a:xfrm>
            <a:off x="10089802" y="3656721"/>
            <a:ext cx="1469904" cy="1375137"/>
          </a:xfrm>
          <a:prstGeom prst="rect">
            <a:avLst/>
          </a:prstGeom>
          <a:noFill/>
        </p:spPr>
        <p:txBody>
          <a:bodyPr wrap="square" lIns="0" tIns="0" rIns="0" bIns="0" rtlCol="0">
            <a:noAutofit/>
          </a:bodyPr>
          <a:lstStyle/>
          <a:p>
            <a:pPr>
              <a:lnSpc>
                <a:spcPct val="100000"/>
              </a:lnSpc>
            </a:pPr>
            <a:r>
              <a:rPr lang="en-GB" sz="900" kern="1200">
                <a:solidFill>
                  <a:srgbClr val="262626"/>
                </a:solidFill>
                <a:effectLst/>
                <a:latin typeface="+mn-lt"/>
                <a:ea typeface="+mn-ea"/>
                <a:cs typeface="+mn-cs"/>
              </a:rPr>
              <a:t>Rewards Gray should only be used on PowerPoint presentations that feature IHG</a:t>
            </a:r>
            <a:r>
              <a:rPr lang="en-GB" sz="900" kern="1200" baseline="30000">
                <a:solidFill>
                  <a:srgbClr val="262626"/>
                </a:solidFill>
                <a:effectLst/>
                <a:latin typeface="+mn-lt"/>
                <a:ea typeface="+mn-ea"/>
                <a:cs typeface="+mn-cs"/>
              </a:rPr>
              <a:t>®</a:t>
            </a:r>
            <a:r>
              <a:rPr lang="en-GB" sz="900" kern="1200">
                <a:solidFill>
                  <a:srgbClr val="262626"/>
                </a:solidFill>
                <a:effectLst/>
                <a:latin typeface="+mn-lt"/>
                <a:ea typeface="+mn-ea"/>
                <a:cs typeface="+mn-cs"/>
              </a:rPr>
              <a:t> Rewards.</a:t>
            </a:r>
          </a:p>
        </p:txBody>
      </p:sp>
      <p:sp>
        <p:nvSpPr>
          <p:cNvPr id="30" name="Text Placeholder 5">
            <a:extLst>
              <a:ext uri="{FF2B5EF4-FFF2-40B4-BE49-F238E27FC236}">
                <a16:creationId xmlns:a16="http://schemas.microsoft.com/office/drawing/2014/main" id="{C4F49C69-DDFE-F544-A24E-974B9FA94354}"/>
              </a:ext>
            </a:extLst>
          </p:cNvPr>
          <p:cNvSpPr>
            <a:spLocks noGrp="1"/>
          </p:cNvSpPr>
          <p:nvPr>
            <p:ph type="body" sz="quarter" idx="22"/>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31" name="Text Placeholder 7">
            <a:extLst>
              <a:ext uri="{FF2B5EF4-FFF2-40B4-BE49-F238E27FC236}">
                <a16:creationId xmlns:a16="http://schemas.microsoft.com/office/drawing/2014/main" id="{EF3FB2AE-B6EC-8B40-B6AF-B0AD2630D3A2}"/>
              </a:ext>
            </a:extLst>
          </p:cNvPr>
          <p:cNvSpPr>
            <a:spLocks noGrp="1"/>
          </p:cNvSpPr>
          <p:nvPr>
            <p:ph type="body" sz="quarter" idx="23"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FB331025-DAFD-814C-A4D9-9FF86DCD2FA3}"/>
              </a:ext>
            </a:extLst>
          </p:cNvPr>
          <p:cNvSpPr>
            <a:spLocks noGrp="1"/>
          </p:cNvSpPr>
          <p:nvPr>
            <p:ph type="sldNum" sz="quarter" idx="24"/>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40797137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Slide - Dark">
    <p:bg>
      <p:bgPr>
        <a:solidFill>
          <a:srgbClr val="1F4456"/>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6490" y="2924433"/>
            <a:ext cx="5400000" cy="1532237"/>
          </a:xfrm>
        </p:spPr>
        <p:txBody>
          <a:bodyPr anchor="b"/>
          <a:lstStyle>
            <a:lvl1pPr algn="l">
              <a:defRPr sz="5000">
                <a:solidFill>
                  <a:schemeClr val="bg1"/>
                </a:solidFill>
              </a:defRPr>
            </a:lvl1pPr>
          </a:lstStyle>
          <a:p>
            <a:r>
              <a:rPr lang="en-GB"/>
              <a:t>Presentation</a:t>
            </a:r>
            <a:br>
              <a:rPr lang="en-GB"/>
            </a:br>
            <a:r>
              <a:rPr lang="en-GB"/>
              <a:t>Title</a:t>
            </a:r>
            <a:endParaRPr lang="en-US"/>
          </a:p>
        </p:txBody>
      </p:sp>
      <p:sp>
        <p:nvSpPr>
          <p:cNvPr id="3" name="Subtitle 2"/>
          <p:cNvSpPr>
            <a:spLocks noGrp="1"/>
          </p:cNvSpPr>
          <p:nvPr>
            <p:ph type="subTitle" idx="1" hasCustomPrompt="1"/>
          </p:nvPr>
        </p:nvSpPr>
        <p:spPr>
          <a:xfrm>
            <a:off x="526490" y="4554666"/>
            <a:ext cx="5400000" cy="346848"/>
          </a:xfrm>
        </p:spPr>
        <p:txBody>
          <a:bodyPr/>
          <a:lstStyle>
            <a:lvl1pPr marL="0" indent="0" algn="l">
              <a:buNone/>
              <a:defRPr sz="950" cap="all" spc="5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Month year</a:t>
            </a:r>
            <a:endParaRPr lang="en-US"/>
          </a:p>
        </p:txBody>
      </p:sp>
      <p:pic>
        <p:nvPicPr>
          <p:cNvPr id="12" name="Graphic 11">
            <a:extLst>
              <a:ext uri="{FF2B5EF4-FFF2-40B4-BE49-F238E27FC236}">
                <a16:creationId xmlns:a16="http://schemas.microsoft.com/office/drawing/2014/main" id="{EF7EAAEA-1A6A-9D72-9ECE-4DA8DD2C60D2}"/>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4"/>
            <a:ext cx="3258000" cy="261176"/>
          </a:xfrm>
          <a:prstGeom prst="rect">
            <a:avLst/>
          </a:prstGeom>
        </p:spPr>
      </p:pic>
      <p:pic>
        <p:nvPicPr>
          <p:cNvPr id="15" name="Graphic 14">
            <a:extLst>
              <a:ext uri="{FF2B5EF4-FFF2-40B4-BE49-F238E27FC236}">
                <a16:creationId xmlns:a16="http://schemas.microsoft.com/office/drawing/2014/main" id="{5F9BDF4C-6A1D-134B-C022-C72A73E8CC95}"/>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526490" y="6139432"/>
            <a:ext cx="1332000" cy="240852"/>
          </a:xfrm>
          <a:prstGeom prst="rect">
            <a:avLst/>
          </a:prstGeom>
        </p:spPr>
      </p:pic>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96000" y="476284"/>
            <a:ext cx="5616000" cy="5904000"/>
          </a:xfrm>
          <a:solidFill>
            <a:schemeClr val="bg1">
              <a:lumMod val="85000"/>
            </a:schemeClr>
          </a:solidFill>
        </p:spPr>
        <p:txBody>
          <a:bodyPr/>
          <a:lstStyle/>
          <a:p>
            <a:endParaRPr lang="en-US"/>
          </a:p>
        </p:txBody>
      </p:sp>
    </p:spTree>
    <p:extLst>
      <p:ext uri="{BB962C8B-B14F-4D97-AF65-F5344CB8AC3E}">
        <p14:creationId xmlns:p14="http://schemas.microsoft.com/office/powerpoint/2010/main" val="347380266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Slide - Ligh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6490" y="2924433"/>
            <a:ext cx="5400000" cy="1532237"/>
          </a:xfrm>
        </p:spPr>
        <p:txBody>
          <a:bodyPr anchor="b"/>
          <a:lstStyle>
            <a:lvl1pPr algn="l">
              <a:defRPr sz="5000">
                <a:solidFill>
                  <a:schemeClr val="tx1"/>
                </a:solidFill>
              </a:defRPr>
            </a:lvl1pPr>
          </a:lstStyle>
          <a:p>
            <a:r>
              <a:rPr lang="en-GB"/>
              <a:t>Presentation</a:t>
            </a:r>
            <a:br>
              <a:rPr lang="en-GB"/>
            </a:br>
            <a:r>
              <a:rPr lang="en-GB"/>
              <a:t>Title</a:t>
            </a:r>
            <a:endParaRPr lang="en-US"/>
          </a:p>
        </p:txBody>
      </p:sp>
      <p:sp>
        <p:nvSpPr>
          <p:cNvPr id="3" name="Subtitle 2"/>
          <p:cNvSpPr>
            <a:spLocks noGrp="1"/>
          </p:cNvSpPr>
          <p:nvPr>
            <p:ph type="subTitle" idx="1" hasCustomPrompt="1"/>
          </p:nvPr>
        </p:nvSpPr>
        <p:spPr>
          <a:xfrm>
            <a:off x="526490" y="4554666"/>
            <a:ext cx="5400000" cy="346848"/>
          </a:xfrm>
        </p:spPr>
        <p:txBody>
          <a:bodyPr/>
          <a:lstStyle>
            <a:lvl1pPr marL="0" indent="0" algn="l">
              <a:buNone/>
              <a:defRPr sz="950" cap="all" spc="5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Month year</a:t>
            </a:r>
            <a:endParaRPr lang="en-US"/>
          </a:p>
        </p:txBody>
      </p:sp>
      <p:pic>
        <p:nvPicPr>
          <p:cNvPr id="12" name="Graphic 11">
            <a:extLst>
              <a:ext uri="{FF2B5EF4-FFF2-40B4-BE49-F238E27FC236}">
                <a16:creationId xmlns:a16="http://schemas.microsoft.com/office/drawing/2014/main" id="{EF7EAAEA-1A6A-9D72-9ECE-4DA8DD2C60D2}"/>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4"/>
            <a:ext cx="3258000" cy="261176"/>
          </a:xfrm>
          <a:prstGeom prst="rect">
            <a:avLst/>
          </a:prstGeom>
        </p:spPr>
      </p:pic>
      <p:pic>
        <p:nvPicPr>
          <p:cNvPr id="15" name="Graphic 14">
            <a:extLst>
              <a:ext uri="{FF2B5EF4-FFF2-40B4-BE49-F238E27FC236}">
                <a16:creationId xmlns:a16="http://schemas.microsoft.com/office/drawing/2014/main" id="{5F9BDF4C-6A1D-134B-C022-C72A73E8CC95}"/>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526490" y="6139432"/>
            <a:ext cx="1332000" cy="240852"/>
          </a:xfrm>
          <a:prstGeom prst="rect">
            <a:avLst/>
          </a:prstGeom>
        </p:spPr>
      </p:pic>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96000" y="476284"/>
            <a:ext cx="5616000" cy="5904000"/>
          </a:xfrm>
          <a:solidFill>
            <a:schemeClr val="bg1">
              <a:lumMod val="85000"/>
            </a:schemeClr>
          </a:solidFill>
        </p:spPr>
        <p:txBody>
          <a:bodyPr/>
          <a:lstStyle/>
          <a:p>
            <a:endParaRPr lang="en-US"/>
          </a:p>
        </p:txBody>
      </p:sp>
    </p:spTree>
    <p:extLst>
      <p:ext uri="{BB962C8B-B14F-4D97-AF65-F5344CB8AC3E}">
        <p14:creationId xmlns:p14="http://schemas.microsoft.com/office/powerpoint/2010/main" val="359832671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Section Divider">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1655" y="476251"/>
            <a:ext cx="11134408" cy="900000"/>
          </a:xfrm>
        </p:spPr>
        <p:txBody>
          <a:bodyPr anchor="b"/>
          <a:lstStyle>
            <a:lvl1pPr algn="ctr">
              <a:defRPr sz="5000">
                <a:solidFill>
                  <a:schemeClr val="bg1"/>
                </a:solidFill>
              </a:defRPr>
            </a:lvl1pPr>
          </a:lstStyle>
          <a:p>
            <a:r>
              <a:rPr lang="en-GB"/>
              <a:t>Section Divider</a:t>
            </a:r>
            <a:endParaRPr lang="en-US"/>
          </a:p>
        </p:txBody>
      </p:sp>
      <p:sp>
        <p:nvSpPr>
          <p:cNvPr id="3" name="Text Placeholder 2"/>
          <p:cNvSpPr>
            <a:spLocks noGrp="1"/>
          </p:cNvSpPr>
          <p:nvPr>
            <p:ph type="body" idx="1" hasCustomPrompt="1"/>
          </p:nvPr>
        </p:nvSpPr>
        <p:spPr>
          <a:xfrm>
            <a:off x="541655" y="5335929"/>
            <a:ext cx="11134408" cy="1027728"/>
          </a:xfrm>
        </p:spPr>
        <p:txBody>
          <a:bodyPr/>
          <a:lstStyle>
            <a:lvl1pPr marL="0" indent="0" algn="ctr">
              <a:buNone/>
              <a:defRPr sz="5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Window Image</a:t>
            </a:r>
          </a:p>
        </p:txBody>
      </p:sp>
      <p:sp>
        <p:nvSpPr>
          <p:cNvPr id="5" name="Footer Placeholder 4"/>
          <p:cNvSpPr>
            <a:spLocks noGrp="1"/>
          </p:cNvSpPr>
          <p:nvPr>
            <p:ph type="ftr" sz="quarter" idx="11"/>
          </p:nvPr>
        </p:nvSpPr>
        <p:spPr>
          <a:xfrm>
            <a:off x="541655" y="6397792"/>
            <a:ext cx="5554345" cy="432000"/>
          </a:xfrm>
        </p:spPr>
        <p:txBody>
          <a:bodyPr/>
          <a:lstStyle>
            <a:lvl1pPr>
              <a:defRPr>
                <a:solidFill>
                  <a:schemeClr val="bg1"/>
                </a:solidFill>
              </a:defRPr>
            </a:lvl1pPr>
          </a:lstStyle>
          <a:p>
            <a:r>
              <a:rPr lang="en-US"/>
              <a:t>Document title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1944547" y="1527858"/>
            <a:ext cx="8287473" cy="3773936"/>
          </a:xfrm>
          <a:solidFill>
            <a:schemeClr val="bg1">
              <a:lumMod val="85000"/>
            </a:schemeClr>
          </a:solidFill>
        </p:spPr>
        <p:txBody>
          <a:bodyPr/>
          <a:lstStyle/>
          <a:p>
            <a:endParaRPr lang="en-US"/>
          </a:p>
        </p:txBody>
      </p:sp>
    </p:spTree>
    <p:extLst>
      <p:ext uri="{BB962C8B-B14F-4D97-AF65-F5344CB8AC3E}">
        <p14:creationId xmlns:p14="http://schemas.microsoft.com/office/powerpoint/2010/main" val="168961822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1_Section Divider">
    <p:bg>
      <p:bgPr>
        <a:solidFill>
          <a:srgbClr val="1F445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1655" y="476251"/>
            <a:ext cx="11134408" cy="900000"/>
          </a:xfrm>
        </p:spPr>
        <p:txBody>
          <a:bodyPr anchor="b"/>
          <a:lstStyle>
            <a:lvl1pPr algn="ctr">
              <a:defRPr sz="5000">
                <a:solidFill>
                  <a:schemeClr val="bg1"/>
                </a:solidFill>
              </a:defRPr>
            </a:lvl1pPr>
          </a:lstStyle>
          <a:p>
            <a:r>
              <a:rPr lang="en-GB"/>
              <a:t>Section Divider</a:t>
            </a:r>
            <a:endParaRPr lang="en-US"/>
          </a:p>
        </p:txBody>
      </p:sp>
      <p:sp>
        <p:nvSpPr>
          <p:cNvPr id="3" name="Text Placeholder 2"/>
          <p:cNvSpPr>
            <a:spLocks noGrp="1"/>
          </p:cNvSpPr>
          <p:nvPr>
            <p:ph type="body" idx="1" hasCustomPrompt="1"/>
          </p:nvPr>
        </p:nvSpPr>
        <p:spPr>
          <a:xfrm>
            <a:off x="541655" y="5335929"/>
            <a:ext cx="11134408" cy="1027728"/>
          </a:xfrm>
        </p:spPr>
        <p:txBody>
          <a:bodyPr/>
          <a:lstStyle>
            <a:lvl1pPr marL="0" indent="0" algn="ctr">
              <a:buNone/>
              <a:defRPr sz="5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Window Image</a:t>
            </a:r>
          </a:p>
        </p:txBody>
      </p:sp>
      <p:sp>
        <p:nvSpPr>
          <p:cNvPr id="5" name="Footer Placeholder 4"/>
          <p:cNvSpPr>
            <a:spLocks noGrp="1"/>
          </p:cNvSpPr>
          <p:nvPr>
            <p:ph type="ftr" sz="quarter" idx="11"/>
          </p:nvPr>
        </p:nvSpPr>
        <p:spPr>
          <a:xfrm>
            <a:off x="541655" y="6397792"/>
            <a:ext cx="5554345" cy="432000"/>
          </a:xfrm>
        </p:spPr>
        <p:txBody>
          <a:bodyPr/>
          <a:lstStyle>
            <a:lvl1pPr>
              <a:defRPr>
                <a:solidFill>
                  <a:schemeClr val="bg1"/>
                </a:solidFill>
              </a:defRPr>
            </a:lvl1pPr>
          </a:lstStyle>
          <a:p>
            <a:r>
              <a:rPr lang="en-US"/>
              <a:t>Document title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1944547" y="1527858"/>
            <a:ext cx="8287473" cy="3773936"/>
          </a:xfrm>
          <a:solidFill>
            <a:schemeClr val="bg1">
              <a:lumMod val="85000"/>
            </a:schemeClr>
          </a:solidFill>
        </p:spPr>
        <p:txBody>
          <a:bodyPr/>
          <a:lstStyle/>
          <a:p>
            <a:endParaRPr lang="en-US"/>
          </a:p>
        </p:txBody>
      </p:sp>
    </p:spTree>
    <p:extLst>
      <p:ext uri="{BB962C8B-B14F-4D97-AF65-F5344CB8AC3E}">
        <p14:creationId xmlns:p14="http://schemas.microsoft.com/office/powerpoint/2010/main" val="558180403"/>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2_Section Divider">
    <p:bg>
      <p:bgPr>
        <a:solidFill>
          <a:schemeClr val="tx2"/>
        </a:solidFill>
        <a:effectLst/>
      </p:bgPr>
    </p:bg>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0" y="0"/>
            <a:ext cx="12204000" cy="6861568"/>
          </a:xfrm>
          <a:solidFill>
            <a:schemeClr val="bg1">
              <a:lumMod val="75000"/>
            </a:schemeClr>
          </a:solidFill>
        </p:spPr>
        <p:txBody>
          <a:bodyPr/>
          <a:lstStyle/>
          <a:p>
            <a:endParaRPr lang="en-US"/>
          </a:p>
        </p:txBody>
      </p:sp>
      <p:sp>
        <p:nvSpPr>
          <p:cNvPr id="2" name="Title 1"/>
          <p:cNvSpPr>
            <a:spLocks noGrp="1"/>
          </p:cNvSpPr>
          <p:nvPr>
            <p:ph type="title" hasCustomPrompt="1"/>
          </p:nvPr>
        </p:nvSpPr>
        <p:spPr>
          <a:xfrm>
            <a:off x="534796" y="1268413"/>
            <a:ext cx="11134408" cy="2886898"/>
          </a:xfrm>
        </p:spPr>
        <p:txBody>
          <a:bodyPr anchor="b"/>
          <a:lstStyle>
            <a:lvl1pPr algn="ctr">
              <a:defRPr sz="4800">
                <a:solidFill>
                  <a:schemeClr val="bg1"/>
                </a:solidFill>
              </a:defRPr>
            </a:lvl1pPr>
          </a:lstStyle>
          <a:p>
            <a:r>
              <a:rPr lang="en-GB"/>
              <a:t>Section Divider </a:t>
            </a:r>
            <a:br>
              <a:rPr lang="en-GB"/>
            </a:br>
            <a:r>
              <a:rPr lang="en-GB"/>
              <a:t>Full Screen Image</a:t>
            </a:r>
            <a:endParaRPr lang="en-US"/>
          </a:p>
        </p:txBody>
      </p:sp>
      <p:sp>
        <p:nvSpPr>
          <p:cNvPr id="5" name="Footer Placeholder 4"/>
          <p:cNvSpPr>
            <a:spLocks noGrp="1"/>
          </p:cNvSpPr>
          <p:nvPr>
            <p:ph type="ftr" sz="quarter" idx="11"/>
          </p:nvPr>
        </p:nvSpPr>
        <p:spPr>
          <a:xfrm>
            <a:off x="541655" y="6397792"/>
            <a:ext cx="5554345" cy="432000"/>
          </a:xfrm>
        </p:spPr>
        <p:txBody>
          <a:bodyPr/>
          <a:lstStyle>
            <a:lvl1pPr>
              <a:defRPr>
                <a:solidFill>
                  <a:schemeClr val="bg1"/>
                </a:solidFill>
              </a:defRPr>
            </a:lvl1pPr>
          </a:lstStyle>
          <a:p>
            <a:r>
              <a:rPr lang="en-US"/>
              <a:t>Document title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pic>
        <p:nvPicPr>
          <p:cNvPr id="3" name="Graphic 2">
            <a:extLst>
              <a:ext uri="{FF2B5EF4-FFF2-40B4-BE49-F238E27FC236}">
                <a16:creationId xmlns:a16="http://schemas.microsoft.com/office/drawing/2014/main" id="{5ACC2F41-D964-4B4C-4A7D-C4DCECC5827E}"/>
              </a:ext>
            </a:extLst>
          </p:cNvPr>
          <p:cNvPicPr>
            <a:picLocks noChangeAspect="1"/>
          </p:cNvPicPr>
          <p:nvPr userDrawn="1"/>
        </p:nvPicPr>
        <p:blipFill>
          <a:blip>
            <a:extLst>
              <a:ext uri="{96DAC541-7B7A-43D3-8B79-37D633B846F1}">
                <asvg:svgBlip xmlns:asvg="http://schemas.microsoft.com/office/drawing/2016/SVG/main" r:embed="rId3"/>
              </a:ext>
            </a:extLst>
          </a:blip>
          <a:srcRect l="8903" t="40386" r="9168" b="30574"/>
          <a:stretch>
            <a:fillRect/>
          </a:stretch>
        </p:blipFill>
        <p:spPr>
          <a:xfrm>
            <a:off x="526490" y="476285"/>
            <a:ext cx="1440000" cy="115433"/>
          </a:xfrm>
          <a:prstGeom prst="rect">
            <a:avLst/>
          </a:prstGeom>
        </p:spPr>
      </p:pic>
    </p:spTree>
    <p:extLst>
      <p:ext uri="{BB962C8B-B14F-4D97-AF65-F5344CB8AC3E}">
        <p14:creationId xmlns:p14="http://schemas.microsoft.com/office/powerpoint/2010/main" val="117396734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ntent Slide x 2 Images">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791789" y="1644982"/>
            <a:ext cx="4895850" cy="1440000"/>
          </a:xfrm>
        </p:spPr>
        <p:txBody>
          <a:bodyPr/>
          <a:lstStyle/>
          <a:p>
            <a:r>
              <a:rPr lang="en-GB"/>
              <a:t>Content slide</a:t>
            </a:r>
            <a:br>
              <a:rPr lang="en-GB"/>
            </a:br>
            <a:r>
              <a:rPr lang="en-GB"/>
              <a:t>- 2 images</a:t>
            </a:r>
            <a:endParaRPr lang="en-US"/>
          </a:p>
        </p:txBody>
      </p:sp>
      <p:sp>
        <p:nvSpPr>
          <p:cNvPr id="5" name="Footer Placeholder 4"/>
          <p:cNvSpPr>
            <a:spLocks noGrp="1"/>
          </p:cNvSpPr>
          <p:nvPr>
            <p:ph type="ftr" sz="quarter" idx="11"/>
          </p:nvPr>
        </p:nvSpPr>
        <p:spPr>
          <a:xfrm>
            <a:off x="541655" y="6397240"/>
            <a:ext cx="5554345" cy="432000"/>
          </a:xfrm>
        </p:spPr>
        <p:txBody>
          <a:bodyPr/>
          <a:lstStyle/>
          <a:p>
            <a:r>
              <a:rPr lang="en-US"/>
              <a:t>Document title</a:t>
            </a:r>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791789" y="476250"/>
            <a:ext cx="4874184"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7" name="Picture Placeholder 16">
            <a:extLst>
              <a:ext uri="{FF2B5EF4-FFF2-40B4-BE49-F238E27FC236}">
                <a16:creationId xmlns:a16="http://schemas.microsoft.com/office/drawing/2014/main" id="{229710FD-8A45-2431-D079-EA74DA120F85}"/>
              </a:ext>
            </a:extLst>
          </p:cNvPr>
          <p:cNvSpPr>
            <a:spLocks noGrp="1"/>
          </p:cNvSpPr>
          <p:nvPr>
            <p:ph type="pic" sz="quarter" idx="14"/>
          </p:nvPr>
        </p:nvSpPr>
        <p:spPr>
          <a:xfrm>
            <a:off x="1033611" y="1780549"/>
            <a:ext cx="2520000" cy="3564000"/>
          </a:xfrm>
          <a:solidFill>
            <a:schemeClr val="bg1">
              <a:lumMod val="85000"/>
            </a:schemeClr>
          </a:solidFill>
        </p:spPr>
        <p:txBody>
          <a:bodyPr/>
          <a:lstStyle/>
          <a:p>
            <a:endParaRPr lang="en-US"/>
          </a:p>
        </p:txBody>
      </p:sp>
      <p:sp>
        <p:nvSpPr>
          <p:cNvPr id="18" name="Picture Placeholder 16">
            <a:extLst>
              <a:ext uri="{FF2B5EF4-FFF2-40B4-BE49-F238E27FC236}">
                <a16:creationId xmlns:a16="http://schemas.microsoft.com/office/drawing/2014/main" id="{7EAFD47E-3100-474E-D984-924BEA08459E}"/>
              </a:ext>
            </a:extLst>
          </p:cNvPr>
          <p:cNvSpPr>
            <a:spLocks noGrp="1"/>
          </p:cNvSpPr>
          <p:nvPr>
            <p:ph type="pic" sz="quarter" idx="15"/>
          </p:nvPr>
        </p:nvSpPr>
        <p:spPr>
          <a:xfrm>
            <a:off x="3685746" y="770794"/>
            <a:ext cx="2124000" cy="2700000"/>
          </a:xfrm>
          <a:solidFill>
            <a:schemeClr val="bg1">
              <a:lumMod val="85000"/>
            </a:schemeClr>
          </a:solidFill>
        </p:spPr>
        <p:txBody>
          <a:bodyPr/>
          <a:lstStyle/>
          <a:p>
            <a:endParaRPr lang="en-US"/>
          </a:p>
        </p:txBody>
      </p:sp>
      <p:sp>
        <p:nvSpPr>
          <p:cNvPr id="22" name="Text Placeholder 21">
            <a:extLst>
              <a:ext uri="{FF2B5EF4-FFF2-40B4-BE49-F238E27FC236}">
                <a16:creationId xmlns:a16="http://schemas.microsoft.com/office/drawing/2014/main" id="{EE470DD9-C1CC-3B38-6B1B-63618244468F}"/>
              </a:ext>
            </a:extLst>
          </p:cNvPr>
          <p:cNvSpPr>
            <a:spLocks noGrp="1"/>
          </p:cNvSpPr>
          <p:nvPr>
            <p:ph type="body" sz="quarter" idx="16"/>
          </p:nvPr>
        </p:nvSpPr>
        <p:spPr>
          <a:xfrm>
            <a:off x="6791789" y="3435917"/>
            <a:ext cx="4884737" cy="2514033"/>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97990878"/>
      </p:ext>
    </p:extLst>
  </p:cSld>
  <p:clrMapOvr>
    <a:masterClrMapping/>
  </p:clrMapOvr>
  <p:extLst>
    <p:ext uri="{DCECCB84-F9BA-43D5-87BE-67443E8EF086}">
      <p15:sldGuideLst xmlns:p15="http://schemas.microsoft.com/office/powerpoint/2012/main">
        <p15:guide id="1" pos="4271">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55371100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199050503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2_Title Only">
    <p:bg>
      <p:bgPr>
        <a:solidFill>
          <a:srgbClr val="1F4456"/>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lvl1pPr>
              <a:defRPr>
                <a:solidFill>
                  <a:schemeClr val="bg1"/>
                </a:solidFill>
              </a:defRPr>
            </a:lvl1p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lum bright="100000"/>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bg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282047991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500"/>
            <a:ext cx="2520000" cy="360045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674C7096-C45A-30E5-B074-F9A71AEC6EDA}"/>
              </a:ext>
            </a:extLst>
          </p:cNvPr>
          <p:cNvSpPr>
            <a:spLocks noGrp="1"/>
          </p:cNvSpPr>
          <p:nvPr>
            <p:ph type="body" sz="quarter" idx="17" hasCustomPrompt="1"/>
          </p:nvPr>
        </p:nvSpPr>
        <p:spPr>
          <a:xfrm>
            <a:off x="3318827" y="2349500"/>
            <a:ext cx="8352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 </a:t>
            </a:r>
            <a:endParaRPr lang="en-US"/>
          </a:p>
        </p:txBody>
      </p:sp>
    </p:spTree>
    <p:extLst>
      <p:ext uri="{BB962C8B-B14F-4D97-AF65-F5344CB8AC3E}">
        <p14:creationId xmlns:p14="http://schemas.microsoft.com/office/powerpoint/2010/main" val="417650090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le and Content x 2 column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500"/>
            <a:ext cx="2520000" cy="360045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3299636" y="2349500"/>
            <a:ext cx="406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6" name="Text Placeholder 21">
            <a:extLst>
              <a:ext uri="{FF2B5EF4-FFF2-40B4-BE49-F238E27FC236}">
                <a16:creationId xmlns:a16="http://schemas.microsoft.com/office/drawing/2014/main" id="{FEE36CB7-E97C-CC07-F8A5-6FBAEC33F6E9}"/>
              </a:ext>
            </a:extLst>
          </p:cNvPr>
          <p:cNvSpPr>
            <a:spLocks noGrp="1"/>
          </p:cNvSpPr>
          <p:nvPr>
            <p:ph type="body" sz="quarter" idx="18" hasCustomPrompt="1"/>
          </p:nvPr>
        </p:nvSpPr>
        <p:spPr>
          <a:xfrm>
            <a:off x="7619760" y="2349500"/>
            <a:ext cx="406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Tree>
    <p:extLst>
      <p:ext uri="{BB962C8B-B14F-4D97-AF65-F5344CB8AC3E}">
        <p14:creationId xmlns:p14="http://schemas.microsoft.com/office/powerpoint/2010/main" val="400550929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and Content x 3 column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050"/>
            <a:ext cx="2520000" cy="360000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3292016"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2" name="Text Placeholder 21">
            <a:extLst>
              <a:ext uri="{FF2B5EF4-FFF2-40B4-BE49-F238E27FC236}">
                <a16:creationId xmlns:a16="http://schemas.microsoft.com/office/drawing/2014/main" id="{F249BC02-4B69-FE1F-6A2C-6F131B54748A}"/>
              </a:ext>
            </a:extLst>
          </p:cNvPr>
          <p:cNvSpPr>
            <a:spLocks noGrp="1"/>
          </p:cNvSpPr>
          <p:nvPr>
            <p:ph type="body" sz="quarter" idx="18" hasCustomPrompt="1"/>
          </p:nvPr>
        </p:nvSpPr>
        <p:spPr>
          <a:xfrm>
            <a:off x="6164520"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3" name="Text Placeholder 21">
            <a:extLst>
              <a:ext uri="{FF2B5EF4-FFF2-40B4-BE49-F238E27FC236}">
                <a16:creationId xmlns:a16="http://schemas.microsoft.com/office/drawing/2014/main" id="{3E5D4F1E-F300-D3BD-7B02-632FF8997134}"/>
              </a:ext>
            </a:extLst>
          </p:cNvPr>
          <p:cNvSpPr>
            <a:spLocks noGrp="1"/>
          </p:cNvSpPr>
          <p:nvPr>
            <p:ph type="body" sz="quarter" idx="19" hasCustomPrompt="1"/>
          </p:nvPr>
        </p:nvSpPr>
        <p:spPr>
          <a:xfrm>
            <a:off x="9037023"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Tree>
    <p:extLst>
      <p:ext uri="{BB962C8B-B14F-4D97-AF65-F5344CB8AC3E}">
        <p14:creationId xmlns:p14="http://schemas.microsoft.com/office/powerpoint/2010/main" val="141593748"/>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9121217"/>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1_Content Slide – Title Only">
    <p:bg>
      <p:bgPr>
        <a:solidFill>
          <a:schemeClr val="bg1"/>
        </a:solidFill>
        <a:effectLst/>
      </p:bgPr>
    </p:bg>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9" y="320675"/>
            <a:ext cx="1806574" cy="490538"/>
          </a:xfrm>
        </p:spPr>
        <p:txBody>
          <a:bodyPr lIns="0"/>
          <a:lstStyle>
            <a:lvl1pPr marL="0" indent="0" algn="r">
              <a:lnSpc>
                <a:spcPct val="100000"/>
              </a:lnSpc>
              <a:spcAft>
                <a:spcPts val="0"/>
              </a:spcAft>
              <a:buNone/>
              <a:defRPr sz="800" cap="all" spc="150" baseline="0">
                <a:solidFill>
                  <a:schemeClr val="accent1"/>
                </a:solidFill>
              </a:defRPr>
            </a:lvl1pPr>
            <a:lvl2pPr marL="457206" indent="0">
              <a:buNone/>
              <a:defRPr/>
            </a:lvl2pPr>
            <a:lvl3pPr marL="914411" indent="0">
              <a:buNone/>
              <a:defRPr/>
            </a:lvl3pPr>
            <a:lvl4pPr marL="1371617" indent="0">
              <a:buNone/>
              <a:defRPr/>
            </a:lvl4pPr>
            <a:lvl5pPr marL="1828823" indent="0">
              <a:buNone/>
              <a:defRPr/>
            </a:lvl5pPr>
          </a:lstStyle>
          <a:p>
            <a:pPr lvl="0"/>
            <a:r>
              <a:rPr lang="en-GB"/>
              <a:t>Click to edit Master text styles</a:t>
            </a:r>
            <a:endParaRPr lang="en-US"/>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6"/>
            <a:ext cx="9595278" cy="991282"/>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5C08E9EA-89C9-9442-857B-4031E334067C}"/>
              </a:ext>
            </a:extLst>
          </p:cNvPr>
          <p:cNvSpPr>
            <a:spLocks noGrp="1"/>
          </p:cNvSpPr>
          <p:nvPr>
            <p:ph type="sldNum" sz="quarter" idx="23"/>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962754198"/>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2297559"/>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2_Title Slide - Dark">
    <p:bg>
      <p:bgPr>
        <a:solidFill>
          <a:srgbClr val="1F4456"/>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6490" y="2924433"/>
            <a:ext cx="5400000" cy="1532237"/>
          </a:xfrm>
        </p:spPr>
        <p:txBody>
          <a:bodyPr anchor="b"/>
          <a:lstStyle>
            <a:lvl1pPr algn="l">
              <a:defRPr sz="5000">
                <a:solidFill>
                  <a:schemeClr val="bg1"/>
                </a:solidFill>
              </a:defRPr>
            </a:lvl1pPr>
          </a:lstStyle>
          <a:p>
            <a:r>
              <a:rPr lang="en-GB"/>
              <a:t>Presentation</a:t>
            </a:r>
            <a:br>
              <a:rPr lang="en-GB"/>
            </a:br>
            <a:r>
              <a:rPr lang="en-GB"/>
              <a:t>Title</a:t>
            </a:r>
            <a:endParaRPr lang="en-US"/>
          </a:p>
        </p:txBody>
      </p:sp>
      <p:sp>
        <p:nvSpPr>
          <p:cNvPr id="3" name="Subtitle 2"/>
          <p:cNvSpPr>
            <a:spLocks noGrp="1"/>
          </p:cNvSpPr>
          <p:nvPr>
            <p:ph type="subTitle" idx="1" hasCustomPrompt="1"/>
          </p:nvPr>
        </p:nvSpPr>
        <p:spPr>
          <a:xfrm>
            <a:off x="526490" y="4554666"/>
            <a:ext cx="5400000" cy="346848"/>
          </a:xfrm>
        </p:spPr>
        <p:txBody>
          <a:bodyPr/>
          <a:lstStyle>
            <a:lvl1pPr marL="0" indent="0" algn="l">
              <a:buNone/>
              <a:defRPr sz="950" cap="all" spc="5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Month year</a:t>
            </a:r>
            <a:endParaRPr lang="en-US"/>
          </a:p>
        </p:txBody>
      </p:sp>
      <p:pic>
        <p:nvPicPr>
          <p:cNvPr id="12" name="Graphic 11">
            <a:extLst>
              <a:ext uri="{FF2B5EF4-FFF2-40B4-BE49-F238E27FC236}">
                <a16:creationId xmlns:a16="http://schemas.microsoft.com/office/drawing/2014/main" id="{EF7EAAEA-1A6A-9D72-9ECE-4DA8DD2C60D2}"/>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4"/>
            <a:ext cx="3258000" cy="261176"/>
          </a:xfrm>
          <a:prstGeom prst="rect">
            <a:avLst/>
          </a:prstGeom>
        </p:spPr>
      </p:pic>
      <p:pic>
        <p:nvPicPr>
          <p:cNvPr id="15" name="Graphic 14">
            <a:extLst>
              <a:ext uri="{FF2B5EF4-FFF2-40B4-BE49-F238E27FC236}">
                <a16:creationId xmlns:a16="http://schemas.microsoft.com/office/drawing/2014/main" id="{5F9BDF4C-6A1D-134B-C022-C72A73E8CC95}"/>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526490" y="6139432"/>
            <a:ext cx="1332000" cy="240852"/>
          </a:xfrm>
          <a:prstGeom prst="rect">
            <a:avLst/>
          </a:prstGeom>
        </p:spPr>
      </p:pic>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96000" y="476284"/>
            <a:ext cx="5616000" cy="5904000"/>
          </a:xfrm>
          <a:solidFill>
            <a:schemeClr val="bg1">
              <a:lumMod val="85000"/>
            </a:schemeClr>
          </a:solidFill>
        </p:spPr>
        <p:txBody>
          <a:bodyPr/>
          <a:lstStyle/>
          <a:p>
            <a:endParaRPr lang="en-US"/>
          </a:p>
        </p:txBody>
      </p:sp>
    </p:spTree>
    <p:extLst>
      <p:ext uri="{BB962C8B-B14F-4D97-AF65-F5344CB8AC3E}">
        <p14:creationId xmlns:p14="http://schemas.microsoft.com/office/powerpoint/2010/main" val="45874169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6_Title Slide - Dark">
    <p:bg>
      <p:bgPr>
        <a:solidFill>
          <a:srgbClr val="1F4456"/>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6490" y="2924433"/>
            <a:ext cx="5400000" cy="1532237"/>
          </a:xfrm>
        </p:spPr>
        <p:txBody>
          <a:bodyPr anchor="b"/>
          <a:lstStyle>
            <a:lvl1pPr algn="l">
              <a:defRPr sz="5000">
                <a:solidFill>
                  <a:schemeClr val="bg1"/>
                </a:solidFill>
              </a:defRPr>
            </a:lvl1pPr>
          </a:lstStyle>
          <a:p>
            <a:r>
              <a:rPr lang="en-GB"/>
              <a:t>Presentation</a:t>
            </a:r>
            <a:br>
              <a:rPr lang="en-GB"/>
            </a:br>
            <a:r>
              <a:rPr lang="en-GB"/>
              <a:t>Title</a:t>
            </a:r>
            <a:endParaRPr lang="en-US"/>
          </a:p>
        </p:txBody>
      </p:sp>
      <p:sp>
        <p:nvSpPr>
          <p:cNvPr id="3" name="Subtitle 2"/>
          <p:cNvSpPr>
            <a:spLocks noGrp="1"/>
          </p:cNvSpPr>
          <p:nvPr>
            <p:ph type="subTitle" idx="1" hasCustomPrompt="1"/>
          </p:nvPr>
        </p:nvSpPr>
        <p:spPr>
          <a:xfrm>
            <a:off x="526490" y="4554666"/>
            <a:ext cx="5400000" cy="346848"/>
          </a:xfrm>
        </p:spPr>
        <p:txBody>
          <a:bodyPr/>
          <a:lstStyle>
            <a:lvl1pPr marL="0" indent="0" algn="l">
              <a:buNone/>
              <a:defRPr sz="950" cap="all" spc="5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Month year</a:t>
            </a:r>
            <a:endParaRPr lang="en-US"/>
          </a:p>
        </p:txBody>
      </p:sp>
      <p:pic>
        <p:nvPicPr>
          <p:cNvPr id="12" name="Graphic 11">
            <a:extLst>
              <a:ext uri="{FF2B5EF4-FFF2-40B4-BE49-F238E27FC236}">
                <a16:creationId xmlns:a16="http://schemas.microsoft.com/office/drawing/2014/main" id="{EF7EAAEA-1A6A-9D72-9ECE-4DA8DD2C60D2}"/>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4"/>
            <a:ext cx="3258000" cy="261176"/>
          </a:xfrm>
          <a:prstGeom prst="rect">
            <a:avLst/>
          </a:prstGeom>
        </p:spPr>
      </p:pic>
      <p:pic>
        <p:nvPicPr>
          <p:cNvPr id="15" name="Graphic 14">
            <a:extLst>
              <a:ext uri="{FF2B5EF4-FFF2-40B4-BE49-F238E27FC236}">
                <a16:creationId xmlns:a16="http://schemas.microsoft.com/office/drawing/2014/main" id="{5F9BDF4C-6A1D-134B-C022-C72A73E8CC95}"/>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526490" y="6139432"/>
            <a:ext cx="1332000" cy="240852"/>
          </a:xfrm>
          <a:prstGeom prst="rect">
            <a:avLst/>
          </a:prstGeom>
        </p:spPr>
      </p:pic>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96000" y="476284"/>
            <a:ext cx="5616000" cy="5904000"/>
          </a:xfrm>
          <a:solidFill>
            <a:schemeClr val="bg1">
              <a:lumMod val="85000"/>
            </a:schemeClr>
          </a:solidFill>
        </p:spPr>
        <p:txBody>
          <a:bodyPr/>
          <a:lstStyle/>
          <a:p>
            <a:endParaRPr lang="en-US"/>
          </a:p>
        </p:txBody>
      </p:sp>
    </p:spTree>
    <p:extLst>
      <p:ext uri="{BB962C8B-B14F-4D97-AF65-F5344CB8AC3E}">
        <p14:creationId xmlns:p14="http://schemas.microsoft.com/office/powerpoint/2010/main" val="112494936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Contents Slid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0765F987-6611-5826-05EC-B9A37AE389BC}"/>
              </a:ext>
            </a:extLst>
          </p:cNvPr>
          <p:cNvSpPr>
            <a:spLocks noGrp="1"/>
          </p:cNvSpPr>
          <p:nvPr>
            <p:ph type="body" sz="quarter" idx="14" hasCustomPrompt="1"/>
          </p:nvPr>
        </p:nvSpPr>
        <p:spPr>
          <a:xfrm>
            <a:off x="4441751" y="1247730"/>
            <a:ext cx="1335088" cy="849313"/>
          </a:xfrm>
        </p:spPr>
        <p:txBody>
          <a:bodyPr/>
          <a:lstStyle>
            <a:lvl1pPr marL="0" indent="0">
              <a:spcAft>
                <a:spcPts val="0"/>
              </a:spcAft>
              <a:buNone/>
              <a:defRPr sz="4000">
                <a:solidFill>
                  <a:schemeClr val="accent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01</a:t>
            </a:r>
            <a:endParaRPr lang="en-US"/>
          </a:p>
        </p:txBody>
      </p:sp>
      <p:sp>
        <p:nvSpPr>
          <p:cNvPr id="39" name="Text Placeholder 37">
            <a:extLst>
              <a:ext uri="{FF2B5EF4-FFF2-40B4-BE49-F238E27FC236}">
                <a16:creationId xmlns:a16="http://schemas.microsoft.com/office/drawing/2014/main" id="{F0D027BF-1B85-18F5-4135-81DDF44A9311}"/>
              </a:ext>
            </a:extLst>
          </p:cNvPr>
          <p:cNvSpPr>
            <a:spLocks noGrp="1"/>
          </p:cNvSpPr>
          <p:nvPr>
            <p:ph type="body" sz="quarter" idx="15" hasCustomPrompt="1"/>
          </p:nvPr>
        </p:nvSpPr>
        <p:spPr>
          <a:xfrm>
            <a:off x="4441751" y="2103604"/>
            <a:ext cx="1335088" cy="849313"/>
          </a:xfrm>
        </p:spPr>
        <p:txBody>
          <a:bodyPr/>
          <a:lstStyle>
            <a:lvl1pPr marL="0" indent="0">
              <a:spcAft>
                <a:spcPts val="0"/>
              </a:spcAft>
              <a:buNone/>
              <a:defRPr sz="4000">
                <a:solidFill>
                  <a:schemeClr val="accent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02</a:t>
            </a:r>
            <a:endParaRPr lang="en-US"/>
          </a:p>
        </p:txBody>
      </p:sp>
      <p:sp>
        <p:nvSpPr>
          <p:cNvPr id="40" name="Text Placeholder 37">
            <a:extLst>
              <a:ext uri="{FF2B5EF4-FFF2-40B4-BE49-F238E27FC236}">
                <a16:creationId xmlns:a16="http://schemas.microsoft.com/office/drawing/2014/main" id="{6EF20232-C0CB-6031-2BA3-649EAF84AC6A}"/>
              </a:ext>
            </a:extLst>
          </p:cNvPr>
          <p:cNvSpPr>
            <a:spLocks noGrp="1"/>
          </p:cNvSpPr>
          <p:nvPr>
            <p:ph type="body" sz="quarter" idx="16" hasCustomPrompt="1"/>
          </p:nvPr>
        </p:nvSpPr>
        <p:spPr>
          <a:xfrm>
            <a:off x="4441751" y="2959478"/>
            <a:ext cx="1335088" cy="849313"/>
          </a:xfrm>
        </p:spPr>
        <p:txBody>
          <a:bodyPr/>
          <a:lstStyle>
            <a:lvl1pPr marL="0" indent="0">
              <a:spcAft>
                <a:spcPts val="0"/>
              </a:spcAft>
              <a:buNone/>
              <a:defRPr sz="4000">
                <a:solidFill>
                  <a:schemeClr val="accent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03</a:t>
            </a:r>
            <a:endParaRPr lang="en-US"/>
          </a:p>
        </p:txBody>
      </p:sp>
      <p:sp>
        <p:nvSpPr>
          <p:cNvPr id="42" name="Text Placeholder 37">
            <a:extLst>
              <a:ext uri="{FF2B5EF4-FFF2-40B4-BE49-F238E27FC236}">
                <a16:creationId xmlns:a16="http://schemas.microsoft.com/office/drawing/2014/main" id="{4B71EB16-FDCD-4CA7-D34B-1232842DC200}"/>
              </a:ext>
            </a:extLst>
          </p:cNvPr>
          <p:cNvSpPr>
            <a:spLocks noGrp="1"/>
          </p:cNvSpPr>
          <p:nvPr>
            <p:ph type="body" sz="quarter" idx="17" hasCustomPrompt="1"/>
          </p:nvPr>
        </p:nvSpPr>
        <p:spPr>
          <a:xfrm>
            <a:off x="4441751" y="3815352"/>
            <a:ext cx="1335088" cy="849313"/>
          </a:xfrm>
        </p:spPr>
        <p:txBody>
          <a:bodyPr/>
          <a:lstStyle>
            <a:lvl1pPr marL="0" indent="0">
              <a:spcAft>
                <a:spcPts val="0"/>
              </a:spcAft>
              <a:buNone/>
              <a:defRPr sz="4000">
                <a:solidFill>
                  <a:schemeClr val="accent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04</a:t>
            </a:r>
            <a:endParaRPr lang="en-US"/>
          </a:p>
        </p:txBody>
      </p:sp>
      <p:sp>
        <p:nvSpPr>
          <p:cNvPr id="43" name="Text Placeholder 37">
            <a:extLst>
              <a:ext uri="{FF2B5EF4-FFF2-40B4-BE49-F238E27FC236}">
                <a16:creationId xmlns:a16="http://schemas.microsoft.com/office/drawing/2014/main" id="{D73C0D85-FED3-963B-1993-3DBA738DC59A}"/>
              </a:ext>
            </a:extLst>
          </p:cNvPr>
          <p:cNvSpPr>
            <a:spLocks noGrp="1"/>
          </p:cNvSpPr>
          <p:nvPr>
            <p:ph type="body" sz="quarter" idx="18" hasCustomPrompt="1"/>
          </p:nvPr>
        </p:nvSpPr>
        <p:spPr>
          <a:xfrm>
            <a:off x="5776839" y="1247730"/>
            <a:ext cx="5720912" cy="849313"/>
          </a:xfrm>
        </p:spPr>
        <p:txBody>
          <a:bodyPr/>
          <a:lstStyle>
            <a:lvl1pPr marL="0" indent="0">
              <a:spcAft>
                <a:spcPts val="0"/>
              </a:spcAft>
              <a:buNone/>
              <a:defRPr sz="4000">
                <a:solidFill>
                  <a:schemeClr val="tx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Content Item</a:t>
            </a:r>
            <a:endParaRPr lang="en-US"/>
          </a:p>
        </p:txBody>
      </p:sp>
      <p:sp>
        <p:nvSpPr>
          <p:cNvPr id="44" name="Text Placeholder 37">
            <a:extLst>
              <a:ext uri="{FF2B5EF4-FFF2-40B4-BE49-F238E27FC236}">
                <a16:creationId xmlns:a16="http://schemas.microsoft.com/office/drawing/2014/main" id="{EA0DF1CF-C6DE-6D92-A17B-A56B11B9B543}"/>
              </a:ext>
            </a:extLst>
          </p:cNvPr>
          <p:cNvSpPr>
            <a:spLocks noGrp="1"/>
          </p:cNvSpPr>
          <p:nvPr>
            <p:ph type="body" sz="quarter" idx="19" hasCustomPrompt="1"/>
          </p:nvPr>
        </p:nvSpPr>
        <p:spPr>
          <a:xfrm>
            <a:off x="5776839" y="2103604"/>
            <a:ext cx="5720912" cy="849313"/>
          </a:xfrm>
        </p:spPr>
        <p:txBody>
          <a:bodyPr/>
          <a:lstStyle>
            <a:lvl1pPr marL="0" indent="0">
              <a:spcAft>
                <a:spcPts val="0"/>
              </a:spcAft>
              <a:buNone/>
              <a:defRPr sz="4000">
                <a:solidFill>
                  <a:schemeClr val="tx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Content Item</a:t>
            </a:r>
            <a:endParaRPr lang="en-US"/>
          </a:p>
        </p:txBody>
      </p:sp>
      <p:sp>
        <p:nvSpPr>
          <p:cNvPr id="45" name="Text Placeholder 37">
            <a:extLst>
              <a:ext uri="{FF2B5EF4-FFF2-40B4-BE49-F238E27FC236}">
                <a16:creationId xmlns:a16="http://schemas.microsoft.com/office/drawing/2014/main" id="{A0332E3A-5D5F-D7B2-5A9B-D19016D5B93A}"/>
              </a:ext>
            </a:extLst>
          </p:cNvPr>
          <p:cNvSpPr>
            <a:spLocks noGrp="1"/>
          </p:cNvSpPr>
          <p:nvPr>
            <p:ph type="body" sz="quarter" idx="20" hasCustomPrompt="1"/>
          </p:nvPr>
        </p:nvSpPr>
        <p:spPr>
          <a:xfrm>
            <a:off x="5776839" y="2959478"/>
            <a:ext cx="5720912" cy="849313"/>
          </a:xfrm>
        </p:spPr>
        <p:txBody>
          <a:bodyPr/>
          <a:lstStyle>
            <a:lvl1pPr marL="0" indent="0">
              <a:spcAft>
                <a:spcPts val="0"/>
              </a:spcAft>
              <a:buNone/>
              <a:defRPr sz="4000">
                <a:solidFill>
                  <a:schemeClr val="tx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Content Item</a:t>
            </a:r>
            <a:endParaRPr lang="en-US"/>
          </a:p>
        </p:txBody>
      </p:sp>
      <p:sp>
        <p:nvSpPr>
          <p:cNvPr id="46" name="Text Placeholder 37">
            <a:extLst>
              <a:ext uri="{FF2B5EF4-FFF2-40B4-BE49-F238E27FC236}">
                <a16:creationId xmlns:a16="http://schemas.microsoft.com/office/drawing/2014/main" id="{7E0FA794-6E70-3C3D-2431-AC01C1E312F1}"/>
              </a:ext>
            </a:extLst>
          </p:cNvPr>
          <p:cNvSpPr>
            <a:spLocks noGrp="1"/>
          </p:cNvSpPr>
          <p:nvPr>
            <p:ph type="body" sz="quarter" idx="21" hasCustomPrompt="1"/>
          </p:nvPr>
        </p:nvSpPr>
        <p:spPr>
          <a:xfrm>
            <a:off x="5776839" y="3815352"/>
            <a:ext cx="5720912" cy="849313"/>
          </a:xfrm>
        </p:spPr>
        <p:txBody>
          <a:bodyPr/>
          <a:lstStyle>
            <a:lvl1pPr marL="0" indent="0">
              <a:spcAft>
                <a:spcPts val="0"/>
              </a:spcAft>
              <a:buNone/>
              <a:defRPr sz="4000">
                <a:solidFill>
                  <a:schemeClr val="tx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Content Item</a:t>
            </a:r>
            <a:endParaRPr lang="en-US"/>
          </a:p>
        </p:txBody>
      </p:sp>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15936" y="1268413"/>
            <a:ext cx="3600000" cy="1440000"/>
          </a:xfrm>
        </p:spPr>
        <p:txBody>
          <a:bodyPr/>
          <a:lstStyle/>
          <a:p>
            <a:r>
              <a:rPr lang="en-GB"/>
              <a:t>Contents</a:t>
            </a:r>
            <a:endParaRPr lang="en-US"/>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635750" y="476250"/>
            <a:ext cx="5030223"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grpSp>
        <p:nvGrpSpPr>
          <p:cNvPr id="36" name="Group 35">
            <a:extLst>
              <a:ext uri="{FF2B5EF4-FFF2-40B4-BE49-F238E27FC236}">
                <a16:creationId xmlns:a16="http://schemas.microsoft.com/office/drawing/2014/main" id="{6F7F0560-66ED-39BF-1B48-2296B67771A8}"/>
              </a:ext>
            </a:extLst>
          </p:cNvPr>
          <p:cNvGrpSpPr/>
          <p:nvPr userDrawn="1"/>
        </p:nvGrpSpPr>
        <p:grpSpPr>
          <a:xfrm>
            <a:off x="4441751" y="1247864"/>
            <a:ext cx="7056000" cy="3425018"/>
            <a:chOff x="4441751" y="1247864"/>
            <a:chExt cx="7056000" cy="3425018"/>
          </a:xfrm>
        </p:grpSpPr>
        <p:cxnSp>
          <p:nvCxnSpPr>
            <p:cNvPr id="31" name="Straight Connector 30">
              <a:extLst>
                <a:ext uri="{FF2B5EF4-FFF2-40B4-BE49-F238E27FC236}">
                  <a16:creationId xmlns:a16="http://schemas.microsoft.com/office/drawing/2014/main" id="{424C8716-64CB-B222-E494-41205496D202}"/>
                </a:ext>
              </a:extLst>
            </p:cNvPr>
            <p:cNvCxnSpPr>
              <a:cxnSpLocks/>
            </p:cNvCxnSpPr>
            <p:nvPr userDrawn="1"/>
          </p:nvCxnSpPr>
          <p:spPr>
            <a:xfrm>
              <a:off x="4441751" y="1247864"/>
              <a:ext cx="705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01DC8087-D3FA-8C7D-1732-D42D5855654F}"/>
                </a:ext>
              </a:extLst>
            </p:cNvPr>
            <p:cNvCxnSpPr>
              <a:cxnSpLocks/>
            </p:cNvCxnSpPr>
            <p:nvPr userDrawn="1"/>
          </p:nvCxnSpPr>
          <p:spPr>
            <a:xfrm>
              <a:off x="4441751" y="2104119"/>
              <a:ext cx="705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1921AA0B-322D-A6D2-1AC2-E67159B8A7EF}"/>
                </a:ext>
              </a:extLst>
            </p:cNvPr>
            <p:cNvCxnSpPr>
              <a:cxnSpLocks/>
            </p:cNvCxnSpPr>
            <p:nvPr userDrawn="1"/>
          </p:nvCxnSpPr>
          <p:spPr>
            <a:xfrm>
              <a:off x="4441751" y="2960374"/>
              <a:ext cx="705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7C830663-9213-4F74-EADD-8C97ACD75A78}"/>
                </a:ext>
              </a:extLst>
            </p:cNvPr>
            <p:cNvCxnSpPr>
              <a:cxnSpLocks/>
            </p:cNvCxnSpPr>
            <p:nvPr userDrawn="1"/>
          </p:nvCxnSpPr>
          <p:spPr>
            <a:xfrm>
              <a:off x="4441751" y="3816629"/>
              <a:ext cx="705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BB93942F-1BAA-D291-6DFE-5D5396CCAF31}"/>
                </a:ext>
              </a:extLst>
            </p:cNvPr>
            <p:cNvCxnSpPr>
              <a:cxnSpLocks/>
            </p:cNvCxnSpPr>
            <p:nvPr userDrawn="1"/>
          </p:nvCxnSpPr>
          <p:spPr>
            <a:xfrm>
              <a:off x="4441751" y="4672882"/>
              <a:ext cx="705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47" name="Text Placeholder 37">
            <a:extLst>
              <a:ext uri="{FF2B5EF4-FFF2-40B4-BE49-F238E27FC236}">
                <a16:creationId xmlns:a16="http://schemas.microsoft.com/office/drawing/2014/main" id="{071B429B-A813-2228-8D88-D0FA31728AD0}"/>
              </a:ext>
            </a:extLst>
          </p:cNvPr>
          <p:cNvSpPr>
            <a:spLocks noGrp="1"/>
          </p:cNvSpPr>
          <p:nvPr>
            <p:ph type="body" sz="quarter" idx="22" hasCustomPrompt="1"/>
          </p:nvPr>
        </p:nvSpPr>
        <p:spPr>
          <a:xfrm>
            <a:off x="4441751" y="4671228"/>
            <a:ext cx="1335088" cy="849313"/>
          </a:xfrm>
        </p:spPr>
        <p:txBody>
          <a:bodyPr/>
          <a:lstStyle>
            <a:lvl1pPr marL="0" indent="0">
              <a:spcAft>
                <a:spcPts val="0"/>
              </a:spcAft>
              <a:buNone/>
              <a:defRPr sz="4000">
                <a:solidFill>
                  <a:schemeClr val="accent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05</a:t>
            </a:r>
            <a:endParaRPr lang="en-US"/>
          </a:p>
        </p:txBody>
      </p:sp>
      <p:sp>
        <p:nvSpPr>
          <p:cNvPr id="48" name="Text Placeholder 37">
            <a:extLst>
              <a:ext uri="{FF2B5EF4-FFF2-40B4-BE49-F238E27FC236}">
                <a16:creationId xmlns:a16="http://schemas.microsoft.com/office/drawing/2014/main" id="{9A57FEBE-54BA-1BEA-53B0-B6937E62C91E}"/>
              </a:ext>
            </a:extLst>
          </p:cNvPr>
          <p:cNvSpPr>
            <a:spLocks noGrp="1"/>
          </p:cNvSpPr>
          <p:nvPr>
            <p:ph type="body" sz="quarter" idx="23" hasCustomPrompt="1"/>
          </p:nvPr>
        </p:nvSpPr>
        <p:spPr>
          <a:xfrm>
            <a:off x="5776839" y="4671228"/>
            <a:ext cx="5720912" cy="849313"/>
          </a:xfrm>
        </p:spPr>
        <p:txBody>
          <a:bodyPr/>
          <a:lstStyle>
            <a:lvl1pPr marL="0" indent="0">
              <a:spcAft>
                <a:spcPts val="0"/>
              </a:spcAft>
              <a:buNone/>
              <a:defRPr sz="4000">
                <a:solidFill>
                  <a:schemeClr val="tx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Content Item</a:t>
            </a:r>
            <a:endParaRPr lang="en-US"/>
          </a:p>
        </p:txBody>
      </p:sp>
    </p:spTree>
    <p:extLst>
      <p:ext uri="{BB962C8B-B14F-4D97-AF65-F5344CB8AC3E}">
        <p14:creationId xmlns:p14="http://schemas.microsoft.com/office/powerpoint/2010/main" val="192919124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Large Statment - Split Image">
    <p:bg>
      <p:bgPr>
        <a:solidFill>
          <a:schemeClr val="tx2"/>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49510" y="5058"/>
            <a:ext cx="6142490" cy="6876000"/>
          </a:xfrm>
          <a:solidFill>
            <a:schemeClr val="bg1">
              <a:lumMod val="85000"/>
            </a:schemeClr>
          </a:solidFill>
        </p:spPr>
        <p:txBody>
          <a:bodyPr/>
          <a:lstStyle/>
          <a:p>
            <a:r>
              <a:rPr lang="en-US"/>
              <a:t>Click icon to add picture</a:t>
            </a:r>
          </a:p>
        </p:txBody>
      </p:sp>
      <p:pic>
        <p:nvPicPr>
          <p:cNvPr id="6" name="Graphic 5">
            <a:extLst>
              <a:ext uri="{FF2B5EF4-FFF2-40B4-BE49-F238E27FC236}">
                <a16:creationId xmlns:a16="http://schemas.microsoft.com/office/drawing/2014/main" id="{02F718EE-F749-6245-360C-62743886D2EA}"/>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8" name="Slide Number Placeholder 5">
            <a:extLst>
              <a:ext uri="{FF2B5EF4-FFF2-40B4-BE49-F238E27FC236}">
                <a16:creationId xmlns:a16="http://schemas.microsoft.com/office/drawing/2014/main" id="{55227DA8-49BF-BC91-6F9E-8D36260C6086}"/>
              </a:ext>
            </a:extLst>
          </p:cNvPr>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sp>
        <p:nvSpPr>
          <p:cNvPr id="11" name="Text Placeholder 10">
            <a:extLst>
              <a:ext uri="{FF2B5EF4-FFF2-40B4-BE49-F238E27FC236}">
                <a16:creationId xmlns:a16="http://schemas.microsoft.com/office/drawing/2014/main" id="{C3CD4768-C978-97ED-767A-3070AEC53FE7}"/>
              </a:ext>
            </a:extLst>
          </p:cNvPr>
          <p:cNvSpPr>
            <a:spLocks noGrp="1"/>
          </p:cNvSpPr>
          <p:nvPr>
            <p:ph type="body" sz="quarter" idx="14" hasCustomPrompt="1"/>
          </p:nvPr>
        </p:nvSpPr>
        <p:spPr>
          <a:xfrm>
            <a:off x="515938" y="1933575"/>
            <a:ext cx="5156200" cy="2522538"/>
          </a:xfrm>
        </p:spPr>
        <p:txBody>
          <a:bodyPr anchor="b"/>
          <a:lstStyle>
            <a:lvl1pPr marL="0" indent="0" algn="ctr">
              <a:lnSpc>
                <a:spcPct val="90000"/>
              </a:lnSpc>
              <a:spcAft>
                <a:spcPts val="0"/>
              </a:spcAft>
              <a:buNone/>
              <a:defRPr lang="en-GB" sz="5000" b="0" i="0" smtClean="0">
                <a:solidFill>
                  <a:schemeClr val="bg1"/>
                </a:solidFill>
                <a:effectLst/>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en-GB"/>
              <a:t>Large statement</a:t>
            </a:r>
            <a:br>
              <a:rPr lang="en-GB"/>
            </a:br>
            <a:r>
              <a:rPr lang="en-GB"/>
              <a:t>half &amp; half</a:t>
            </a:r>
            <a:br>
              <a:rPr lang="en-GB"/>
            </a:br>
            <a:r>
              <a:rPr lang="en-GB"/>
              <a:t>split image</a:t>
            </a:r>
            <a:endParaRPr lang="en-US"/>
          </a:p>
        </p:txBody>
      </p:sp>
    </p:spTree>
    <p:extLst>
      <p:ext uri="{BB962C8B-B14F-4D97-AF65-F5344CB8AC3E}">
        <p14:creationId xmlns:p14="http://schemas.microsoft.com/office/powerpoint/2010/main" val="74497531"/>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ontent Slide – Title Only">
    <p:bg>
      <p:bgPr>
        <a:solidFill>
          <a:schemeClr val="bg1"/>
        </a:solidFill>
        <a:effectLst/>
      </p:bgPr>
    </p:bg>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6"/>
            <a:ext cx="9595278" cy="991282"/>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5C08E9EA-89C9-9442-857B-4031E334067C}"/>
              </a:ext>
            </a:extLst>
          </p:cNvPr>
          <p:cNvSpPr>
            <a:spLocks noGrp="1"/>
          </p:cNvSpPr>
          <p:nvPr>
            <p:ph type="sldNum" sz="quarter" idx="23"/>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77875516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4_Title Slide - Ligh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6490" y="2924433"/>
            <a:ext cx="5400000" cy="1532237"/>
          </a:xfrm>
        </p:spPr>
        <p:txBody>
          <a:bodyPr anchor="b"/>
          <a:lstStyle>
            <a:lvl1pPr algn="l">
              <a:defRPr sz="5000">
                <a:solidFill>
                  <a:schemeClr val="tx1"/>
                </a:solidFill>
              </a:defRPr>
            </a:lvl1pPr>
          </a:lstStyle>
          <a:p>
            <a:r>
              <a:rPr lang="en-GB"/>
              <a:t>Presentation</a:t>
            </a:r>
            <a:br>
              <a:rPr lang="en-GB"/>
            </a:br>
            <a:r>
              <a:rPr lang="en-GB"/>
              <a:t>Title</a:t>
            </a:r>
            <a:endParaRPr lang="en-US"/>
          </a:p>
        </p:txBody>
      </p:sp>
      <p:sp>
        <p:nvSpPr>
          <p:cNvPr id="3" name="Subtitle 2"/>
          <p:cNvSpPr>
            <a:spLocks noGrp="1"/>
          </p:cNvSpPr>
          <p:nvPr>
            <p:ph type="subTitle" idx="1" hasCustomPrompt="1"/>
          </p:nvPr>
        </p:nvSpPr>
        <p:spPr>
          <a:xfrm>
            <a:off x="526490" y="4554666"/>
            <a:ext cx="5400000" cy="346848"/>
          </a:xfrm>
        </p:spPr>
        <p:txBody>
          <a:bodyPr/>
          <a:lstStyle>
            <a:lvl1pPr marL="0" indent="0" algn="l">
              <a:buNone/>
              <a:defRPr sz="950" cap="all" spc="5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Month year</a:t>
            </a:r>
            <a:endParaRPr lang="en-US"/>
          </a:p>
        </p:txBody>
      </p:sp>
      <p:pic>
        <p:nvPicPr>
          <p:cNvPr id="12" name="Graphic 11">
            <a:extLst>
              <a:ext uri="{FF2B5EF4-FFF2-40B4-BE49-F238E27FC236}">
                <a16:creationId xmlns:a16="http://schemas.microsoft.com/office/drawing/2014/main" id="{EF7EAAEA-1A6A-9D72-9ECE-4DA8DD2C60D2}"/>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4"/>
            <a:ext cx="3258000" cy="261176"/>
          </a:xfrm>
          <a:prstGeom prst="rect">
            <a:avLst/>
          </a:prstGeom>
        </p:spPr>
      </p:pic>
      <p:pic>
        <p:nvPicPr>
          <p:cNvPr id="15" name="Graphic 14">
            <a:extLst>
              <a:ext uri="{FF2B5EF4-FFF2-40B4-BE49-F238E27FC236}">
                <a16:creationId xmlns:a16="http://schemas.microsoft.com/office/drawing/2014/main" id="{5F9BDF4C-6A1D-134B-C022-C72A73E8CC95}"/>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526490" y="6139432"/>
            <a:ext cx="1332000" cy="240852"/>
          </a:xfrm>
          <a:prstGeom prst="rect">
            <a:avLst/>
          </a:prstGeom>
        </p:spPr>
      </p:pic>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96000" y="476284"/>
            <a:ext cx="5616000" cy="5904000"/>
          </a:xfrm>
          <a:solidFill>
            <a:schemeClr val="bg1">
              <a:lumMod val="85000"/>
            </a:schemeClr>
          </a:solidFill>
        </p:spPr>
        <p:txBody>
          <a:bodyPr/>
          <a:lstStyle/>
          <a:p>
            <a:endParaRPr lang="en-US"/>
          </a:p>
        </p:txBody>
      </p:sp>
    </p:spTree>
    <p:extLst>
      <p:ext uri="{BB962C8B-B14F-4D97-AF65-F5344CB8AC3E}">
        <p14:creationId xmlns:p14="http://schemas.microsoft.com/office/powerpoint/2010/main" val="243612628"/>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17_Section Divider">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1655" y="476251"/>
            <a:ext cx="11134408" cy="900000"/>
          </a:xfrm>
        </p:spPr>
        <p:txBody>
          <a:bodyPr anchor="b"/>
          <a:lstStyle>
            <a:lvl1pPr algn="ctr">
              <a:defRPr sz="5000">
                <a:solidFill>
                  <a:schemeClr val="bg1"/>
                </a:solidFill>
              </a:defRPr>
            </a:lvl1pPr>
          </a:lstStyle>
          <a:p>
            <a:r>
              <a:rPr lang="en-GB"/>
              <a:t>Section Divider</a:t>
            </a:r>
            <a:endParaRPr lang="en-US"/>
          </a:p>
        </p:txBody>
      </p:sp>
      <p:sp>
        <p:nvSpPr>
          <p:cNvPr id="3" name="Text Placeholder 2"/>
          <p:cNvSpPr>
            <a:spLocks noGrp="1"/>
          </p:cNvSpPr>
          <p:nvPr>
            <p:ph type="body" idx="1" hasCustomPrompt="1"/>
          </p:nvPr>
        </p:nvSpPr>
        <p:spPr>
          <a:xfrm>
            <a:off x="541655" y="5335929"/>
            <a:ext cx="11134408" cy="1027728"/>
          </a:xfrm>
        </p:spPr>
        <p:txBody>
          <a:bodyPr/>
          <a:lstStyle>
            <a:lvl1pPr marL="0" indent="0" algn="ctr">
              <a:buNone/>
              <a:defRPr sz="5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Window Image</a:t>
            </a:r>
          </a:p>
        </p:txBody>
      </p:sp>
      <p:sp>
        <p:nvSpPr>
          <p:cNvPr id="5" name="Footer Placeholder 4"/>
          <p:cNvSpPr>
            <a:spLocks noGrp="1"/>
          </p:cNvSpPr>
          <p:nvPr>
            <p:ph type="ftr" sz="quarter" idx="11"/>
          </p:nvPr>
        </p:nvSpPr>
        <p:spPr>
          <a:xfrm>
            <a:off x="541655" y="6397792"/>
            <a:ext cx="5554345" cy="432000"/>
          </a:xfrm>
        </p:spPr>
        <p:txBody>
          <a:bodyPr/>
          <a:lstStyle>
            <a:lvl1pPr>
              <a:defRPr>
                <a:solidFill>
                  <a:schemeClr val="bg1"/>
                </a:solidFill>
              </a:defRPr>
            </a:lvl1pPr>
          </a:lstStyle>
          <a:p>
            <a:r>
              <a:rPr lang="en-US"/>
              <a:t>Document title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1944547" y="1527858"/>
            <a:ext cx="8287473" cy="3773936"/>
          </a:xfrm>
          <a:solidFill>
            <a:schemeClr val="bg1">
              <a:lumMod val="85000"/>
            </a:schemeClr>
          </a:solidFill>
        </p:spPr>
        <p:txBody>
          <a:bodyPr/>
          <a:lstStyle/>
          <a:p>
            <a:endParaRPr lang="en-US"/>
          </a:p>
        </p:txBody>
      </p:sp>
    </p:spTree>
    <p:extLst>
      <p:ext uri="{BB962C8B-B14F-4D97-AF65-F5344CB8AC3E}">
        <p14:creationId xmlns:p14="http://schemas.microsoft.com/office/powerpoint/2010/main" val="1067035215"/>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16_Section Divider">
    <p:bg>
      <p:bgPr>
        <a:solidFill>
          <a:schemeClr val="tx2"/>
        </a:solidFill>
        <a:effectLst/>
      </p:bgPr>
    </p:bg>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0" y="0"/>
            <a:ext cx="12204000" cy="6861568"/>
          </a:xfrm>
          <a:solidFill>
            <a:schemeClr val="bg1">
              <a:lumMod val="75000"/>
            </a:schemeClr>
          </a:solidFill>
        </p:spPr>
        <p:txBody>
          <a:bodyPr/>
          <a:lstStyle/>
          <a:p>
            <a:endParaRPr lang="en-US"/>
          </a:p>
        </p:txBody>
      </p:sp>
      <p:sp>
        <p:nvSpPr>
          <p:cNvPr id="2" name="Title 1"/>
          <p:cNvSpPr>
            <a:spLocks noGrp="1"/>
          </p:cNvSpPr>
          <p:nvPr>
            <p:ph type="title" hasCustomPrompt="1"/>
          </p:nvPr>
        </p:nvSpPr>
        <p:spPr>
          <a:xfrm>
            <a:off x="534796" y="1268413"/>
            <a:ext cx="11134408" cy="2886898"/>
          </a:xfrm>
        </p:spPr>
        <p:txBody>
          <a:bodyPr anchor="b"/>
          <a:lstStyle>
            <a:lvl1pPr algn="ctr">
              <a:defRPr sz="4800">
                <a:solidFill>
                  <a:schemeClr val="bg1"/>
                </a:solidFill>
              </a:defRPr>
            </a:lvl1pPr>
          </a:lstStyle>
          <a:p>
            <a:r>
              <a:rPr lang="en-GB"/>
              <a:t>Section Divider </a:t>
            </a:r>
            <a:br>
              <a:rPr lang="en-GB"/>
            </a:br>
            <a:r>
              <a:rPr lang="en-GB"/>
              <a:t>Full Screen Image</a:t>
            </a:r>
            <a:endParaRPr lang="en-US"/>
          </a:p>
        </p:txBody>
      </p:sp>
      <p:sp>
        <p:nvSpPr>
          <p:cNvPr id="5" name="Footer Placeholder 4"/>
          <p:cNvSpPr>
            <a:spLocks noGrp="1"/>
          </p:cNvSpPr>
          <p:nvPr>
            <p:ph type="ftr" sz="quarter" idx="11"/>
          </p:nvPr>
        </p:nvSpPr>
        <p:spPr>
          <a:xfrm>
            <a:off x="541655" y="6397792"/>
            <a:ext cx="5554345" cy="432000"/>
          </a:xfrm>
        </p:spPr>
        <p:txBody>
          <a:bodyPr/>
          <a:lstStyle>
            <a:lvl1pPr>
              <a:defRPr>
                <a:solidFill>
                  <a:schemeClr val="bg1"/>
                </a:solidFill>
              </a:defRPr>
            </a:lvl1pPr>
          </a:lstStyle>
          <a:p>
            <a:r>
              <a:rPr lang="en-US"/>
              <a:t>Document title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pic>
        <p:nvPicPr>
          <p:cNvPr id="3" name="Graphic 2">
            <a:extLst>
              <a:ext uri="{FF2B5EF4-FFF2-40B4-BE49-F238E27FC236}">
                <a16:creationId xmlns:a16="http://schemas.microsoft.com/office/drawing/2014/main" id="{5ACC2F41-D964-4B4C-4A7D-C4DCECC5827E}"/>
              </a:ext>
            </a:extLst>
          </p:cNvPr>
          <p:cNvPicPr>
            <a:picLocks noChangeAspect="1"/>
          </p:cNvPicPr>
          <p:nvPr userDrawn="1"/>
        </p:nvPicPr>
        <p:blipFill>
          <a:blip>
            <a:extLst>
              <a:ext uri="{96DAC541-7B7A-43D3-8B79-37D633B846F1}">
                <asvg:svgBlip xmlns:asvg="http://schemas.microsoft.com/office/drawing/2016/SVG/main" r:embed="rId3"/>
              </a:ext>
            </a:extLst>
          </a:blip>
          <a:srcRect l="8903" t="40386" r="9168" b="30574"/>
          <a:stretch>
            <a:fillRect/>
          </a:stretch>
        </p:blipFill>
        <p:spPr>
          <a:xfrm>
            <a:off x="526490" y="476285"/>
            <a:ext cx="1440000" cy="115433"/>
          </a:xfrm>
          <a:prstGeom prst="rect">
            <a:avLst/>
          </a:prstGeom>
        </p:spPr>
      </p:pic>
    </p:spTree>
    <p:extLst>
      <p:ext uri="{BB962C8B-B14F-4D97-AF65-F5344CB8AC3E}">
        <p14:creationId xmlns:p14="http://schemas.microsoft.com/office/powerpoint/2010/main" val="3584954028"/>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5_Section Divider">
    <p:bg>
      <p:bgPr>
        <a:solidFill>
          <a:srgbClr val="1F445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1655" y="476251"/>
            <a:ext cx="11134408" cy="900000"/>
          </a:xfrm>
        </p:spPr>
        <p:txBody>
          <a:bodyPr anchor="b"/>
          <a:lstStyle>
            <a:lvl1pPr algn="ctr">
              <a:defRPr sz="5000">
                <a:solidFill>
                  <a:schemeClr val="bg1"/>
                </a:solidFill>
              </a:defRPr>
            </a:lvl1pPr>
          </a:lstStyle>
          <a:p>
            <a:r>
              <a:rPr lang="en-GB"/>
              <a:t>Section Divider</a:t>
            </a:r>
            <a:endParaRPr lang="en-US"/>
          </a:p>
        </p:txBody>
      </p:sp>
      <p:sp>
        <p:nvSpPr>
          <p:cNvPr id="3" name="Text Placeholder 2"/>
          <p:cNvSpPr>
            <a:spLocks noGrp="1"/>
          </p:cNvSpPr>
          <p:nvPr>
            <p:ph type="body" idx="1" hasCustomPrompt="1"/>
          </p:nvPr>
        </p:nvSpPr>
        <p:spPr>
          <a:xfrm>
            <a:off x="541655" y="5335929"/>
            <a:ext cx="11134408" cy="1027728"/>
          </a:xfrm>
        </p:spPr>
        <p:txBody>
          <a:bodyPr/>
          <a:lstStyle>
            <a:lvl1pPr marL="0" indent="0" algn="ctr">
              <a:buNone/>
              <a:defRPr sz="5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Window Image</a:t>
            </a:r>
          </a:p>
        </p:txBody>
      </p:sp>
      <p:sp>
        <p:nvSpPr>
          <p:cNvPr id="5" name="Footer Placeholder 4"/>
          <p:cNvSpPr>
            <a:spLocks noGrp="1"/>
          </p:cNvSpPr>
          <p:nvPr>
            <p:ph type="ftr" sz="quarter" idx="11"/>
          </p:nvPr>
        </p:nvSpPr>
        <p:spPr>
          <a:xfrm>
            <a:off x="541655" y="6397792"/>
            <a:ext cx="5554345" cy="432000"/>
          </a:xfrm>
        </p:spPr>
        <p:txBody>
          <a:bodyPr/>
          <a:lstStyle>
            <a:lvl1pPr>
              <a:defRPr>
                <a:solidFill>
                  <a:schemeClr val="bg1"/>
                </a:solidFill>
              </a:defRPr>
            </a:lvl1pPr>
          </a:lstStyle>
          <a:p>
            <a:r>
              <a:rPr lang="en-US"/>
              <a:t>Document title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1944547" y="1527858"/>
            <a:ext cx="8287473" cy="3773936"/>
          </a:xfrm>
          <a:solidFill>
            <a:schemeClr val="bg1">
              <a:lumMod val="85000"/>
            </a:schemeClr>
          </a:solidFill>
        </p:spPr>
        <p:txBody>
          <a:bodyPr/>
          <a:lstStyle/>
          <a:p>
            <a:endParaRPr lang="en-US"/>
          </a:p>
        </p:txBody>
      </p:sp>
    </p:spTree>
    <p:extLst>
      <p:ext uri="{BB962C8B-B14F-4D97-AF65-F5344CB8AC3E}">
        <p14:creationId xmlns:p14="http://schemas.microsoft.com/office/powerpoint/2010/main" val="2198473453"/>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4_Section Divider">
    <p:bg>
      <p:bgPr>
        <a:solidFill>
          <a:schemeClr val="tx2"/>
        </a:solidFill>
        <a:effectLst/>
      </p:bgPr>
    </p:bg>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0" y="0"/>
            <a:ext cx="12204000" cy="6861568"/>
          </a:xfrm>
          <a:solidFill>
            <a:schemeClr val="bg1">
              <a:lumMod val="75000"/>
            </a:schemeClr>
          </a:solidFill>
        </p:spPr>
        <p:txBody>
          <a:bodyPr/>
          <a:lstStyle/>
          <a:p>
            <a:endParaRPr lang="en-US"/>
          </a:p>
        </p:txBody>
      </p:sp>
      <p:sp>
        <p:nvSpPr>
          <p:cNvPr id="2" name="Title 1"/>
          <p:cNvSpPr>
            <a:spLocks noGrp="1"/>
          </p:cNvSpPr>
          <p:nvPr>
            <p:ph type="title" hasCustomPrompt="1"/>
          </p:nvPr>
        </p:nvSpPr>
        <p:spPr>
          <a:xfrm>
            <a:off x="534796" y="1268413"/>
            <a:ext cx="11134408" cy="2886898"/>
          </a:xfrm>
        </p:spPr>
        <p:txBody>
          <a:bodyPr anchor="b"/>
          <a:lstStyle>
            <a:lvl1pPr algn="ctr">
              <a:defRPr sz="4800">
                <a:solidFill>
                  <a:schemeClr val="bg1"/>
                </a:solidFill>
              </a:defRPr>
            </a:lvl1pPr>
          </a:lstStyle>
          <a:p>
            <a:r>
              <a:rPr lang="en-GB"/>
              <a:t>Section Divider </a:t>
            </a:r>
            <a:br>
              <a:rPr lang="en-GB"/>
            </a:br>
            <a:r>
              <a:rPr lang="en-GB"/>
              <a:t>Full Screen Image</a:t>
            </a:r>
            <a:endParaRPr lang="en-US"/>
          </a:p>
        </p:txBody>
      </p:sp>
      <p:sp>
        <p:nvSpPr>
          <p:cNvPr id="5" name="Footer Placeholder 4"/>
          <p:cNvSpPr>
            <a:spLocks noGrp="1"/>
          </p:cNvSpPr>
          <p:nvPr>
            <p:ph type="ftr" sz="quarter" idx="11"/>
          </p:nvPr>
        </p:nvSpPr>
        <p:spPr>
          <a:xfrm>
            <a:off x="541655" y="6397792"/>
            <a:ext cx="5554345" cy="432000"/>
          </a:xfrm>
        </p:spPr>
        <p:txBody>
          <a:bodyPr/>
          <a:lstStyle>
            <a:lvl1pPr>
              <a:defRPr>
                <a:solidFill>
                  <a:schemeClr val="bg1"/>
                </a:solidFill>
              </a:defRPr>
            </a:lvl1pPr>
          </a:lstStyle>
          <a:p>
            <a:r>
              <a:rPr lang="en-US"/>
              <a:t>Document title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pic>
        <p:nvPicPr>
          <p:cNvPr id="3" name="Graphic 2">
            <a:extLst>
              <a:ext uri="{FF2B5EF4-FFF2-40B4-BE49-F238E27FC236}">
                <a16:creationId xmlns:a16="http://schemas.microsoft.com/office/drawing/2014/main" id="{5ACC2F41-D964-4B4C-4A7D-C4DCECC5827E}"/>
              </a:ext>
            </a:extLst>
          </p:cNvPr>
          <p:cNvPicPr>
            <a:picLocks noChangeAspect="1"/>
          </p:cNvPicPr>
          <p:nvPr userDrawn="1"/>
        </p:nvPicPr>
        <p:blipFill>
          <a:blip>
            <a:extLst>
              <a:ext uri="{96DAC541-7B7A-43D3-8B79-37D633B846F1}">
                <asvg:svgBlip xmlns:asvg="http://schemas.microsoft.com/office/drawing/2016/SVG/main" r:embed="rId3"/>
              </a:ext>
            </a:extLst>
          </a:blip>
          <a:srcRect l="8903" t="40386" r="9168" b="30574"/>
          <a:stretch>
            <a:fillRect/>
          </a:stretch>
        </p:blipFill>
        <p:spPr>
          <a:xfrm>
            <a:off x="526490" y="476285"/>
            <a:ext cx="1440000" cy="115433"/>
          </a:xfrm>
          <a:prstGeom prst="rect">
            <a:avLst/>
          </a:prstGeom>
        </p:spPr>
      </p:pic>
    </p:spTree>
    <p:extLst>
      <p:ext uri="{BB962C8B-B14F-4D97-AF65-F5344CB8AC3E}">
        <p14:creationId xmlns:p14="http://schemas.microsoft.com/office/powerpoint/2010/main" val="2365985926"/>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4_Content Slide x 2 Images">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791789" y="1644982"/>
            <a:ext cx="4895850" cy="1440000"/>
          </a:xfrm>
        </p:spPr>
        <p:txBody>
          <a:bodyPr/>
          <a:lstStyle/>
          <a:p>
            <a:r>
              <a:rPr lang="en-GB"/>
              <a:t>Content slide</a:t>
            </a:r>
            <a:br>
              <a:rPr lang="en-GB"/>
            </a:br>
            <a:r>
              <a:rPr lang="en-GB"/>
              <a:t>- 2 images</a:t>
            </a:r>
            <a:endParaRPr lang="en-US"/>
          </a:p>
        </p:txBody>
      </p:sp>
      <p:sp>
        <p:nvSpPr>
          <p:cNvPr id="5" name="Footer Placeholder 4"/>
          <p:cNvSpPr>
            <a:spLocks noGrp="1"/>
          </p:cNvSpPr>
          <p:nvPr>
            <p:ph type="ftr" sz="quarter" idx="11"/>
          </p:nvPr>
        </p:nvSpPr>
        <p:spPr>
          <a:xfrm>
            <a:off x="541655" y="6397240"/>
            <a:ext cx="5554345" cy="432000"/>
          </a:xfrm>
        </p:spPr>
        <p:txBody>
          <a:bodyPr/>
          <a:lstStyle/>
          <a:p>
            <a:r>
              <a:rPr lang="en-US"/>
              <a:t>Document title</a:t>
            </a:r>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791789" y="476250"/>
            <a:ext cx="4874184"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7" name="Picture Placeholder 16">
            <a:extLst>
              <a:ext uri="{FF2B5EF4-FFF2-40B4-BE49-F238E27FC236}">
                <a16:creationId xmlns:a16="http://schemas.microsoft.com/office/drawing/2014/main" id="{229710FD-8A45-2431-D079-EA74DA120F85}"/>
              </a:ext>
            </a:extLst>
          </p:cNvPr>
          <p:cNvSpPr>
            <a:spLocks noGrp="1"/>
          </p:cNvSpPr>
          <p:nvPr>
            <p:ph type="pic" sz="quarter" idx="14"/>
          </p:nvPr>
        </p:nvSpPr>
        <p:spPr>
          <a:xfrm>
            <a:off x="1033611" y="1780549"/>
            <a:ext cx="2520000" cy="3564000"/>
          </a:xfrm>
          <a:solidFill>
            <a:schemeClr val="bg1">
              <a:lumMod val="85000"/>
            </a:schemeClr>
          </a:solidFill>
        </p:spPr>
        <p:txBody>
          <a:bodyPr/>
          <a:lstStyle/>
          <a:p>
            <a:endParaRPr lang="en-US"/>
          </a:p>
        </p:txBody>
      </p:sp>
      <p:sp>
        <p:nvSpPr>
          <p:cNvPr id="18" name="Picture Placeholder 16">
            <a:extLst>
              <a:ext uri="{FF2B5EF4-FFF2-40B4-BE49-F238E27FC236}">
                <a16:creationId xmlns:a16="http://schemas.microsoft.com/office/drawing/2014/main" id="{7EAFD47E-3100-474E-D984-924BEA08459E}"/>
              </a:ext>
            </a:extLst>
          </p:cNvPr>
          <p:cNvSpPr>
            <a:spLocks noGrp="1"/>
          </p:cNvSpPr>
          <p:nvPr>
            <p:ph type="pic" sz="quarter" idx="15"/>
          </p:nvPr>
        </p:nvSpPr>
        <p:spPr>
          <a:xfrm>
            <a:off x="3685746" y="770794"/>
            <a:ext cx="2124000" cy="2700000"/>
          </a:xfrm>
          <a:solidFill>
            <a:schemeClr val="bg1">
              <a:lumMod val="85000"/>
            </a:schemeClr>
          </a:solidFill>
        </p:spPr>
        <p:txBody>
          <a:bodyPr/>
          <a:lstStyle/>
          <a:p>
            <a:endParaRPr lang="en-US"/>
          </a:p>
        </p:txBody>
      </p:sp>
      <p:sp>
        <p:nvSpPr>
          <p:cNvPr id="22" name="Text Placeholder 21">
            <a:extLst>
              <a:ext uri="{FF2B5EF4-FFF2-40B4-BE49-F238E27FC236}">
                <a16:creationId xmlns:a16="http://schemas.microsoft.com/office/drawing/2014/main" id="{EE470DD9-C1CC-3B38-6B1B-63618244468F}"/>
              </a:ext>
            </a:extLst>
          </p:cNvPr>
          <p:cNvSpPr>
            <a:spLocks noGrp="1"/>
          </p:cNvSpPr>
          <p:nvPr>
            <p:ph type="body" sz="quarter" idx="16"/>
          </p:nvPr>
        </p:nvSpPr>
        <p:spPr>
          <a:xfrm>
            <a:off x="6791789" y="3435917"/>
            <a:ext cx="4884737" cy="2514033"/>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156864471"/>
      </p:ext>
    </p:extLst>
  </p:cSld>
  <p:clrMapOvr>
    <a:masterClrMapping/>
  </p:clrMapOvr>
  <p:extLst>
    <p:ext uri="{DCECCB84-F9BA-43D5-87BE-67443E8EF086}">
      <p15:sldGuideLst xmlns:p15="http://schemas.microsoft.com/office/powerpoint/2012/main">
        <p15:guide id="1" pos="4271">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11_Title Onl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2122600088"/>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10_Title Only">
    <p:bg>
      <p:bgPr>
        <a:solidFill>
          <a:srgbClr val="1F4456"/>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lvl1pPr>
              <a:defRPr>
                <a:solidFill>
                  <a:schemeClr val="bg1"/>
                </a:solidFill>
              </a:defRPr>
            </a:lvl1p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lum bright="100000"/>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bg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417150400"/>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500"/>
            <a:ext cx="2520000" cy="360045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674C7096-C45A-30E5-B074-F9A71AEC6EDA}"/>
              </a:ext>
            </a:extLst>
          </p:cNvPr>
          <p:cNvSpPr>
            <a:spLocks noGrp="1"/>
          </p:cNvSpPr>
          <p:nvPr>
            <p:ph type="body" sz="quarter" idx="17" hasCustomPrompt="1"/>
          </p:nvPr>
        </p:nvSpPr>
        <p:spPr>
          <a:xfrm>
            <a:off x="3318827" y="2349500"/>
            <a:ext cx="8352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 </a:t>
            </a:r>
            <a:endParaRPr lang="en-US"/>
          </a:p>
        </p:txBody>
      </p:sp>
    </p:spTree>
    <p:extLst>
      <p:ext uri="{BB962C8B-B14F-4D97-AF65-F5344CB8AC3E}">
        <p14:creationId xmlns:p14="http://schemas.microsoft.com/office/powerpoint/2010/main" val="3864807786"/>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6_Title and Content x 2 column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500"/>
            <a:ext cx="2520000" cy="360045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3299636" y="2349500"/>
            <a:ext cx="406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6" name="Text Placeholder 21">
            <a:extLst>
              <a:ext uri="{FF2B5EF4-FFF2-40B4-BE49-F238E27FC236}">
                <a16:creationId xmlns:a16="http://schemas.microsoft.com/office/drawing/2014/main" id="{FEE36CB7-E97C-CC07-F8A5-6FBAEC33F6E9}"/>
              </a:ext>
            </a:extLst>
          </p:cNvPr>
          <p:cNvSpPr>
            <a:spLocks noGrp="1"/>
          </p:cNvSpPr>
          <p:nvPr>
            <p:ph type="body" sz="quarter" idx="18" hasCustomPrompt="1"/>
          </p:nvPr>
        </p:nvSpPr>
        <p:spPr>
          <a:xfrm>
            <a:off x="7619760" y="2349500"/>
            <a:ext cx="406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Tree>
    <p:extLst>
      <p:ext uri="{BB962C8B-B14F-4D97-AF65-F5344CB8AC3E}">
        <p14:creationId xmlns:p14="http://schemas.microsoft.com/office/powerpoint/2010/main" val="290009756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4_Title and Content x 3 column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050"/>
            <a:ext cx="2520000" cy="360000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3292016"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2" name="Text Placeholder 21">
            <a:extLst>
              <a:ext uri="{FF2B5EF4-FFF2-40B4-BE49-F238E27FC236}">
                <a16:creationId xmlns:a16="http://schemas.microsoft.com/office/drawing/2014/main" id="{F249BC02-4B69-FE1F-6A2C-6F131B54748A}"/>
              </a:ext>
            </a:extLst>
          </p:cNvPr>
          <p:cNvSpPr>
            <a:spLocks noGrp="1"/>
          </p:cNvSpPr>
          <p:nvPr>
            <p:ph type="body" sz="quarter" idx="18" hasCustomPrompt="1"/>
          </p:nvPr>
        </p:nvSpPr>
        <p:spPr>
          <a:xfrm>
            <a:off x="6164520"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3" name="Text Placeholder 21">
            <a:extLst>
              <a:ext uri="{FF2B5EF4-FFF2-40B4-BE49-F238E27FC236}">
                <a16:creationId xmlns:a16="http://schemas.microsoft.com/office/drawing/2014/main" id="{3E5D4F1E-F300-D3BD-7B02-632FF8997134}"/>
              </a:ext>
            </a:extLst>
          </p:cNvPr>
          <p:cNvSpPr>
            <a:spLocks noGrp="1"/>
          </p:cNvSpPr>
          <p:nvPr>
            <p:ph type="body" sz="quarter" idx="19" hasCustomPrompt="1"/>
          </p:nvPr>
        </p:nvSpPr>
        <p:spPr>
          <a:xfrm>
            <a:off x="9037023"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Tree>
    <p:extLst>
      <p:ext uri="{BB962C8B-B14F-4D97-AF65-F5344CB8AC3E}">
        <p14:creationId xmlns:p14="http://schemas.microsoft.com/office/powerpoint/2010/main" val="3413841838"/>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userDrawn="1">
  <p:cSld name="Content Slide 1 Text Block">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5A4C779-8AD3-426D-A981-180B52AA3428}"/>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5" name="think-cell data - do not delete" hidden="1">
                        <a:extLst>
                          <a:ext uri="{FF2B5EF4-FFF2-40B4-BE49-F238E27FC236}">
                            <a16:creationId xmlns:a16="http://schemas.microsoft.com/office/drawing/2014/main" id="{15A4C779-8AD3-426D-A981-180B52AA34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2CE804C-5BFE-49EA-BEF9-E14BC1591394}"/>
              </a:ext>
            </a:extLst>
          </p:cNvPr>
          <p:cNvSpPr>
            <a:spLocks noGrp="1"/>
          </p:cNvSpPr>
          <p:nvPr>
            <p:ph type="title" hasCustomPrompt="1"/>
          </p:nvPr>
        </p:nvSpPr>
        <p:spPr>
          <a:xfrm>
            <a:off x="400391" y="320676"/>
            <a:ext cx="9592056" cy="991282"/>
          </a:xfrm>
        </p:spPr>
        <p:txBody>
          <a:bodyPr vert="horz" lIns="0" tIns="0" rIns="0" bIns="0" anchor="t"/>
          <a:lstStyle>
            <a:lvl1pPr>
              <a:spcAft>
                <a:spcPts val="600"/>
              </a:spcAft>
              <a:defRPr sz="3000"/>
            </a:lvl1pPr>
          </a:lstStyle>
          <a:p>
            <a:pPr lvl="0"/>
            <a:r>
              <a:rPr lang="en-GB"/>
              <a:t>Content section title</a:t>
            </a:r>
          </a:p>
        </p:txBody>
      </p:sp>
      <p:sp>
        <p:nvSpPr>
          <p:cNvPr id="3" name="Text Placeholder 5">
            <a:extLst>
              <a:ext uri="{FF2B5EF4-FFF2-40B4-BE49-F238E27FC236}">
                <a16:creationId xmlns:a16="http://schemas.microsoft.com/office/drawing/2014/main" id="{16132827-075A-4B54-9F90-03FC47D52710}"/>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tx2"/>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p:txBody>
      </p:sp>
      <p:sp>
        <p:nvSpPr>
          <p:cNvPr id="9" name="Text Placeholder 9">
            <a:extLst>
              <a:ext uri="{FF2B5EF4-FFF2-40B4-BE49-F238E27FC236}">
                <a16:creationId xmlns:a16="http://schemas.microsoft.com/office/drawing/2014/main" id="{3E4DB92E-FCCA-4806-8F2E-DEB3A5FAEC72}"/>
              </a:ext>
            </a:extLst>
          </p:cNvPr>
          <p:cNvSpPr>
            <a:spLocks noGrp="1"/>
          </p:cNvSpPr>
          <p:nvPr>
            <p:ph type="body" sz="quarter" idx="26"/>
          </p:nvPr>
        </p:nvSpPr>
        <p:spPr>
          <a:xfrm>
            <a:off x="400391" y="2082800"/>
            <a:ext cx="11391217" cy="3934642"/>
          </a:xfrm>
          <a:prstGeom prst="rect">
            <a:avLst/>
          </a:prstGeom>
        </p:spPr>
        <p:txBody>
          <a:bodyPr lIns="0" tIns="0" rIns="0" bIns="0"/>
          <a:lstStyle>
            <a:lvl1pPr>
              <a:lnSpc>
                <a:spcPct val="100000"/>
              </a:lnSpc>
              <a:spcBef>
                <a:spcPts val="600"/>
              </a:spcBef>
              <a:buNone/>
              <a:defRPr sz="2400">
                <a:solidFill>
                  <a:schemeClr val="tx1"/>
                </a:solidFill>
                <a:latin typeface="+mn-lt"/>
                <a:ea typeface="+mn-ea"/>
                <a:cs typeface="+mn-cs"/>
              </a:defRPr>
            </a:lvl1pPr>
            <a:lvl2pPr>
              <a:lnSpc>
                <a:spcPct val="100000"/>
              </a:lnSpc>
              <a:spcBef>
                <a:spcPts val="600"/>
              </a:spcBef>
              <a:defRPr sz="2400">
                <a:solidFill>
                  <a:schemeClr val="tx1"/>
                </a:solidFill>
                <a:latin typeface="+mn-lt"/>
                <a:ea typeface="+mn-ea"/>
                <a:cs typeface="+mn-cs"/>
              </a:defRPr>
            </a:lvl2pPr>
            <a:lvl3pPr>
              <a:lnSpc>
                <a:spcPct val="100000"/>
              </a:lnSpc>
              <a:spcBef>
                <a:spcPts val="600"/>
              </a:spcBef>
              <a:defRPr sz="2400">
                <a:solidFill>
                  <a:schemeClr val="tx1"/>
                </a:solidFill>
                <a:latin typeface="+mn-lt"/>
                <a:ea typeface="+mn-ea"/>
                <a:cs typeface="+mn-cs"/>
              </a:defRPr>
            </a:lvl3pPr>
            <a:lvl4pPr>
              <a:lnSpc>
                <a:spcPct val="100000"/>
              </a:lnSpc>
              <a:spcBef>
                <a:spcPts val="600"/>
              </a:spcBef>
              <a:defRPr sz="2400">
                <a:solidFill>
                  <a:schemeClr val="tx1"/>
                </a:solidFill>
                <a:latin typeface="+mn-lt"/>
                <a:ea typeface="+mn-ea"/>
                <a:cs typeface="+mn-cs"/>
              </a:defRPr>
            </a:lvl4pPr>
            <a:lvl5pPr>
              <a:lnSpc>
                <a:spcPts val="1750"/>
              </a:lnSpc>
              <a:defRPr sz="1400"/>
            </a:lvl5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68972347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4_Content Slide – Title Only">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C1DDE965-4941-7132-45E7-50830D784BEF}"/>
              </a:ext>
            </a:extLst>
          </p:cNvPr>
          <p:cNvGraphicFramePr>
            <a:graphicFrameLocks noChangeAspect="1"/>
          </p:cNvGraphicFramePr>
          <p:nvPr userDrawn="1">
            <p:custDataLst>
              <p:tags r:id="rId1"/>
            </p:custDataLst>
            <p:extLst>
              <p:ext uri="{D42A27DB-BD31-4B8C-83A1-F6EECF244321}">
                <p14:modId xmlns:p14="http://schemas.microsoft.com/office/powerpoint/2010/main" val="9393416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think-cell data - do not delete" hidden="1">
                        <a:extLst>
                          <a:ext uri="{FF2B5EF4-FFF2-40B4-BE49-F238E27FC236}">
                            <a16:creationId xmlns:a16="http://schemas.microsoft.com/office/drawing/2014/main" id="{C1DDE965-4941-7132-45E7-50830D784BE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8" y="320675"/>
            <a:ext cx="1806575" cy="490538"/>
          </a:xfrm>
        </p:spPr>
        <p:txBody>
          <a:bodyPr lIns="0"/>
          <a:lstStyle>
            <a:lvl1pPr marL="0" indent="0" algn="r" rtl="0">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6"/>
            <a:ext cx="9595278" cy="991282"/>
          </a:xfrm>
          <a:prstGeom prst="rect">
            <a:avLst/>
          </a:prstGeom>
        </p:spPr>
        <p:txBody>
          <a:bodyPr lIns="0" tIns="0" rIns="0" bIns="0" anchor="t"/>
          <a:lstStyle>
            <a:lvl1pPr marL="0" indent="0" algn="l" rtl="0">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5C08E9EA-89C9-9442-857B-4031E334067C}"/>
              </a:ext>
            </a:extLst>
          </p:cNvPr>
          <p:cNvSpPr>
            <a:spLocks noGrp="1"/>
          </p:cNvSpPr>
          <p:nvPr>
            <p:ph type="sldNum" sz="quarter" idx="23"/>
          </p:nvPr>
        </p:nvSpPr>
        <p:spPr/>
        <p:txBody>
          <a:bodyPr/>
          <a:lstStyle>
            <a:lvl1pPr rtl="0">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1684855657"/>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userDrawn="1">
  <p:cSld name="1_Cool Gray Blank">
    <p:bg>
      <p:bgPr>
        <a:solidFill>
          <a:srgbClr val="C2C7CA"/>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10D01C7-7BD5-A01A-5C6F-F986D8B51C6D}"/>
              </a:ext>
            </a:extLst>
          </p:cNvPr>
          <p:cNvGraphicFramePr>
            <a:graphicFrameLocks noChangeAspect="1"/>
          </p:cNvGraphicFramePr>
          <p:nvPr userDrawn="1">
            <p:custDataLst>
              <p:tags r:id="rId1"/>
            </p:custDataLst>
            <p:extLst>
              <p:ext uri="{D42A27DB-BD31-4B8C-83A1-F6EECF244321}">
                <p14:modId xmlns:p14="http://schemas.microsoft.com/office/powerpoint/2010/main" val="4122222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think-cell data - do not delete" hidden="1">
                        <a:extLst>
                          <a:ext uri="{FF2B5EF4-FFF2-40B4-BE49-F238E27FC236}">
                            <a16:creationId xmlns:a16="http://schemas.microsoft.com/office/drawing/2014/main" id="{B10D01C7-7BD5-A01A-5C6F-F986D8B51C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lide Number Placeholder 2">
            <a:extLst>
              <a:ext uri="{FF2B5EF4-FFF2-40B4-BE49-F238E27FC236}">
                <a16:creationId xmlns:a16="http://schemas.microsoft.com/office/drawing/2014/main" id="{9298310A-D0C6-DA4B-873F-284F19394ABF}"/>
              </a:ext>
            </a:extLst>
          </p:cNvPr>
          <p:cNvSpPr>
            <a:spLocks noGrp="1"/>
          </p:cNvSpPr>
          <p:nvPr>
            <p:ph type="sldNum" sz="quarter" idx="10"/>
          </p:nvPr>
        </p:nvSpPr>
        <p:spPr/>
        <p:txBody>
          <a:bodyPr/>
          <a:lstStyle>
            <a:lvl1pPr rtl="0">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2593732555"/>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2174826677"/>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5F0B1F0-1477-8D21-AC20-6899CA257399}"/>
              </a:ext>
            </a:extLst>
          </p:cNvPr>
          <p:cNvGraphicFramePr>
            <a:graphicFrameLocks noChangeAspect="1"/>
          </p:cNvGraphicFramePr>
          <p:nvPr userDrawn="1">
            <p:custDataLst>
              <p:tags r:id="rId1"/>
            </p:custDataLst>
            <p:extLst>
              <p:ext uri="{D42A27DB-BD31-4B8C-83A1-F6EECF244321}">
                <p14:modId xmlns:p14="http://schemas.microsoft.com/office/powerpoint/2010/main" val="16513191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think-cell data - do not delete" hidden="1">
                        <a:extLst>
                          <a:ext uri="{FF2B5EF4-FFF2-40B4-BE49-F238E27FC236}">
                            <a16:creationId xmlns:a16="http://schemas.microsoft.com/office/drawing/2014/main" id="{15F0B1F0-1477-8D21-AC20-6899CA25739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Slide Number Placeholder 5">
            <a:extLst>
              <a:ext uri="{FF2B5EF4-FFF2-40B4-BE49-F238E27FC236}">
                <a16:creationId xmlns:a16="http://schemas.microsoft.com/office/drawing/2014/main" id="{7CFF06D9-FB08-5745-931D-8B37BDFBFDFB}"/>
              </a:ext>
            </a:extLst>
          </p:cNvPr>
          <p:cNvSpPr>
            <a:spLocks noGrp="1"/>
          </p:cNvSpPr>
          <p:nvPr>
            <p:ph type="sldNum" sz="quarter" idx="4"/>
          </p:nvPr>
        </p:nvSpPr>
        <p:spPr>
          <a:xfrm>
            <a:off x="191336" y="6471445"/>
            <a:ext cx="750936" cy="386556"/>
          </a:xfrm>
          <a:prstGeom prst="rect">
            <a:avLst/>
          </a:prstGeom>
        </p:spPr>
        <p:txBody>
          <a:bodyPr vert="horz" lIns="0" tIns="0" rIns="0" bIns="0" rtlCol="0" anchor="ctr"/>
          <a:lstStyle>
            <a:lvl1pPr algn="l" rtl="0">
              <a:defRPr sz="800" b="0" i="0">
                <a:solidFill>
                  <a:schemeClr val="accent1"/>
                </a:solidFill>
                <a:latin typeface="Arial" panose="020B0604020202020204" pitchFamily="34" charset="0"/>
                <a:cs typeface="Arial" panose="020B0604020202020204" pitchFamily="34" charset="0"/>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3289869248"/>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White BG with Footer Bar">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86C98B7-DE10-82B5-99D4-C529F7A0038D}"/>
              </a:ext>
            </a:extLst>
          </p:cNvPr>
          <p:cNvGraphicFramePr>
            <a:graphicFrameLocks noChangeAspect="1"/>
          </p:cNvGraphicFramePr>
          <p:nvPr userDrawn="1">
            <p:custDataLst>
              <p:tags r:id="rId1"/>
            </p:custDataLst>
            <p:extLst>
              <p:ext uri="{D42A27DB-BD31-4B8C-83A1-F6EECF244321}">
                <p14:modId xmlns:p14="http://schemas.microsoft.com/office/powerpoint/2010/main" val="30324870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think-cell data - do not delete" hidden="1">
                        <a:extLst>
                          <a:ext uri="{FF2B5EF4-FFF2-40B4-BE49-F238E27FC236}">
                            <a16:creationId xmlns:a16="http://schemas.microsoft.com/office/drawing/2014/main" id="{B86C98B7-DE10-82B5-99D4-C529F7A0038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92C15477-B79C-0949-A9EA-DCFAD113D4D0}"/>
              </a:ext>
            </a:extLst>
          </p:cNvPr>
          <p:cNvSpPr>
            <a:spLocks noGrp="1"/>
          </p:cNvSpPr>
          <p:nvPr>
            <p:ph type="sldNum" sz="quarter" idx="10"/>
          </p:nvPr>
        </p:nvSpPr>
        <p:spPr/>
        <p:txBody>
          <a:bodyPr/>
          <a:lstStyle>
            <a:lvl1pPr rtl="0">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2177022509"/>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1_Warm White BG with Footer">
    <p:bg>
      <p:bgPr>
        <a:solidFill>
          <a:srgbClr val="F0EEED"/>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9EB5C00-E3D3-76F4-31C0-12D985953BD7}"/>
              </a:ext>
            </a:extLst>
          </p:cNvPr>
          <p:cNvGraphicFramePr>
            <a:graphicFrameLocks noChangeAspect="1"/>
          </p:cNvGraphicFramePr>
          <p:nvPr userDrawn="1">
            <p:custDataLst>
              <p:tags r:id="rId1"/>
            </p:custDataLst>
            <p:extLst>
              <p:ext uri="{D42A27DB-BD31-4B8C-83A1-F6EECF244321}">
                <p14:modId xmlns:p14="http://schemas.microsoft.com/office/powerpoint/2010/main" val="7611614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think-cell data - do not delete" hidden="1">
                        <a:extLst>
                          <a:ext uri="{FF2B5EF4-FFF2-40B4-BE49-F238E27FC236}">
                            <a16:creationId xmlns:a16="http://schemas.microsoft.com/office/drawing/2014/main" id="{39EB5C00-E3D3-76F4-31C0-12D985953BD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D3097BF5-7BBF-3047-A206-3F4A405BB095}"/>
              </a:ext>
            </a:extLst>
          </p:cNvPr>
          <p:cNvSpPr>
            <a:spLocks noGrp="1"/>
          </p:cNvSpPr>
          <p:nvPr>
            <p:ph type="sldNum" sz="quarter" idx="10"/>
          </p:nvPr>
        </p:nvSpPr>
        <p:spPr/>
        <p:txBody>
          <a:bodyPr/>
          <a:lstStyle>
            <a:lvl1pPr rtl="0">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311862497"/>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1_Cool Gray BG with Footer ">
    <p:bg>
      <p:bgPr>
        <a:solidFill>
          <a:srgbClr val="C2C7CA"/>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599970C-B254-230C-FEDC-94BFF1194A6A}"/>
              </a:ext>
            </a:extLst>
          </p:cNvPr>
          <p:cNvGraphicFramePr>
            <a:graphicFrameLocks noChangeAspect="1"/>
          </p:cNvGraphicFramePr>
          <p:nvPr userDrawn="1">
            <p:custDataLst>
              <p:tags r:id="rId1"/>
            </p:custDataLst>
            <p:extLst>
              <p:ext uri="{D42A27DB-BD31-4B8C-83A1-F6EECF244321}">
                <p14:modId xmlns:p14="http://schemas.microsoft.com/office/powerpoint/2010/main" val="6559184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think-cell data - do not delete" hidden="1">
                        <a:extLst>
                          <a:ext uri="{FF2B5EF4-FFF2-40B4-BE49-F238E27FC236}">
                            <a16:creationId xmlns:a16="http://schemas.microsoft.com/office/drawing/2014/main" id="{1599970C-B254-230C-FEDC-94BFF1194A6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5" name="Picture 4" descr="Shape&#10;&#10;Description automatically generated with medium confidence">
            <a:extLst>
              <a:ext uri="{FF2B5EF4-FFF2-40B4-BE49-F238E27FC236}">
                <a16:creationId xmlns:a16="http://schemas.microsoft.com/office/drawing/2014/main" id="{BC0B97F8-76CD-034D-BE7D-C4CA07F040DC}"/>
              </a:ext>
            </a:extLst>
          </p:cNvPr>
          <p:cNvPicPr>
            <a:picLocks noChangeAspect="1"/>
          </p:cNvPicPr>
          <p:nvPr userDrawn="1"/>
        </p:nvPicPr>
        <p:blipFill>
          <a:blip r:embed="rId5"/>
          <a:stretch>
            <a:fillRect/>
          </a:stretch>
        </p:blipFill>
        <p:spPr>
          <a:xfrm>
            <a:off x="10895872" y="6497324"/>
            <a:ext cx="1213995" cy="339897"/>
          </a:xfrm>
          <a:prstGeom prst="rect">
            <a:avLst/>
          </a:prstGeom>
        </p:spPr>
      </p:pic>
      <p:sp>
        <p:nvSpPr>
          <p:cNvPr id="6" name="Subtitle 2">
            <a:extLst>
              <a:ext uri="{FF2B5EF4-FFF2-40B4-BE49-F238E27FC236}">
                <a16:creationId xmlns:a16="http://schemas.microsoft.com/office/drawing/2014/main" id="{0948CC4D-4367-B440-99AF-C773899BA61F}"/>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rtl="0">
              <a:lnSpc>
                <a:spcPct val="100000"/>
              </a:lnSpc>
              <a:spcBef>
                <a:spcPts val="0"/>
              </a:spcBef>
            </a:pPr>
            <a:r>
              <a:rPr lang="en-GB" sz="700" b="0" i="0">
                <a:solidFill>
                  <a:schemeClr val="tx1"/>
                </a:solidFill>
                <a:effectLst/>
                <a:latin typeface="+mn-lt"/>
              </a:rPr>
              <a:t>®IHG | Confidential &amp; Proprietary</a:t>
            </a:r>
            <a:endParaRPr lang="en-GB" sz="600" kern="800" spc="0">
              <a:solidFill>
                <a:schemeClr val="tx1"/>
              </a:solidFill>
              <a:latin typeface="+mn-lt"/>
              <a:cs typeface="Arial" panose="020B0604020202020204" pitchFamily="34" charset="0"/>
            </a:endParaRPr>
          </a:p>
        </p:txBody>
      </p:sp>
      <p:sp>
        <p:nvSpPr>
          <p:cNvPr id="2" name="Slide Number Placeholder 1">
            <a:extLst>
              <a:ext uri="{FF2B5EF4-FFF2-40B4-BE49-F238E27FC236}">
                <a16:creationId xmlns:a16="http://schemas.microsoft.com/office/drawing/2014/main" id="{FA9F911F-E274-B449-8FFF-CFAFEA4138BF}"/>
              </a:ext>
            </a:extLst>
          </p:cNvPr>
          <p:cNvSpPr>
            <a:spLocks noGrp="1"/>
          </p:cNvSpPr>
          <p:nvPr>
            <p:ph type="sldNum" sz="quarter" idx="10"/>
          </p:nvPr>
        </p:nvSpPr>
        <p:spPr/>
        <p:txBody>
          <a:bodyPr/>
          <a:lstStyle>
            <a:lvl1pPr rtl="0">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2557848933"/>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1_Deep Blue BG with Footer">
    <p:bg>
      <p:bgPr>
        <a:solidFill>
          <a:srgbClr val="1E4456"/>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B859B6D-D802-9937-F4E6-73E1C96EC98C}"/>
              </a:ext>
            </a:extLst>
          </p:cNvPr>
          <p:cNvGraphicFramePr>
            <a:graphicFrameLocks noChangeAspect="1"/>
          </p:cNvGraphicFramePr>
          <p:nvPr userDrawn="1">
            <p:custDataLst>
              <p:tags r:id="rId1"/>
            </p:custDataLst>
            <p:extLst>
              <p:ext uri="{D42A27DB-BD31-4B8C-83A1-F6EECF244321}">
                <p14:modId xmlns:p14="http://schemas.microsoft.com/office/powerpoint/2010/main" val="30961265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think-cell data - do not delete" hidden="1">
                        <a:extLst>
                          <a:ext uri="{FF2B5EF4-FFF2-40B4-BE49-F238E27FC236}">
                            <a16:creationId xmlns:a16="http://schemas.microsoft.com/office/drawing/2014/main" id="{8B859B6D-D802-9937-F4E6-73E1C96EC98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ubtitle 2">
            <a:extLst>
              <a:ext uri="{FF2B5EF4-FFF2-40B4-BE49-F238E27FC236}">
                <a16:creationId xmlns:a16="http://schemas.microsoft.com/office/drawing/2014/main" id="{F6F27F47-D0BE-A040-A0F8-F917A54A3554}"/>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rtl="0">
              <a:lnSpc>
                <a:spcPct val="100000"/>
              </a:lnSpc>
              <a:spcBef>
                <a:spcPts val="0"/>
              </a:spcBef>
            </a:pPr>
            <a:r>
              <a:rPr lang="en-GB" sz="700" b="0" i="0">
                <a:solidFill>
                  <a:schemeClr val="accent2"/>
                </a:solidFill>
                <a:effectLst/>
                <a:latin typeface="+mn-lt"/>
              </a:rPr>
              <a:t>®IHG | Confidential &amp; Proprietary</a:t>
            </a:r>
            <a:endParaRPr lang="en-GB" sz="600" kern="800" spc="0">
              <a:solidFill>
                <a:schemeClr val="accent2"/>
              </a:solidFill>
              <a:latin typeface="+mn-lt"/>
              <a:cs typeface="Arial" panose="020B0604020202020204" pitchFamily="34" charset="0"/>
            </a:endParaRPr>
          </a:p>
        </p:txBody>
      </p:sp>
      <p:pic>
        <p:nvPicPr>
          <p:cNvPr id="5" name="Picture 4">
            <a:extLst>
              <a:ext uri="{FF2B5EF4-FFF2-40B4-BE49-F238E27FC236}">
                <a16:creationId xmlns:a16="http://schemas.microsoft.com/office/drawing/2014/main" id="{BC0B97F8-76CD-034D-BE7D-C4CA07F040DC}"/>
              </a:ext>
            </a:extLst>
          </p:cNvPr>
          <p:cNvPicPr>
            <a:picLocks noChangeAspect="1"/>
          </p:cNvPicPr>
          <p:nvPr userDrawn="1"/>
        </p:nvPicPr>
        <p:blipFill>
          <a:blip r:embed="rId5"/>
          <a:srcRect/>
          <a:stretch/>
        </p:blipFill>
        <p:spPr>
          <a:xfrm>
            <a:off x="10895872" y="6497324"/>
            <a:ext cx="1213995" cy="339896"/>
          </a:xfrm>
          <a:prstGeom prst="rect">
            <a:avLst/>
          </a:prstGeom>
        </p:spPr>
      </p:pic>
      <p:sp>
        <p:nvSpPr>
          <p:cNvPr id="2" name="Slide Number Placeholder 1">
            <a:extLst>
              <a:ext uri="{FF2B5EF4-FFF2-40B4-BE49-F238E27FC236}">
                <a16:creationId xmlns:a16="http://schemas.microsoft.com/office/drawing/2014/main" id="{3D708E44-75FF-CD4B-A9F2-3C54C6595278}"/>
              </a:ext>
            </a:extLst>
          </p:cNvPr>
          <p:cNvSpPr>
            <a:spLocks noGrp="1"/>
          </p:cNvSpPr>
          <p:nvPr>
            <p:ph type="sldNum" sz="quarter" idx="10"/>
          </p:nvPr>
        </p:nvSpPr>
        <p:spPr/>
        <p:txBody>
          <a:bodyPr/>
          <a:lstStyle>
            <a:lvl1pPr rtl="0">
              <a:defRPr>
                <a:solidFill>
                  <a:schemeClr val="bg1"/>
                </a:solidFill>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3093665443"/>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1_Warm White Blank">
    <p:bg>
      <p:bgPr>
        <a:solidFill>
          <a:srgbClr val="F0EEED"/>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1EDB389-5F78-A70A-18FD-102A95934547}"/>
              </a:ext>
            </a:extLst>
          </p:cNvPr>
          <p:cNvGraphicFramePr>
            <a:graphicFrameLocks noChangeAspect="1"/>
          </p:cNvGraphicFramePr>
          <p:nvPr userDrawn="1">
            <p:custDataLst>
              <p:tags r:id="rId1"/>
            </p:custDataLst>
            <p:extLst>
              <p:ext uri="{D42A27DB-BD31-4B8C-83A1-F6EECF244321}">
                <p14:modId xmlns:p14="http://schemas.microsoft.com/office/powerpoint/2010/main" val="16727386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think-cell data - do not delete" hidden="1">
                        <a:extLst>
                          <a:ext uri="{FF2B5EF4-FFF2-40B4-BE49-F238E27FC236}">
                            <a16:creationId xmlns:a16="http://schemas.microsoft.com/office/drawing/2014/main" id="{41EDB389-5F78-A70A-18FD-102A959345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4412DFBF-C69A-174E-B6A3-82347D959FA2}"/>
              </a:ext>
            </a:extLst>
          </p:cNvPr>
          <p:cNvSpPr>
            <a:spLocks noGrp="1"/>
          </p:cNvSpPr>
          <p:nvPr>
            <p:ph type="sldNum" sz="quarter" idx="10"/>
          </p:nvPr>
        </p:nvSpPr>
        <p:spPr/>
        <p:txBody>
          <a:bodyPr/>
          <a:lstStyle>
            <a:lvl1pPr rtl="0">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2907404578"/>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1_Deep Blue Blank">
    <p:bg>
      <p:bgPr>
        <a:solidFill>
          <a:srgbClr val="1E4456"/>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4F92D57-CD68-CA19-A5E3-83E0C7A7D36A}"/>
              </a:ext>
            </a:extLst>
          </p:cNvPr>
          <p:cNvGraphicFramePr>
            <a:graphicFrameLocks noChangeAspect="1"/>
          </p:cNvGraphicFramePr>
          <p:nvPr userDrawn="1">
            <p:custDataLst>
              <p:tags r:id="rId1"/>
            </p:custDataLst>
            <p:extLst>
              <p:ext uri="{D42A27DB-BD31-4B8C-83A1-F6EECF244321}">
                <p14:modId xmlns:p14="http://schemas.microsoft.com/office/powerpoint/2010/main" val="29105446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think-cell data - do not delete" hidden="1">
                        <a:extLst>
                          <a:ext uri="{FF2B5EF4-FFF2-40B4-BE49-F238E27FC236}">
                            <a16:creationId xmlns:a16="http://schemas.microsoft.com/office/drawing/2014/main" id="{B4F92D57-CD68-CA19-A5E3-83E0C7A7D36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lide Number Placeholder 2">
            <a:extLst>
              <a:ext uri="{FF2B5EF4-FFF2-40B4-BE49-F238E27FC236}">
                <a16:creationId xmlns:a16="http://schemas.microsoft.com/office/drawing/2014/main" id="{EA9AB00A-8414-464E-A652-719BD037CAF7}"/>
              </a:ext>
            </a:extLst>
          </p:cNvPr>
          <p:cNvSpPr>
            <a:spLocks noGrp="1"/>
          </p:cNvSpPr>
          <p:nvPr>
            <p:ph type="sldNum" sz="quarter" idx="10"/>
          </p:nvPr>
        </p:nvSpPr>
        <p:spPr/>
        <p:txBody>
          <a:bodyPr/>
          <a:lstStyle>
            <a:lvl1pPr rtl="0">
              <a:defRPr>
                <a:solidFill>
                  <a:schemeClr val="bg1"/>
                </a:solidFill>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2271581289"/>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1_Cool Gray Blank">
    <p:bg>
      <p:bgPr>
        <a:solidFill>
          <a:srgbClr val="C2C7CA"/>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10D01C7-7BD5-A01A-5C6F-F986D8B51C6D}"/>
              </a:ext>
            </a:extLst>
          </p:cNvPr>
          <p:cNvGraphicFramePr>
            <a:graphicFrameLocks noChangeAspect="1"/>
          </p:cNvGraphicFramePr>
          <p:nvPr userDrawn="1">
            <p:custDataLst>
              <p:tags r:id="rId1"/>
            </p:custDataLst>
            <p:extLst>
              <p:ext uri="{D42A27DB-BD31-4B8C-83A1-F6EECF244321}">
                <p14:modId xmlns:p14="http://schemas.microsoft.com/office/powerpoint/2010/main" val="4122222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think-cell data - do not delete" hidden="1">
                        <a:extLst>
                          <a:ext uri="{FF2B5EF4-FFF2-40B4-BE49-F238E27FC236}">
                            <a16:creationId xmlns:a16="http://schemas.microsoft.com/office/drawing/2014/main" id="{B10D01C7-7BD5-A01A-5C6F-F986D8B51C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lide Number Placeholder 2">
            <a:extLst>
              <a:ext uri="{FF2B5EF4-FFF2-40B4-BE49-F238E27FC236}">
                <a16:creationId xmlns:a16="http://schemas.microsoft.com/office/drawing/2014/main" id="{9298310A-D0C6-DA4B-873F-284F19394ABF}"/>
              </a:ext>
            </a:extLst>
          </p:cNvPr>
          <p:cNvSpPr>
            <a:spLocks noGrp="1"/>
          </p:cNvSpPr>
          <p:nvPr>
            <p:ph type="sldNum" sz="quarter" idx="10"/>
          </p:nvPr>
        </p:nvSpPr>
        <p:spPr/>
        <p:txBody>
          <a:bodyPr/>
          <a:lstStyle>
            <a:lvl1pPr rtl="0">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1241905518"/>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userDrawn="1">
  <p:cSld name="Presentation Title Image Gallery">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FC497D2-91ED-662A-D962-216849C53D75}"/>
              </a:ext>
            </a:extLst>
          </p:cNvPr>
          <p:cNvGraphicFramePr>
            <a:graphicFrameLocks noChangeAspect="1"/>
          </p:cNvGraphicFramePr>
          <p:nvPr userDrawn="1">
            <p:custDataLst>
              <p:tags r:id="rId1"/>
            </p:custDataLst>
            <p:extLst>
              <p:ext uri="{D42A27DB-BD31-4B8C-83A1-F6EECF244321}">
                <p14:modId xmlns:p14="http://schemas.microsoft.com/office/powerpoint/2010/main" val="14767394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think-cell data - do not delete" hidden="1">
                        <a:extLst>
                          <a:ext uri="{FF2B5EF4-FFF2-40B4-BE49-F238E27FC236}">
                            <a16:creationId xmlns:a16="http://schemas.microsoft.com/office/drawing/2014/main" id="{5FC497D2-91ED-662A-D962-216849C53D7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7" name="Picture Placeholder 3">
            <a:extLst>
              <a:ext uri="{FF2B5EF4-FFF2-40B4-BE49-F238E27FC236}">
                <a16:creationId xmlns:a16="http://schemas.microsoft.com/office/drawing/2014/main" id="{D8585B6A-9C3E-BF4A-A865-E0C828397480}"/>
              </a:ext>
            </a:extLst>
          </p:cNvPr>
          <p:cNvSpPr>
            <a:spLocks noGrp="1"/>
          </p:cNvSpPr>
          <p:nvPr>
            <p:ph type="pic" sz="quarter" idx="14" hasCustomPrompt="1"/>
          </p:nvPr>
        </p:nvSpPr>
        <p:spPr>
          <a:xfrm>
            <a:off x="-1" y="1403748"/>
            <a:ext cx="3010502" cy="2970000"/>
          </a:xfrm>
          <a:prstGeom prst="rect">
            <a:avLst/>
          </a:prstGeom>
          <a:solidFill>
            <a:srgbClr val="C2C7CA"/>
          </a:solidFill>
          <a:ln>
            <a:noFill/>
          </a:ln>
        </p:spPr>
        <p:txBody>
          <a:bodyPr anchor="ctr" anchorCtr="0"/>
          <a:lstStyle>
            <a:lvl1pPr algn="ctr" rtl="0">
              <a:buFontTx/>
              <a:buNone/>
              <a:defRPr sz="1500">
                <a:solidFill>
                  <a:srgbClr val="262626"/>
                </a:solidFill>
              </a:defRPr>
            </a:lvl1pPr>
          </a:lstStyle>
          <a:p>
            <a:r>
              <a:rPr lang="en-GB"/>
              <a:t>Insert image here</a:t>
            </a:r>
          </a:p>
        </p:txBody>
      </p:sp>
      <p:sp>
        <p:nvSpPr>
          <p:cNvPr id="22" name="Picture Placeholder 3">
            <a:extLst>
              <a:ext uri="{FF2B5EF4-FFF2-40B4-BE49-F238E27FC236}">
                <a16:creationId xmlns:a16="http://schemas.microsoft.com/office/drawing/2014/main" id="{DEBF2340-24F5-7449-A747-E6C8095E6A54}"/>
              </a:ext>
            </a:extLst>
          </p:cNvPr>
          <p:cNvSpPr>
            <a:spLocks noGrp="1"/>
          </p:cNvSpPr>
          <p:nvPr>
            <p:ph type="pic" sz="quarter" idx="15" hasCustomPrompt="1"/>
          </p:nvPr>
        </p:nvSpPr>
        <p:spPr>
          <a:xfrm>
            <a:off x="3095093" y="1403748"/>
            <a:ext cx="1849682" cy="2070000"/>
          </a:xfrm>
          <a:prstGeom prst="rect">
            <a:avLst/>
          </a:prstGeom>
          <a:solidFill>
            <a:srgbClr val="C2C7CA"/>
          </a:solidFill>
          <a:ln>
            <a:noFill/>
          </a:ln>
        </p:spPr>
        <p:txBody>
          <a:bodyPr anchor="ctr" anchorCtr="0"/>
          <a:lstStyle>
            <a:lvl1pPr algn="ctr" rtl="0">
              <a:buFontTx/>
              <a:buNone/>
              <a:defRPr sz="1500">
                <a:solidFill>
                  <a:srgbClr val="262626"/>
                </a:solidFill>
              </a:defRPr>
            </a:lvl1pPr>
          </a:lstStyle>
          <a:p>
            <a:r>
              <a:rPr lang="en-GB"/>
              <a:t>Insert image here</a:t>
            </a:r>
          </a:p>
        </p:txBody>
      </p:sp>
      <p:sp>
        <p:nvSpPr>
          <p:cNvPr id="25" name="Picture Placeholder 3">
            <a:extLst>
              <a:ext uri="{FF2B5EF4-FFF2-40B4-BE49-F238E27FC236}">
                <a16:creationId xmlns:a16="http://schemas.microsoft.com/office/drawing/2014/main" id="{D43A5DDA-E27A-CD48-98DD-4F2254AD49AD}"/>
              </a:ext>
            </a:extLst>
          </p:cNvPr>
          <p:cNvSpPr>
            <a:spLocks noGrp="1"/>
          </p:cNvSpPr>
          <p:nvPr>
            <p:ph type="pic" sz="quarter" idx="16" hasCustomPrompt="1"/>
          </p:nvPr>
        </p:nvSpPr>
        <p:spPr>
          <a:xfrm>
            <a:off x="5029527" y="1403748"/>
            <a:ext cx="2813494" cy="2448000"/>
          </a:xfrm>
          <a:prstGeom prst="rect">
            <a:avLst/>
          </a:prstGeom>
          <a:solidFill>
            <a:srgbClr val="C2C7CA"/>
          </a:solidFill>
          <a:ln>
            <a:noFill/>
          </a:ln>
        </p:spPr>
        <p:txBody>
          <a:bodyPr anchor="ctr" anchorCtr="0"/>
          <a:lstStyle>
            <a:lvl1pPr algn="ctr" rtl="0">
              <a:buFontTx/>
              <a:buNone/>
              <a:defRPr sz="1500">
                <a:solidFill>
                  <a:srgbClr val="262626"/>
                </a:solidFill>
              </a:defRPr>
            </a:lvl1pPr>
          </a:lstStyle>
          <a:p>
            <a:r>
              <a:rPr lang="en-GB"/>
              <a:t>Insert image here</a:t>
            </a:r>
          </a:p>
        </p:txBody>
      </p:sp>
      <p:sp>
        <p:nvSpPr>
          <p:cNvPr id="26" name="Picture Placeholder 3">
            <a:extLst>
              <a:ext uri="{FF2B5EF4-FFF2-40B4-BE49-F238E27FC236}">
                <a16:creationId xmlns:a16="http://schemas.microsoft.com/office/drawing/2014/main" id="{4424DC3B-BD2A-ED4E-BB51-AFC701DA0B84}"/>
              </a:ext>
            </a:extLst>
          </p:cNvPr>
          <p:cNvSpPr>
            <a:spLocks noGrp="1"/>
          </p:cNvSpPr>
          <p:nvPr>
            <p:ph type="pic" sz="quarter" idx="17" hasCustomPrompt="1"/>
          </p:nvPr>
        </p:nvSpPr>
        <p:spPr>
          <a:xfrm>
            <a:off x="7925316" y="1403748"/>
            <a:ext cx="2189033" cy="2070000"/>
          </a:xfrm>
          <a:prstGeom prst="rect">
            <a:avLst/>
          </a:prstGeom>
          <a:solidFill>
            <a:srgbClr val="C2C7CA"/>
          </a:solidFill>
          <a:ln>
            <a:noFill/>
          </a:ln>
        </p:spPr>
        <p:txBody>
          <a:bodyPr anchor="ctr" anchorCtr="0"/>
          <a:lstStyle>
            <a:lvl1pPr algn="ctr" rtl="0">
              <a:buFontTx/>
              <a:buNone/>
              <a:defRPr sz="1500">
                <a:solidFill>
                  <a:srgbClr val="262626"/>
                </a:solidFill>
              </a:defRPr>
            </a:lvl1pPr>
          </a:lstStyle>
          <a:p>
            <a:r>
              <a:rPr lang="en-GB"/>
              <a:t>Insert image here</a:t>
            </a:r>
          </a:p>
        </p:txBody>
      </p:sp>
      <p:sp>
        <p:nvSpPr>
          <p:cNvPr id="27" name="Picture Placeholder 3">
            <a:extLst>
              <a:ext uri="{FF2B5EF4-FFF2-40B4-BE49-F238E27FC236}">
                <a16:creationId xmlns:a16="http://schemas.microsoft.com/office/drawing/2014/main" id="{5622D332-7D21-DE49-BB27-39E5CD04E3C8}"/>
              </a:ext>
            </a:extLst>
          </p:cNvPr>
          <p:cNvSpPr>
            <a:spLocks noGrp="1"/>
          </p:cNvSpPr>
          <p:nvPr>
            <p:ph type="pic" sz="quarter" idx="18" hasCustomPrompt="1"/>
          </p:nvPr>
        </p:nvSpPr>
        <p:spPr>
          <a:xfrm>
            <a:off x="10199740" y="1403748"/>
            <a:ext cx="1992260" cy="2970000"/>
          </a:xfrm>
          <a:prstGeom prst="rect">
            <a:avLst/>
          </a:prstGeom>
          <a:solidFill>
            <a:srgbClr val="C2C7CA"/>
          </a:solidFill>
          <a:ln>
            <a:noFill/>
          </a:ln>
        </p:spPr>
        <p:txBody>
          <a:bodyPr anchor="ctr" anchorCtr="0"/>
          <a:lstStyle>
            <a:lvl1pPr algn="ctr" rtl="0">
              <a:buFontTx/>
              <a:buNone/>
              <a:defRPr sz="1500">
                <a:solidFill>
                  <a:srgbClr val="262626"/>
                </a:solidFill>
              </a:defRPr>
            </a:lvl1pPr>
          </a:lstStyle>
          <a:p>
            <a:r>
              <a:rPr lang="en-GB"/>
              <a:t>Insert image here</a:t>
            </a:r>
          </a:p>
        </p:txBody>
      </p:sp>
      <p:pic>
        <p:nvPicPr>
          <p:cNvPr id="2" name="Picture 1" descr="Shape&#10;&#10;Description automatically generated with medium confidence">
            <a:extLst>
              <a:ext uri="{FF2B5EF4-FFF2-40B4-BE49-F238E27FC236}">
                <a16:creationId xmlns:a16="http://schemas.microsoft.com/office/drawing/2014/main" id="{7419BC37-E1AF-C544-AB59-368BB200836D}"/>
              </a:ext>
            </a:extLst>
          </p:cNvPr>
          <p:cNvPicPr>
            <a:picLocks noChangeAspect="1"/>
          </p:cNvPicPr>
          <p:nvPr userDrawn="1"/>
        </p:nvPicPr>
        <p:blipFill>
          <a:blip r:embed="rId5"/>
          <a:stretch>
            <a:fillRect/>
          </a:stretch>
        </p:blipFill>
        <p:spPr>
          <a:xfrm>
            <a:off x="5089295" y="205402"/>
            <a:ext cx="2030663" cy="960322"/>
          </a:xfrm>
          <a:prstGeom prst="rect">
            <a:avLst/>
          </a:prstGeom>
        </p:spPr>
      </p:pic>
      <p:sp>
        <p:nvSpPr>
          <p:cNvPr id="4" name="Text Placeholder 3">
            <a:extLst>
              <a:ext uri="{FF2B5EF4-FFF2-40B4-BE49-F238E27FC236}">
                <a16:creationId xmlns:a16="http://schemas.microsoft.com/office/drawing/2014/main" id="{02569AE1-31E6-9844-9002-CF31BD42E8C9}"/>
              </a:ext>
            </a:extLst>
          </p:cNvPr>
          <p:cNvSpPr>
            <a:spLocks noGrp="1"/>
          </p:cNvSpPr>
          <p:nvPr>
            <p:ph type="body" sz="quarter" idx="10" hasCustomPrompt="1"/>
          </p:nvPr>
        </p:nvSpPr>
        <p:spPr>
          <a:xfrm>
            <a:off x="2323458" y="4892826"/>
            <a:ext cx="7539528" cy="465827"/>
          </a:xfrm>
          <a:prstGeom prst="rect">
            <a:avLst/>
          </a:prstGeom>
        </p:spPr>
        <p:txBody>
          <a:bodyPr lIns="0" tIns="0" rIns="0" bIns="0" anchor="b"/>
          <a:lstStyle>
            <a:lvl1pPr marL="0" indent="0" algn="ctr" rtl="0">
              <a:lnSpc>
                <a:spcPct val="90000"/>
              </a:lnSpc>
              <a:spcBef>
                <a:spcPts val="0"/>
              </a:spcBef>
              <a:buNone/>
              <a:defRPr sz="375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Presentation Title</a:t>
            </a:r>
          </a:p>
        </p:txBody>
      </p:sp>
      <p:sp>
        <p:nvSpPr>
          <p:cNvPr id="5" name="Text Placeholder 3">
            <a:extLst>
              <a:ext uri="{FF2B5EF4-FFF2-40B4-BE49-F238E27FC236}">
                <a16:creationId xmlns:a16="http://schemas.microsoft.com/office/drawing/2014/main" id="{D0F46287-EEDD-B045-9BE9-944F86CED7DA}"/>
              </a:ext>
            </a:extLst>
          </p:cNvPr>
          <p:cNvSpPr>
            <a:spLocks noGrp="1"/>
          </p:cNvSpPr>
          <p:nvPr>
            <p:ph type="body" sz="quarter" idx="11" hasCustomPrompt="1"/>
          </p:nvPr>
        </p:nvSpPr>
        <p:spPr>
          <a:xfrm>
            <a:off x="2323458" y="5490864"/>
            <a:ext cx="7539528" cy="247351"/>
          </a:xfrm>
          <a:prstGeom prst="rect">
            <a:avLst/>
          </a:prstGeom>
        </p:spPr>
        <p:txBody>
          <a:bodyPr lIns="0" tIns="0" rIns="0" bIns="0"/>
          <a:lstStyle>
            <a:lvl1pPr marL="0" indent="0" algn="ctr" rtl="0">
              <a:lnSpc>
                <a:spcPct val="90000"/>
              </a:lnSpc>
              <a:spcBef>
                <a:spcPts val="0"/>
              </a:spcBef>
              <a:buNone/>
              <a:defRPr sz="2000">
                <a:solidFill>
                  <a:schemeClr val="accent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Subtitle</a:t>
            </a:r>
          </a:p>
        </p:txBody>
      </p:sp>
      <p:sp>
        <p:nvSpPr>
          <p:cNvPr id="6" name="Text Placeholder 3">
            <a:extLst>
              <a:ext uri="{FF2B5EF4-FFF2-40B4-BE49-F238E27FC236}">
                <a16:creationId xmlns:a16="http://schemas.microsoft.com/office/drawing/2014/main" id="{F76D573B-F035-014D-B8AF-3DD130E61B3A}"/>
              </a:ext>
            </a:extLst>
          </p:cNvPr>
          <p:cNvSpPr>
            <a:spLocks noGrp="1"/>
          </p:cNvSpPr>
          <p:nvPr>
            <p:ph type="body" sz="quarter" idx="12" hasCustomPrompt="1"/>
          </p:nvPr>
        </p:nvSpPr>
        <p:spPr>
          <a:xfrm>
            <a:off x="4263509" y="6378510"/>
            <a:ext cx="3662601" cy="92934"/>
          </a:xfrm>
          <a:prstGeom prst="rect">
            <a:avLst/>
          </a:prstGeom>
        </p:spPr>
        <p:txBody>
          <a:bodyPr lIns="0" tIns="0" rIns="0" bIns="0"/>
          <a:lstStyle>
            <a:lvl1pPr marL="0" indent="0" algn="ctr" rtl="0">
              <a:lnSpc>
                <a:spcPct val="90000"/>
              </a:lnSpc>
              <a:spcBef>
                <a:spcPts val="0"/>
              </a:spcBef>
              <a:buNone/>
              <a:defRPr sz="800" spc="150" baseline="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MONTH YEAR</a:t>
            </a:r>
          </a:p>
        </p:txBody>
      </p:sp>
    </p:spTree>
    <p:extLst>
      <p:ext uri="{BB962C8B-B14F-4D97-AF65-F5344CB8AC3E}">
        <p14:creationId xmlns:p14="http://schemas.microsoft.com/office/powerpoint/2010/main" val="826451976"/>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Content Slide – Title Only">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C1DDE965-4941-7132-45E7-50830D784BEF}"/>
              </a:ext>
            </a:extLst>
          </p:cNvPr>
          <p:cNvGraphicFramePr>
            <a:graphicFrameLocks noChangeAspect="1"/>
          </p:cNvGraphicFramePr>
          <p:nvPr userDrawn="1">
            <p:custDataLst>
              <p:tags r:id="rId1"/>
            </p:custDataLst>
            <p:extLst>
              <p:ext uri="{D42A27DB-BD31-4B8C-83A1-F6EECF244321}">
                <p14:modId xmlns:p14="http://schemas.microsoft.com/office/powerpoint/2010/main" val="9393416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think-cell data - do not delete" hidden="1">
                        <a:extLst>
                          <a:ext uri="{FF2B5EF4-FFF2-40B4-BE49-F238E27FC236}">
                            <a16:creationId xmlns:a16="http://schemas.microsoft.com/office/drawing/2014/main" id="{C1DDE965-4941-7132-45E7-50830D784BE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8" y="320675"/>
            <a:ext cx="1806575" cy="490538"/>
          </a:xfrm>
        </p:spPr>
        <p:txBody>
          <a:bodyPr lIns="0"/>
          <a:lstStyle>
            <a:lvl1pPr marL="0" indent="0" algn="r" rtl="0">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6"/>
            <a:ext cx="9595278" cy="991282"/>
          </a:xfrm>
          <a:prstGeom prst="rect">
            <a:avLst/>
          </a:prstGeom>
        </p:spPr>
        <p:txBody>
          <a:bodyPr lIns="0" tIns="0" rIns="0" bIns="0" anchor="t"/>
          <a:lstStyle>
            <a:lvl1pPr marL="0" indent="0" algn="l" rtl="0">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5C08E9EA-89C9-9442-857B-4031E334067C}"/>
              </a:ext>
            </a:extLst>
          </p:cNvPr>
          <p:cNvSpPr>
            <a:spLocks noGrp="1"/>
          </p:cNvSpPr>
          <p:nvPr>
            <p:ph type="sldNum" sz="quarter" idx="23"/>
          </p:nvPr>
        </p:nvSpPr>
        <p:spPr/>
        <p:txBody>
          <a:bodyPr/>
          <a:lstStyle>
            <a:lvl1pPr rtl="0">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3224806351"/>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userDrawn="1">
  <p:cSld name="2_Content Slide – Title Only">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64C950EF-B06A-43B9-A9B6-7DD642BADC29}"/>
              </a:ext>
            </a:extLst>
          </p:cNvPr>
          <p:cNvGraphicFramePr>
            <a:graphicFrameLocks noChangeAspect="1"/>
          </p:cNvGraphicFramePr>
          <p:nvPr userDrawn="1">
            <p:custDataLst>
              <p:tags r:id="rId1"/>
            </p:custDataLst>
            <p:extLst>
              <p:ext uri="{D42A27DB-BD31-4B8C-83A1-F6EECF244321}">
                <p14:modId xmlns:p14="http://schemas.microsoft.com/office/powerpoint/2010/main" val="11167061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 name="Object 1" hidden="1">
                        <a:extLst>
                          <a:ext uri="{FF2B5EF4-FFF2-40B4-BE49-F238E27FC236}">
                            <a16:creationId xmlns:a16="http://schemas.microsoft.com/office/drawing/2014/main" id="{64C950EF-B06A-43B9-A9B6-7DD642BADC2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4">
            <a:extLst>
              <a:ext uri="{FF2B5EF4-FFF2-40B4-BE49-F238E27FC236}">
                <a16:creationId xmlns:a16="http://schemas.microsoft.com/office/drawing/2014/main" id="{8CF15469-9000-459E-8703-E7EA9A50C0FA}"/>
              </a:ext>
            </a:extLst>
          </p:cNvPr>
          <p:cNvSpPr>
            <a:spLocks noGrp="1"/>
          </p:cNvSpPr>
          <p:nvPr>
            <p:ph type="body" sz="quarter" idx="26" hasCustomPrompt="1"/>
          </p:nvPr>
        </p:nvSpPr>
        <p:spPr>
          <a:xfrm>
            <a:off x="400391" y="1205835"/>
            <a:ext cx="8715375" cy="306388"/>
          </a:xfrm>
        </p:spPr>
        <p:txBody>
          <a:bodyPr lIns="0" anchor="ctr"/>
          <a:lstStyle>
            <a:lvl1pPr marL="0" indent="0" rtl="0">
              <a:buClrTx/>
              <a:buFont typeface="+mj-lt"/>
              <a:buNone/>
              <a:defRPr sz="1400">
                <a:solidFill>
                  <a:schemeClr val="tx1"/>
                </a:solidFill>
              </a:defRPr>
            </a:lvl1pPr>
            <a:lvl2pPr>
              <a:buFont typeface="+mj-lt"/>
              <a:buAutoNum type="arabicPeriod"/>
              <a:defRPr sz="800"/>
            </a:lvl2pPr>
            <a:lvl3pPr>
              <a:buFont typeface="+mj-lt"/>
              <a:buAutoNum type="arabicPeriod"/>
              <a:defRPr sz="800"/>
            </a:lvl3pPr>
            <a:lvl4pPr>
              <a:buFont typeface="+mj-lt"/>
              <a:buAutoNum type="arabicPeriod"/>
              <a:defRPr sz="800"/>
            </a:lvl4pPr>
            <a:lvl5pPr>
              <a:buFont typeface="+mj-lt"/>
              <a:buAutoNum type="arabicPeriod"/>
              <a:defRPr sz="800"/>
            </a:lvl5pPr>
          </a:lstStyle>
          <a:p>
            <a:pPr lvl="0"/>
            <a:r>
              <a:rPr lang="en-GB"/>
              <a:t>Subtitle</a:t>
            </a:r>
          </a:p>
        </p:txBody>
      </p:sp>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8" y="320675"/>
            <a:ext cx="1806575" cy="490538"/>
          </a:xfrm>
        </p:spPr>
        <p:txBody>
          <a:bodyPr lIns="0"/>
          <a:lstStyle>
            <a:lvl1pPr marL="0" indent="0" algn="r" rtl="0">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7"/>
            <a:ext cx="9595278" cy="800980"/>
          </a:xfrm>
          <a:prstGeom prst="rect">
            <a:avLst/>
          </a:prstGeom>
        </p:spPr>
        <p:txBody>
          <a:bodyPr lIns="0" tIns="0" rIns="0" bIns="0" anchor="t"/>
          <a:lstStyle>
            <a:lvl1pPr marL="0" indent="0" algn="l" rtl="0">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Title</a:t>
            </a:r>
          </a:p>
        </p:txBody>
      </p:sp>
      <p:sp>
        <p:nvSpPr>
          <p:cNvPr id="4" name="Slide Number Placeholder 3">
            <a:extLst>
              <a:ext uri="{FF2B5EF4-FFF2-40B4-BE49-F238E27FC236}">
                <a16:creationId xmlns:a16="http://schemas.microsoft.com/office/drawing/2014/main" id="{5C08E9EA-89C9-9442-857B-4031E334067C}"/>
              </a:ext>
            </a:extLst>
          </p:cNvPr>
          <p:cNvSpPr>
            <a:spLocks noGrp="1"/>
          </p:cNvSpPr>
          <p:nvPr>
            <p:ph type="sldNum" sz="quarter" idx="23"/>
          </p:nvPr>
        </p:nvSpPr>
        <p:spPr>
          <a:xfrm>
            <a:off x="191337" y="6555623"/>
            <a:ext cx="326122" cy="218200"/>
          </a:xfrm>
        </p:spPr>
        <p:txBody>
          <a:bodyPr/>
          <a:lstStyle>
            <a:lvl1pPr rtl="0">
              <a:defRPr/>
            </a:lvl1pPr>
          </a:lstStyle>
          <a:p>
            <a:fld id="{BF1B362E-304B-D74F-8E05-F581CCD55911}" type="slidenum">
              <a:rPr lang="en-GB" smtClean="0"/>
              <a:pPr/>
              <a:t>‹#›</a:t>
            </a:fld>
            <a:endParaRPr lang="en-GB"/>
          </a:p>
        </p:txBody>
      </p:sp>
      <p:sp>
        <p:nvSpPr>
          <p:cNvPr id="5" name="Text Placeholder 4">
            <a:extLst>
              <a:ext uri="{FF2B5EF4-FFF2-40B4-BE49-F238E27FC236}">
                <a16:creationId xmlns:a16="http://schemas.microsoft.com/office/drawing/2014/main" id="{0957155C-28F2-476A-B483-4198FC1F5076}"/>
              </a:ext>
            </a:extLst>
          </p:cNvPr>
          <p:cNvSpPr>
            <a:spLocks noGrp="1"/>
          </p:cNvSpPr>
          <p:nvPr>
            <p:ph type="body" sz="quarter" idx="24" hasCustomPrompt="1"/>
          </p:nvPr>
        </p:nvSpPr>
        <p:spPr>
          <a:xfrm>
            <a:off x="191337" y="6084887"/>
            <a:ext cx="11610906" cy="386557"/>
          </a:xfrm>
        </p:spPr>
        <p:txBody>
          <a:bodyPr lIns="0" anchor="b"/>
          <a:lstStyle>
            <a:lvl1pPr marL="0" indent="0" rtl="0">
              <a:spcAft>
                <a:spcPts val="0"/>
              </a:spcAft>
              <a:buClrTx/>
              <a:buFont typeface="+mj-lt"/>
              <a:buNone/>
              <a:defRPr sz="800">
                <a:solidFill>
                  <a:schemeClr val="tx1"/>
                </a:solidFill>
              </a:defRPr>
            </a:lvl1pPr>
            <a:lvl2pPr>
              <a:buFont typeface="+mj-lt"/>
              <a:buAutoNum type="arabicPeriod"/>
              <a:defRPr sz="800"/>
            </a:lvl2pPr>
            <a:lvl3pPr>
              <a:buFont typeface="+mj-lt"/>
              <a:buAutoNum type="arabicPeriod"/>
              <a:defRPr sz="800"/>
            </a:lvl3pPr>
            <a:lvl4pPr>
              <a:buFont typeface="+mj-lt"/>
              <a:buAutoNum type="arabicPeriod"/>
              <a:defRPr sz="800"/>
            </a:lvl4pPr>
            <a:lvl5pPr>
              <a:buFont typeface="+mj-lt"/>
              <a:buAutoNum type="arabicPeriod"/>
              <a:defRPr sz="800"/>
            </a:lvl5pPr>
          </a:lstStyle>
          <a:p>
            <a:pPr lvl="0"/>
            <a:r>
              <a:rPr lang="en-GB"/>
              <a:t>Notes:</a:t>
            </a:r>
          </a:p>
        </p:txBody>
      </p:sp>
      <p:sp>
        <p:nvSpPr>
          <p:cNvPr id="7" name="Text Placeholder 4">
            <a:extLst>
              <a:ext uri="{FF2B5EF4-FFF2-40B4-BE49-F238E27FC236}">
                <a16:creationId xmlns:a16="http://schemas.microsoft.com/office/drawing/2014/main" id="{1BBB70CC-4324-4655-9119-09D10ADFC579}"/>
              </a:ext>
            </a:extLst>
          </p:cNvPr>
          <p:cNvSpPr>
            <a:spLocks noGrp="1"/>
          </p:cNvSpPr>
          <p:nvPr>
            <p:ph type="body" sz="quarter" idx="25" hasCustomPrompt="1"/>
          </p:nvPr>
        </p:nvSpPr>
        <p:spPr>
          <a:xfrm>
            <a:off x="704193" y="6555622"/>
            <a:ext cx="4990487" cy="218201"/>
          </a:xfrm>
        </p:spPr>
        <p:txBody>
          <a:bodyPr lIns="0" anchor="ctr"/>
          <a:lstStyle>
            <a:lvl1pPr marL="0" indent="0" rtl="0">
              <a:buClrTx/>
              <a:buFont typeface="+mj-lt"/>
              <a:buNone/>
              <a:defRPr sz="800">
                <a:solidFill>
                  <a:schemeClr val="accent1"/>
                </a:solidFill>
              </a:defRPr>
            </a:lvl1pPr>
            <a:lvl2pPr>
              <a:buFont typeface="+mj-lt"/>
              <a:buAutoNum type="arabicPeriod"/>
              <a:defRPr sz="800"/>
            </a:lvl2pPr>
            <a:lvl3pPr>
              <a:buFont typeface="+mj-lt"/>
              <a:buAutoNum type="arabicPeriod"/>
              <a:defRPr sz="800"/>
            </a:lvl3pPr>
            <a:lvl4pPr>
              <a:buFont typeface="+mj-lt"/>
              <a:buAutoNum type="arabicPeriod"/>
              <a:defRPr sz="800"/>
            </a:lvl4pPr>
            <a:lvl5pPr>
              <a:buFont typeface="+mj-lt"/>
              <a:buAutoNum type="arabicPeriod"/>
              <a:defRPr sz="800"/>
            </a:lvl5pPr>
          </a:lstStyle>
          <a:p>
            <a:pPr lvl="0"/>
            <a:r>
              <a:rPr lang="en-GB"/>
              <a:t>Source:</a:t>
            </a:r>
          </a:p>
        </p:txBody>
      </p:sp>
    </p:spTree>
    <p:extLst>
      <p:ext uri="{BB962C8B-B14F-4D97-AF65-F5344CB8AC3E}">
        <p14:creationId xmlns:p14="http://schemas.microsoft.com/office/powerpoint/2010/main" val="3484220797"/>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userDrawn="1">
  <p:cSld name="Section Divider Full Screen Image">
    <p:bg>
      <p:bgPr>
        <a:solidFill>
          <a:srgbClr val="F0EEED"/>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A9DDFF3-F19E-B22F-A23C-1F24ACB6206A}"/>
              </a:ext>
            </a:extLst>
          </p:cNvPr>
          <p:cNvGraphicFramePr>
            <a:graphicFrameLocks noChangeAspect="1"/>
          </p:cNvGraphicFramePr>
          <p:nvPr userDrawn="1">
            <p:custDataLst>
              <p:tags r:id="rId1"/>
            </p:custDataLst>
            <p:extLst>
              <p:ext uri="{D42A27DB-BD31-4B8C-83A1-F6EECF244321}">
                <p14:modId xmlns:p14="http://schemas.microsoft.com/office/powerpoint/2010/main" val="32021663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think-cell data - do not delete" hidden="1">
                        <a:extLst>
                          <a:ext uri="{FF2B5EF4-FFF2-40B4-BE49-F238E27FC236}">
                            <a16:creationId xmlns:a16="http://schemas.microsoft.com/office/drawing/2014/main" id="{8A9DDFF3-F19E-B22F-A23C-1F24ACB6206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icture Placeholder 6">
            <a:extLst>
              <a:ext uri="{FF2B5EF4-FFF2-40B4-BE49-F238E27FC236}">
                <a16:creationId xmlns:a16="http://schemas.microsoft.com/office/drawing/2014/main" id="{6F875240-D617-D248-9A2C-21A0950C0ECC}"/>
              </a:ext>
            </a:extLst>
          </p:cNvPr>
          <p:cNvSpPr>
            <a:spLocks noGrp="1"/>
          </p:cNvSpPr>
          <p:nvPr>
            <p:ph type="pic" sz="quarter" idx="23" hasCustomPrompt="1"/>
          </p:nvPr>
        </p:nvSpPr>
        <p:spPr>
          <a:xfrm>
            <a:off x="3" y="0"/>
            <a:ext cx="12191999" cy="6858000"/>
          </a:xfrm>
          <a:prstGeom prst="rect">
            <a:avLst/>
          </a:prstGeom>
          <a:solidFill>
            <a:srgbClr val="C2C7CA"/>
          </a:solidFill>
        </p:spPr>
        <p:txBody>
          <a:bodyPr anchor="ctr" anchorCtr="0"/>
          <a:lstStyle>
            <a:lvl1pPr algn="ctr" rtl="0">
              <a:buNone/>
              <a:defRPr sz="1500">
                <a:solidFill>
                  <a:srgbClr val="262626"/>
                </a:solidFill>
              </a:defRPr>
            </a:lvl1pPr>
          </a:lstStyle>
          <a:p>
            <a:r>
              <a:rPr lang="en-GB"/>
              <a:t>Insert image here</a:t>
            </a:r>
          </a:p>
        </p:txBody>
      </p:sp>
      <p:sp>
        <p:nvSpPr>
          <p:cNvPr id="9" name="Text Placeholder 7">
            <a:extLst>
              <a:ext uri="{FF2B5EF4-FFF2-40B4-BE49-F238E27FC236}">
                <a16:creationId xmlns:a16="http://schemas.microsoft.com/office/drawing/2014/main" id="{A3CADE0B-1C6B-234A-AE35-08272364E468}"/>
              </a:ext>
            </a:extLst>
          </p:cNvPr>
          <p:cNvSpPr>
            <a:spLocks noGrp="1"/>
          </p:cNvSpPr>
          <p:nvPr>
            <p:ph type="body" sz="quarter" idx="22" hasCustomPrompt="1"/>
          </p:nvPr>
        </p:nvSpPr>
        <p:spPr>
          <a:xfrm>
            <a:off x="1354227" y="1461010"/>
            <a:ext cx="9481167" cy="3935980"/>
          </a:xfrm>
          <a:prstGeom prst="rect">
            <a:avLst/>
          </a:prstGeom>
        </p:spPr>
        <p:txBody>
          <a:bodyPr anchor="ctr"/>
          <a:lstStyle>
            <a:lvl1pPr marL="0" indent="0" algn="ctr" rtl="0">
              <a:lnSpc>
                <a:spcPct val="90000"/>
              </a:lnSpc>
              <a:spcBef>
                <a:spcPts val="0"/>
              </a:spcBef>
              <a:buNone/>
              <a:defRPr sz="6000">
                <a:solidFill>
                  <a:schemeClr val="bg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Section Divider</a:t>
            </a:r>
          </a:p>
          <a:p>
            <a:r>
              <a:rPr lang="en-GB">
                <a:effectLst/>
                <a:latin typeface="Arial" panose="020B0604020202020204" pitchFamily="34" charset="0"/>
              </a:rPr>
              <a:t>Full screen</a:t>
            </a:r>
          </a:p>
        </p:txBody>
      </p:sp>
      <p:sp>
        <p:nvSpPr>
          <p:cNvPr id="11" name="Text Placeholder 3">
            <a:extLst>
              <a:ext uri="{FF2B5EF4-FFF2-40B4-BE49-F238E27FC236}">
                <a16:creationId xmlns:a16="http://schemas.microsoft.com/office/drawing/2014/main" id="{C0F29A55-3D94-2243-8DD7-867EF6346A4C}"/>
              </a:ext>
            </a:extLst>
          </p:cNvPr>
          <p:cNvSpPr>
            <a:spLocks noGrp="1"/>
          </p:cNvSpPr>
          <p:nvPr>
            <p:ph type="body" sz="quarter" idx="24" hasCustomPrompt="1"/>
          </p:nvPr>
        </p:nvSpPr>
        <p:spPr>
          <a:xfrm>
            <a:off x="78796" y="6650211"/>
            <a:ext cx="1888747" cy="137689"/>
          </a:xfrm>
          <a:prstGeom prst="rect">
            <a:avLst/>
          </a:prstGeom>
        </p:spPr>
        <p:txBody>
          <a:bodyPr/>
          <a:lstStyle>
            <a:lvl1pPr rtl="0">
              <a:buFontTx/>
              <a:buNone/>
              <a:defRPr sz="700">
                <a:solidFill>
                  <a:schemeClr val="bg1"/>
                </a:solidFill>
              </a:defRPr>
            </a:lvl1pPr>
          </a:lstStyle>
          <a:p>
            <a:pPr lvl="0"/>
            <a:r>
              <a:rPr lang="en-GB"/>
              <a:t>Hotel Brand Name Goes Here</a:t>
            </a:r>
          </a:p>
        </p:txBody>
      </p:sp>
      <p:sp>
        <p:nvSpPr>
          <p:cNvPr id="6" name="Text Placeholder 5">
            <a:extLst>
              <a:ext uri="{FF2B5EF4-FFF2-40B4-BE49-F238E27FC236}">
                <a16:creationId xmlns:a16="http://schemas.microsoft.com/office/drawing/2014/main" id="{B773E1C4-087D-DC4B-ADBE-5DE20B265DB8}"/>
              </a:ext>
            </a:extLst>
          </p:cNvPr>
          <p:cNvSpPr>
            <a:spLocks noGrp="1"/>
          </p:cNvSpPr>
          <p:nvPr>
            <p:ph type="body" sz="quarter" idx="21"/>
          </p:nvPr>
        </p:nvSpPr>
        <p:spPr>
          <a:xfrm>
            <a:off x="5192714" y="332105"/>
            <a:ext cx="1806575" cy="490538"/>
          </a:xfrm>
        </p:spPr>
        <p:txBody>
          <a:bodyPr/>
          <a:lstStyle>
            <a:lvl1pPr marL="0" indent="0" algn="ctr" rtl="0">
              <a:lnSpc>
                <a:spcPct val="100000"/>
              </a:lnSpc>
              <a:spcAft>
                <a:spcPts val="0"/>
              </a:spcAft>
              <a:buNone/>
              <a:defRPr sz="800" cap="all" spc="15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p:txBody>
      </p:sp>
    </p:spTree>
    <p:extLst>
      <p:ext uri="{BB962C8B-B14F-4D97-AF65-F5344CB8AC3E}">
        <p14:creationId xmlns:p14="http://schemas.microsoft.com/office/powerpoint/2010/main" val="3773158574"/>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1_Content Slide – Image + Content Right">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6BEA6A1-02A2-01A4-FA60-0776C8EFCFE0}"/>
              </a:ext>
            </a:extLst>
          </p:cNvPr>
          <p:cNvGraphicFramePr>
            <a:graphicFrameLocks noChangeAspect="1"/>
          </p:cNvGraphicFramePr>
          <p:nvPr userDrawn="1">
            <p:custDataLst>
              <p:tags r:id="rId1"/>
            </p:custDataLst>
            <p:extLst>
              <p:ext uri="{D42A27DB-BD31-4B8C-83A1-F6EECF244321}">
                <p14:modId xmlns:p14="http://schemas.microsoft.com/office/powerpoint/2010/main" val="15804739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think-cell data - do not delete" hidden="1">
                        <a:extLst>
                          <a:ext uri="{FF2B5EF4-FFF2-40B4-BE49-F238E27FC236}">
                            <a16:creationId xmlns:a16="http://schemas.microsoft.com/office/drawing/2014/main" id="{E6BEA6A1-02A2-01A4-FA60-0776C8EFCFE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761CFB91-C806-8D41-AEB8-66A5C159DA35}"/>
              </a:ext>
            </a:extLst>
          </p:cNvPr>
          <p:cNvSpPr/>
          <p:nvPr userDrawn="1"/>
        </p:nvSpPr>
        <p:spPr>
          <a:xfrm>
            <a:off x="0" y="0"/>
            <a:ext cx="6096000" cy="6858000"/>
          </a:xfrm>
          <a:prstGeom prst="rect">
            <a:avLst/>
          </a:prstGeom>
          <a:solidFill>
            <a:srgbClr val="1E44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450"/>
          </a:p>
        </p:txBody>
      </p:sp>
      <p:sp>
        <p:nvSpPr>
          <p:cNvPr id="20" name="Picture Placeholder 3">
            <a:extLst>
              <a:ext uri="{FF2B5EF4-FFF2-40B4-BE49-F238E27FC236}">
                <a16:creationId xmlns:a16="http://schemas.microsoft.com/office/drawing/2014/main" id="{18057AE8-4D76-1A47-BD43-6B088AA398AD}"/>
              </a:ext>
            </a:extLst>
          </p:cNvPr>
          <p:cNvSpPr>
            <a:spLocks noGrp="1"/>
          </p:cNvSpPr>
          <p:nvPr>
            <p:ph type="pic" sz="quarter" idx="30" hasCustomPrompt="1"/>
          </p:nvPr>
        </p:nvSpPr>
        <p:spPr>
          <a:xfrm>
            <a:off x="998934" y="1448329"/>
            <a:ext cx="4098133" cy="3961342"/>
          </a:xfrm>
          <a:prstGeom prst="rect">
            <a:avLst/>
          </a:prstGeom>
          <a:solidFill>
            <a:srgbClr val="C2C7CA"/>
          </a:solidFill>
        </p:spPr>
        <p:txBody>
          <a:bodyPr anchor="ctr" anchorCtr="0"/>
          <a:lstStyle>
            <a:lvl1pPr algn="ctr" rtl="0">
              <a:buFontTx/>
              <a:buNone/>
              <a:defRPr sz="1500">
                <a:solidFill>
                  <a:srgbClr val="262626"/>
                </a:solidFill>
              </a:defRPr>
            </a:lvl1pPr>
          </a:lstStyle>
          <a:p>
            <a:r>
              <a:rPr lang="en-GB"/>
              <a:t>Insert image here</a:t>
            </a:r>
          </a:p>
        </p:txBody>
      </p:sp>
      <p:sp>
        <p:nvSpPr>
          <p:cNvPr id="5" name="Text Placeholder 7">
            <a:extLst>
              <a:ext uri="{FF2B5EF4-FFF2-40B4-BE49-F238E27FC236}">
                <a16:creationId xmlns:a16="http://schemas.microsoft.com/office/drawing/2014/main" id="{FA755B49-F1BF-A842-A657-EF5A4EFCF900}"/>
              </a:ext>
            </a:extLst>
          </p:cNvPr>
          <p:cNvSpPr>
            <a:spLocks noGrp="1"/>
          </p:cNvSpPr>
          <p:nvPr>
            <p:ph type="body" sz="quarter" idx="22" hasCustomPrompt="1"/>
          </p:nvPr>
        </p:nvSpPr>
        <p:spPr>
          <a:xfrm>
            <a:off x="754707" y="1083733"/>
            <a:ext cx="4587910" cy="584730"/>
          </a:xfrm>
          <a:prstGeom prst="rect">
            <a:avLst/>
          </a:prstGeom>
        </p:spPr>
        <p:txBody>
          <a:bodyPr anchor="t"/>
          <a:lstStyle>
            <a:lvl1pPr marL="0" indent="0" algn="ctr" rtl="0">
              <a:lnSpc>
                <a:spcPct val="100000"/>
              </a:lnSpc>
              <a:spcBef>
                <a:spcPts val="0"/>
              </a:spcBef>
              <a:buNone/>
              <a:defRPr sz="3750">
                <a:solidFill>
                  <a:schemeClr val="bg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Content title</a:t>
            </a:r>
          </a:p>
        </p:txBody>
      </p:sp>
      <p:pic>
        <p:nvPicPr>
          <p:cNvPr id="9" name="Picture 8" descr="Shape&#10;&#10;Description automatically generated with medium confidence">
            <a:extLst>
              <a:ext uri="{FF2B5EF4-FFF2-40B4-BE49-F238E27FC236}">
                <a16:creationId xmlns:a16="http://schemas.microsoft.com/office/drawing/2014/main" id="{BB59885E-792D-AC4B-AA80-1B2C4B42A7A1}"/>
              </a:ext>
            </a:extLst>
          </p:cNvPr>
          <p:cNvPicPr>
            <a:picLocks noChangeAspect="1"/>
          </p:cNvPicPr>
          <p:nvPr userDrawn="1"/>
        </p:nvPicPr>
        <p:blipFill>
          <a:blip r:embed="rId5"/>
          <a:stretch>
            <a:fillRect/>
          </a:stretch>
        </p:blipFill>
        <p:spPr>
          <a:xfrm>
            <a:off x="10895872" y="6497324"/>
            <a:ext cx="1213995" cy="339897"/>
          </a:xfrm>
          <a:prstGeom prst="rect">
            <a:avLst/>
          </a:prstGeom>
        </p:spPr>
      </p:pic>
      <p:sp>
        <p:nvSpPr>
          <p:cNvPr id="10" name="Slide Number Placeholder 5">
            <a:extLst>
              <a:ext uri="{FF2B5EF4-FFF2-40B4-BE49-F238E27FC236}">
                <a16:creationId xmlns:a16="http://schemas.microsoft.com/office/drawing/2014/main" id="{30F41468-29F6-1A40-8B1C-A9CEDE77BB9B}"/>
              </a:ext>
            </a:extLst>
          </p:cNvPr>
          <p:cNvSpPr>
            <a:spLocks noGrp="1"/>
          </p:cNvSpPr>
          <p:nvPr>
            <p:ph type="sldNum" sz="quarter" idx="4"/>
          </p:nvPr>
        </p:nvSpPr>
        <p:spPr>
          <a:xfrm>
            <a:off x="191336" y="6471445"/>
            <a:ext cx="750936" cy="386556"/>
          </a:xfrm>
          <a:prstGeom prst="rect">
            <a:avLst/>
          </a:prstGeom>
        </p:spPr>
        <p:txBody>
          <a:bodyPr vert="horz" lIns="0" tIns="0" rIns="0" bIns="0" rtlCol="0" anchor="ctr"/>
          <a:lstStyle>
            <a:lvl1pPr algn="l" rtl="0">
              <a:defRPr sz="800" b="0" i="0">
                <a:solidFill>
                  <a:schemeClr val="bg1"/>
                </a:solidFill>
                <a:latin typeface="Arial" panose="020B0604020202020204" pitchFamily="34" charset="0"/>
                <a:cs typeface="Arial" panose="020B0604020202020204" pitchFamily="34" charset="0"/>
              </a:defRPr>
            </a:lvl1pPr>
          </a:lstStyle>
          <a:p>
            <a:fld id="{BF1B362E-304B-D74F-8E05-F581CCD55911}" type="slidenum">
              <a:rPr lang="en-GB" smtClean="0"/>
              <a:pPr/>
              <a:t>‹#›</a:t>
            </a:fld>
            <a:endParaRPr lang="en-GB"/>
          </a:p>
        </p:txBody>
      </p:sp>
      <p:sp>
        <p:nvSpPr>
          <p:cNvPr id="8" name="Text Placeholder 7">
            <a:extLst>
              <a:ext uri="{FF2B5EF4-FFF2-40B4-BE49-F238E27FC236}">
                <a16:creationId xmlns:a16="http://schemas.microsoft.com/office/drawing/2014/main" id="{18192EA2-72F6-CC46-BDC2-D45B9A2B58C4}"/>
              </a:ext>
            </a:extLst>
          </p:cNvPr>
          <p:cNvSpPr>
            <a:spLocks noGrp="1"/>
          </p:cNvSpPr>
          <p:nvPr>
            <p:ph type="body" sz="quarter" idx="23" hasCustomPrompt="1"/>
          </p:nvPr>
        </p:nvSpPr>
        <p:spPr>
          <a:xfrm>
            <a:off x="754707" y="5054600"/>
            <a:ext cx="4587910" cy="584730"/>
          </a:xfrm>
          <a:prstGeom prst="rect">
            <a:avLst/>
          </a:prstGeom>
        </p:spPr>
        <p:txBody>
          <a:bodyPr anchor="t"/>
          <a:lstStyle>
            <a:lvl1pPr marL="0" algn="ctr" rtl="0">
              <a:lnSpc>
                <a:spcPct val="100000"/>
              </a:lnSpc>
              <a:spcBef>
                <a:spcPts val="0"/>
              </a:spcBef>
              <a:buNone/>
              <a:defRPr sz="3750">
                <a:solidFill>
                  <a:schemeClr val="bg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Content title</a:t>
            </a:r>
          </a:p>
        </p:txBody>
      </p:sp>
      <p:sp>
        <p:nvSpPr>
          <p:cNvPr id="12" name="Text Placeholder 7">
            <a:extLst>
              <a:ext uri="{FF2B5EF4-FFF2-40B4-BE49-F238E27FC236}">
                <a16:creationId xmlns:a16="http://schemas.microsoft.com/office/drawing/2014/main" id="{D9C2FC27-BE4F-A540-B533-6DD71004AA82}"/>
              </a:ext>
            </a:extLst>
          </p:cNvPr>
          <p:cNvSpPr>
            <a:spLocks noGrp="1"/>
          </p:cNvSpPr>
          <p:nvPr>
            <p:ph type="body" sz="quarter" idx="24" hasCustomPrompt="1"/>
          </p:nvPr>
        </p:nvSpPr>
        <p:spPr>
          <a:xfrm>
            <a:off x="7313890" y="948182"/>
            <a:ext cx="3660219" cy="261471"/>
          </a:xfrm>
          <a:prstGeom prst="rect">
            <a:avLst/>
          </a:prstGeom>
        </p:spPr>
        <p:txBody>
          <a:bodyPr lIns="0" tIns="0" rIns="0" bIns="0" anchor="t"/>
          <a:lstStyle>
            <a:lvl1pPr marL="0" indent="0" algn="l" rtl="0">
              <a:lnSpc>
                <a:spcPct val="100000"/>
              </a:lnSpc>
              <a:spcBef>
                <a:spcPts val="0"/>
              </a:spcBef>
              <a:buNone/>
              <a:defRPr sz="1500">
                <a:solidFill>
                  <a:schemeClr val="accent1"/>
                </a:solidFill>
                <a:latin typeface="Arial" panose="020B0604020202020204" pitchFamily="34" charset="0"/>
                <a:cs typeface="Arial" panose="020B0604020202020204" pitchFamily="34" charset="0"/>
              </a:defRPr>
            </a:lvl1pPr>
          </a:lstStyle>
          <a:p>
            <a:r>
              <a:rPr lang="en-GB" err="1">
                <a:effectLst/>
                <a:latin typeface="Arial" panose="020B0604020202020204" pitchFamily="34" charset="0"/>
              </a:rPr>
              <a:t>Subheader</a:t>
            </a:r>
            <a:r>
              <a:rPr lang="en-GB">
                <a:effectLst/>
                <a:latin typeface="Arial" panose="020B0604020202020204" pitchFamily="34" charset="0"/>
              </a:rPr>
              <a:t> 01</a:t>
            </a:r>
          </a:p>
        </p:txBody>
      </p:sp>
      <p:sp>
        <p:nvSpPr>
          <p:cNvPr id="15" name="Text Placeholder 14">
            <a:extLst>
              <a:ext uri="{FF2B5EF4-FFF2-40B4-BE49-F238E27FC236}">
                <a16:creationId xmlns:a16="http://schemas.microsoft.com/office/drawing/2014/main" id="{D85F9D05-767E-F449-B433-4C332FBC7DF2}"/>
              </a:ext>
            </a:extLst>
          </p:cNvPr>
          <p:cNvSpPr>
            <a:spLocks noGrp="1"/>
          </p:cNvSpPr>
          <p:nvPr>
            <p:ph type="body" sz="quarter" idx="25" hasCustomPrompt="1"/>
          </p:nvPr>
        </p:nvSpPr>
        <p:spPr>
          <a:xfrm>
            <a:off x="7313890" y="1323909"/>
            <a:ext cx="3660219" cy="1057601"/>
          </a:xfrm>
          <a:prstGeom prst="rect">
            <a:avLst/>
          </a:prstGeom>
        </p:spPr>
        <p:txBody>
          <a:bodyPr lIns="0" tIns="0" rIns="0" bIns="0"/>
          <a:lstStyle>
            <a:lvl1pPr marL="126000" indent="-126000" rtl="0">
              <a:lnSpc>
                <a:spcPct val="100000"/>
              </a:lnSpc>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a:effectLst/>
                <a:latin typeface="Arial" panose="020B0604020202020204" pitchFamily="34" charset="0"/>
              </a:rPr>
              <a:t>Busam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luptaqui</a:t>
            </a:r>
            <a:r>
              <a:rPr lang="en-GB">
                <a:effectLst/>
                <a:latin typeface="Arial" panose="020B0604020202020204" pitchFamily="34" charset="0"/>
              </a:rPr>
              <a:t> </a:t>
            </a:r>
            <a:r>
              <a:rPr lang="en-GB" err="1">
                <a:effectLst/>
                <a:latin typeface="Arial" panose="020B0604020202020204" pitchFamily="34" charset="0"/>
              </a:rPr>
              <a:t>ra</a:t>
            </a:r>
            <a:r>
              <a:rPr lang="en-GB">
                <a:effectLst/>
                <a:latin typeface="Arial" panose="020B0604020202020204" pitchFamily="34" charset="0"/>
              </a:rPr>
              <a:t> </a:t>
            </a:r>
            <a:r>
              <a:rPr lang="en-GB" err="1">
                <a:effectLst/>
                <a:latin typeface="Arial" panose="020B0604020202020204" pitchFamily="34" charset="0"/>
              </a:rPr>
              <a:t>sinctus</a:t>
            </a:r>
            <a:r>
              <a:rPr lang="en-GB">
                <a:effectLst/>
                <a:latin typeface="Arial" panose="020B0604020202020204" pitchFamily="34" charset="0"/>
              </a:rPr>
              <a:t> </a:t>
            </a:r>
            <a:r>
              <a:rPr lang="en-GB" err="1">
                <a:effectLst/>
                <a:latin typeface="Arial" panose="020B0604020202020204" pitchFamily="34" charset="0"/>
              </a:rPr>
              <a:t>alignisqui</a:t>
            </a:r>
            <a:r>
              <a:rPr lang="en-GB">
                <a:effectLst/>
                <a:latin typeface="Arial" panose="020B0604020202020204" pitchFamily="34" charset="0"/>
              </a:rPr>
              <a:t>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sintur</a:t>
            </a:r>
            <a:r>
              <a:rPr lang="en-GB">
                <a:effectLst/>
                <a:latin typeface="Arial" panose="020B0604020202020204" pitchFamily="34" charset="0"/>
              </a:rPr>
              <a:t> </a:t>
            </a:r>
            <a:r>
              <a:rPr lang="en-GB" err="1">
                <a:effectLst/>
                <a:latin typeface="Arial" panose="020B0604020202020204" pitchFamily="34" charset="0"/>
              </a:rPr>
              <a:t>minvell</a:t>
            </a:r>
            <a:r>
              <a:rPr lang="en-GB">
                <a:effectLst/>
                <a:latin typeface="Arial" panose="020B0604020202020204" pitchFamily="34" charset="0"/>
              </a:rPr>
              <a:t> </a:t>
            </a:r>
            <a:r>
              <a:rPr lang="en-GB" err="1">
                <a:effectLst/>
                <a:latin typeface="Arial" panose="020B0604020202020204" pitchFamily="34" charset="0"/>
              </a:rPr>
              <a:t>ibusam</a:t>
            </a:r>
            <a:r>
              <a:rPr lang="en-GB">
                <a:effectLst/>
                <a:latin typeface="Arial" panose="020B0604020202020204" pitchFamily="34" charset="0"/>
              </a:rPr>
              <a:t> es di </a:t>
            </a:r>
            <a:r>
              <a:rPr lang="en-GB" err="1">
                <a:effectLst/>
                <a:latin typeface="Arial" panose="020B0604020202020204" pitchFamily="34" charset="0"/>
              </a:rPr>
              <a:t>comnihita</a:t>
            </a:r>
            <a:r>
              <a:rPr lang="en-GB">
                <a:effectLst/>
                <a:latin typeface="Arial" panose="020B0604020202020204" pitchFamily="34" charset="0"/>
              </a:rPr>
              <a:t> </a:t>
            </a:r>
            <a:r>
              <a:rPr lang="en-GB" err="1">
                <a:effectLst/>
                <a:latin typeface="Arial" panose="020B0604020202020204" pitchFamily="34" charset="0"/>
              </a:rPr>
              <a:t>doluptatem</a:t>
            </a:r>
            <a:r>
              <a:rPr lang="en-GB">
                <a:effectLst/>
                <a:latin typeface="Arial" panose="020B0604020202020204" pitchFamily="34" charset="0"/>
              </a:rPr>
              <a:t> con </a:t>
            </a:r>
            <a:r>
              <a:rPr lang="en-GB" err="1">
                <a:effectLst/>
                <a:latin typeface="Arial" panose="020B0604020202020204" pitchFamily="34" charset="0"/>
              </a:rPr>
              <a:t>cus</a:t>
            </a:r>
            <a:r>
              <a:rPr lang="en-GB">
                <a:effectLst/>
                <a:latin typeface="Arial" panose="020B0604020202020204" pitchFamily="34" charset="0"/>
              </a:rPr>
              <a:t> et a </a:t>
            </a:r>
            <a:r>
              <a:rPr lang="en-GB" err="1">
                <a:effectLst/>
                <a:latin typeface="Arial" panose="020B0604020202020204" pitchFamily="34" charset="0"/>
              </a:rPr>
              <a:t>quatem</a:t>
            </a:r>
            <a:r>
              <a:rPr lang="en-GB">
                <a:effectLst/>
                <a:latin typeface="Arial" panose="020B0604020202020204" pitchFamily="34" charset="0"/>
              </a:rPr>
              <a:t> vera </a:t>
            </a:r>
            <a:r>
              <a:rPr lang="en-GB" err="1">
                <a:effectLst/>
                <a:latin typeface="Arial" panose="020B0604020202020204" pitchFamily="34" charset="0"/>
              </a:rPr>
              <a:t>por</a:t>
            </a:r>
            <a:r>
              <a:rPr lang="en-GB">
                <a:effectLst/>
                <a:latin typeface="Arial" panose="020B0604020202020204" pitchFamily="34" charset="0"/>
              </a:rPr>
              <a:t> </a:t>
            </a:r>
            <a:r>
              <a:rPr lang="en-GB" err="1">
                <a:effectLst/>
                <a:latin typeface="Arial" panose="020B0604020202020204" pitchFamily="34" charset="0"/>
              </a:rPr>
              <a:t>magnis</a:t>
            </a:r>
            <a:r>
              <a:rPr lang="en-GB">
                <a:effectLst/>
                <a:latin typeface="Arial" panose="020B0604020202020204" pitchFamily="34" charset="0"/>
              </a:rPr>
              <a:t> </a:t>
            </a:r>
            <a:r>
              <a:rPr lang="en-GB" err="1">
                <a:effectLst/>
                <a:latin typeface="Arial" panose="020B0604020202020204" pitchFamily="34" charset="0"/>
              </a:rPr>
              <a:t>numquam</a:t>
            </a:r>
            <a:r>
              <a:rPr lang="en-GB">
                <a:effectLst/>
                <a:latin typeface="Arial" panose="020B0604020202020204" pitchFamily="34" charset="0"/>
              </a:rPr>
              <a:t> </a:t>
            </a:r>
            <a:r>
              <a:rPr lang="en-GB" err="1">
                <a:effectLst/>
                <a:latin typeface="Arial" panose="020B0604020202020204" pitchFamily="34" charset="0"/>
              </a:rPr>
              <a:t>si</a:t>
            </a:r>
            <a:r>
              <a:rPr lang="en-GB">
                <a:effectLst/>
                <a:latin typeface="Arial" panose="020B0604020202020204" pitchFamily="34" charset="0"/>
              </a:rPr>
              <a:t> </a:t>
            </a:r>
            <a:r>
              <a:rPr lang="en-GB" err="1">
                <a:effectLst/>
                <a:latin typeface="Arial" panose="020B0604020202020204" pitchFamily="34" charset="0"/>
              </a:rPr>
              <a:t>doluptiusant</a:t>
            </a:r>
            <a:r>
              <a:rPr lang="en-GB">
                <a:effectLst/>
                <a:latin typeface="Arial" panose="020B0604020202020204" pitchFamily="34" charset="0"/>
              </a:rPr>
              <a:t> </a:t>
            </a:r>
            <a:r>
              <a:rPr lang="en-GB" err="1">
                <a:effectLst/>
                <a:latin typeface="Arial" panose="020B0604020202020204" pitchFamily="34" charset="0"/>
              </a:rPr>
              <a:t>periaerum</a:t>
            </a:r>
            <a:r>
              <a:rPr lang="en-GB">
                <a:effectLst/>
                <a:latin typeface="Arial" panose="020B0604020202020204" pitchFamily="34" charset="0"/>
              </a:rPr>
              <a:t> </a:t>
            </a:r>
            <a:r>
              <a:rPr lang="en-GB" err="1">
                <a:effectLst/>
                <a:latin typeface="Arial" panose="020B0604020202020204" pitchFamily="34" charset="0"/>
              </a:rPr>
              <a:t>voloreriam</a:t>
            </a:r>
            <a:r>
              <a:rPr lang="en-GB">
                <a:effectLst/>
                <a:latin typeface="Arial" panose="020B0604020202020204" pitchFamily="34" charset="0"/>
              </a:rPr>
              <a:t> ipsum </a:t>
            </a:r>
            <a:r>
              <a:rPr lang="en-GB" err="1">
                <a:effectLst/>
                <a:latin typeface="Arial" panose="020B0604020202020204" pitchFamily="34" charset="0"/>
              </a:rPr>
              <a:t>essi</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volor</a:t>
            </a:r>
            <a:r>
              <a:rPr lang="en-GB">
                <a:effectLst/>
                <a:latin typeface="Arial" panose="020B0604020202020204" pitchFamily="34" charset="0"/>
              </a:rPr>
              <a:t> </a:t>
            </a:r>
            <a:r>
              <a:rPr lang="en-GB" err="1">
                <a:effectLst/>
                <a:latin typeface="Arial" panose="020B0604020202020204" pitchFamily="34" charset="0"/>
              </a:rPr>
              <a:t>sa</a:t>
            </a:r>
            <a:endParaRPr lang="en-GB">
              <a:effectLst/>
              <a:latin typeface="Arial" panose="020B0604020202020204" pitchFamily="34" charset="0"/>
            </a:endParaRPr>
          </a:p>
          <a:p>
            <a:r>
              <a:rPr lang="en-GB" err="1">
                <a:effectLst/>
                <a:latin typeface="Arial" panose="020B0604020202020204" pitchFamily="34" charset="0"/>
              </a:rPr>
              <a:t>Dolecullabo</a:t>
            </a:r>
            <a:r>
              <a:rPr lang="en-GB">
                <a:effectLst/>
                <a:latin typeface="Arial" panose="020B0604020202020204" pitchFamily="34" charset="0"/>
              </a:rPr>
              <a:t>. Ut </a:t>
            </a:r>
            <a:r>
              <a:rPr lang="en-GB" err="1">
                <a:effectLst/>
                <a:latin typeface="Arial" panose="020B0604020202020204" pitchFamily="34" charset="0"/>
              </a:rPr>
              <a:t>andamet</a:t>
            </a:r>
            <a:r>
              <a:rPr lang="en-GB">
                <a:effectLst/>
                <a:latin typeface="Arial" panose="020B0604020202020204" pitchFamily="34" charset="0"/>
              </a:rPr>
              <a:t> </a:t>
            </a:r>
            <a:r>
              <a:rPr lang="en-GB" err="1">
                <a:effectLst/>
                <a:latin typeface="Arial" panose="020B0604020202020204" pitchFamily="34" charset="0"/>
              </a:rPr>
              <a:t>alibus</a:t>
            </a:r>
            <a:r>
              <a:rPr lang="en-GB">
                <a:effectLst/>
                <a:latin typeface="Arial" panose="020B0604020202020204" pitchFamily="34" charset="0"/>
              </a:rPr>
              <a:t>, sae </a:t>
            </a:r>
            <a:r>
              <a:rPr lang="en-GB" err="1">
                <a:effectLst/>
                <a:latin typeface="Arial" panose="020B0604020202020204" pitchFamily="34" charset="0"/>
              </a:rPr>
              <a:t>dem</a:t>
            </a:r>
            <a:r>
              <a:rPr lang="en-GB">
                <a:effectLst/>
                <a:latin typeface="Arial" panose="020B0604020202020204" pitchFamily="34" charset="0"/>
              </a:rPr>
              <a:t> </a:t>
            </a:r>
            <a:r>
              <a:rPr lang="en-GB" err="1">
                <a:effectLst/>
                <a:latin typeface="Arial" panose="020B0604020202020204" pitchFamily="34" charset="0"/>
              </a:rPr>
              <a:t>facearu</a:t>
            </a:r>
            <a:r>
              <a:rPr lang="en-GB">
                <a:effectLst/>
                <a:latin typeface="Arial" panose="020B0604020202020204" pitchFamily="34" charset="0"/>
              </a:rPr>
              <a:t> </a:t>
            </a:r>
            <a:r>
              <a:rPr lang="en-GB" err="1">
                <a:effectLst/>
                <a:latin typeface="Arial" panose="020B0604020202020204" pitchFamily="34" charset="0"/>
              </a:rPr>
              <a:t>mquodit</a:t>
            </a:r>
            <a:r>
              <a:rPr lang="en-GB">
                <a:effectLst/>
                <a:latin typeface="Arial" panose="020B0604020202020204" pitchFamily="34" charset="0"/>
              </a:rPr>
              <a:t>, in </a:t>
            </a:r>
            <a:r>
              <a:rPr lang="en-GB" err="1">
                <a:effectLst/>
                <a:latin typeface="Arial" panose="020B0604020202020204" pitchFamily="34" charset="0"/>
              </a:rPr>
              <a:t>everro</a:t>
            </a:r>
            <a:r>
              <a:rPr lang="en-GB">
                <a:effectLst/>
                <a:latin typeface="Arial" panose="020B0604020202020204" pitchFamily="34" charset="0"/>
              </a:rPr>
              <a:t> </a:t>
            </a:r>
            <a:r>
              <a:rPr lang="en-GB" err="1">
                <a:effectLst/>
                <a:latin typeface="Arial" panose="020B0604020202020204" pitchFamily="34" charset="0"/>
              </a:rPr>
              <a:t>eos</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et </a:t>
            </a:r>
            <a:r>
              <a:rPr lang="en-GB" err="1">
                <a:effectLst/>
                <a:latin typeface="Arial" panose="020B0604020202020204" pitchFamily="34" charset="0"/>
              </a:rPr>
              <a:t>quaectem</a:t>
            </a:r>
            <a:r>
              <a:rPr lang="en-GB">
                <a:effectLst/>
                <a:latin typeface="Arial" panose="020B0604020202020204" pitchFamily="34" charset="0"/>
              </a:rPr>
              <a:t> </a:t>
            </a:r>
            <a:r>
              <a:rPr lang="en-GB" err="1">
                <a:effectLst/>
                <a:latin typeface="Arial" panose="020B0604020202020204" pitchFamily="34" charset="0"/>
              </a:rPr>
              <a:t>susciis</a:t>
            </a:r>
            <a:r>
              <a:rPr lang="en-GB">
                <a:effectLst/>
                <a:latin typeface="Arial" panose="020B0604020202020204" pitchFamily="34" charset="0"/>
              </a:rPr>
              <a:t> est, </a:t>
            </a:r>
            <a:r>
              <a:rPr lang="en-GB" err="1">
                <a:effectLst/>
                <a:latin typeface="Arial" panose="020B0604020202020204" pitchFamily="34" charset="0"/>
              </a:rPr>
              <a:t>quatur</a:t>
            </a:r>
            <a:r>
              <a:rPr lang="en-GB">
                <a:effectLst/>
                <a:latin typeface="Arial" panose="020B0604020202020204" pitchFamily="34" charset="0"/>
              </a:rPr>
              <a:t>, </a:t>
            </a:r>
            <a:r>
              <a:rPr lang="en-GB" err="1">
                <a:effectLst/>
                <a:latin typeface="Arial" panose="020B0604020202020204" pitchFamily="34" charset="0"/>
              </a:rPr>
              <a:t>sintem</a:t>
            </a:r>
            <a:r>
              <a:rPr lang="en-GB">
                <a:effectLst/>
                <a:latin typeface="Arial" panose="020B0604020202020204" pitchFamily="34" charset="0"/>
              </a:rPr>
              <a:t> quate.</a:t>
            </a:r>
          </a:p>
        </p:txBody>
      </p:sp>
      <p:sp>
        <p:nvSpPr>
          <p:cNvPr id="16" name="Text Placeholder 7">
            <a:extLst>
              <a:ext uri="{FF2B5EF4-FFF2-40B4-BE49-F238E27FC236}">
                <a16:creationId xmlns:a16="http://schemas.microsoft.com/office/drawing/2014/main" id="{50DB282D-F010-5540-ADFA-A0D33A7DC6F7}"/>
              </a:ext>
            </a:extLst>
          </p:cNvPr>
          <p:cNvSpPr>
            <a:spLocks noGrp="1"/>
          </p:cNvSpPr>
          <p:nvPr>
            <p:ph type="body" sz="quarter" idx="26" hasCustomPrompt="1"/>
          </p:nvPr>
        </p:nvSpPr>
        <p:spPr>
          <a:xfrm>
            <a:off x="7313890" y="2750088"/>
            <a:ext cx="3660219" cy="261471"/>
          </a:xfrm>
          <a:prstGeom prst="rect">
            <a:avLst/>
          </a:prstGeom>
        </p:spPr>
        <p:txBody>
          <a:bodyPr lIns="0" tIns="0" rIns="0" bIns="0" anchor="t"/>
          <a:lstStyle>
            <a:lvl1pPr marL="0" indent="0" algn="l" rtl="0">
              <a:lnSpc>
                <a:spcPct val="100000"/>
              </a:lnSpc>
              <a:spcBef>
                <a:spcPts val="0"/>
              </a:spcBef>
              <a:buNone/>
              <a:defRPr sz="1500">
                <a:solidFill>
                  <a:schemeClr val="accent1"/>
                </a:solidFill>
                <a:latin typeface="Arial" panose="020B0604020202020204" pitchFamily="34" charset="0"/>
                <a:cs typeface="Arial" panose="020B0604020202020204" pitchFamily="34" charset="0"/>
              </a:defRPr>
            </a:lvl1pPr>
          </a:lstStyle>
          <a:p>
            <a:r>
              <a:rPr lang="en-GB" err="1">
                <a:effectLst/>
                <a:latin typeface="Arial" panose="020B0604020202020204" pitchFamily="34" charset="0"/>
              </a:rPr>
              <a:t>Subheader</a:t>
            </a:r>
            <a:r>
              <a:rPr lang="en-GB">
                <a:effectLst/>
                <a:latin typeface="Arial" panose="020B0604020202020204" pitchFamily="34" charset="0"/>
              </a:rPr>
              <a:t> 02</a:t>
            </a:r>
          </a:p>
        </p:txBody>
      </p:sp>
      <p:sp>
        <p:nvSpPr>
          <p:cNvPr id="17" name="Text Placeholder 14">
            <a:extLst>
              <a:ext uri="{FF2B5EF4-FFF2-40B4-BE49-F238E27FC236}">
                <a16:creationId xmlns:a16="http://schemas.microsoft.com/office/drawing/2014/main" id="{F6655E9E-2403-CB48-8E32-DBB497DDCEE9}"/>
              </a:ext>
            </a:extLst>
          </p:cNvPr>
          <p:cNvSpPr>
            <a:spLocks noGrp="1"/>
          </p:cNvSpPr>
          <p:nvPr>
            <p:ph type="body" sz="quarter" idx="27" hasCustomPrompt="1"/>
          </p:nvPr>
        </p:nvSpPr>
        <p:spPr>
          <a:xfrm>
            <a:off x="7313890" y="3125815"/>
            <a:ext cx="3660219" cy="1057601"/>
          </a:xfrm>
          <a:prstGeom prst="rect">
            <a:avLst/>
          </a:prstGeom>
        </p:spPr>
        <p:txBody>
          <a:bodyPr lIns="0" tIns="0" rIns="0" bIns="0"/>
          <a:lstStyle>
            <a:lvl1pPr marL="126000" indent="-126000" rtl="0">
              <a:lnSpc>
                <a:spcPct val="100000"/>
              </a:lnSpc>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a:effectLst/>
                <a:latin typeface="Arial" panose="020B0604020202020204" pitchFamily="34" charset="0"/>
              </a:rPr>
              <a:t>Busam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luptaqui</a:t>
            </a:r>
            <a:r>
              <a:rPr lang="en-GB">
                <a:effectLst/>
                <a:latin typeface="Arial" panose="020B0604020202020204" pitchFamily="34" charset="0"/>
              </a:rPr>
              <a:t> </a:t>
            </a:r>
            <a:r>
              <a:rPr lang="en-GB" err="1">
                <a:effectLst/>
                <a:latin typeface="Arial" panose="020B0604020202020204" pitchFamily="34" charset="0"/>
              </a:rPr>
              <a:t>ra</a:t>
            </a:r>
            <a:r>
              <a:rPr lang="en-GB">
                <a:effectLst/>
                <a:latin typeface="Arial" panose="020B0604020202020204" pitchFamily="34" charset="0"/>
              </a:rPr>
              <a:t> </a:t>
            </a:r>
            <a:r>
              <a:rPr lang="en-GB" err="1">
                <a:effectLst/>
                <a:latin typeface="Arial" panose="020B0604020202020204" pitchFamily="34" charset="0"/>
              </a:rPr>
              <a:t>sinctus</a:t>
            </a:r>
            <a:r>
              <a:rPr lang="en-GB">
                <a:effectLst/>
                <a:latin typeface="Arial" panose="020B0604020202020204" pitchFamily="34" charset="0"/>
              </a:rPr>
              <a:t> </a:t>
            </a:r>
            <a:r>
              <a:rPr lang="en-GB" err="1">
                <a:effectLst/>
                <a:latin typeface="Arial" panose="020B0604020202020204" pitchFamily="34" charset="0"/>
              </a:rPr>
              <a:t>alignisqui</a:t>
            </a:r>
            <a:r>
              <a:rPr lang="en-GB">
                <a:effectLst/>
                <a:latin typeface="Arial" panose="020B0604020202020204" pitchFamily="34" charset="0"/>
              </a:rPr>
              <a:t>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sintur</a:t>
            </a:r>
            <a:r>
              <a:rPr lang="en-GB">
                <a:effectLst/>
                <a:latin typeface="Arial" panose="020B0604020202020204" pitchFamily="34" charset="0"/>
              </a:rPr>
              <a:t> </a:t>
            </a:r>
            <a:r>
              <a:rPr lang="en-GB" err="1">
                <a:effectLst/>
                <a:latin typeface="Arial" panose="020B0604020202020204" pitchFamily="34" charset="0"/>
              </a:rPr>
              <a:t>minvell</a:t>
            </a:r>
            <a:r>
              <a:rPr lang="en-GB">
                <a:effectLst/>
                <a:latin typeface="Arial" panose="020B0604020202020204" pitchFamily="34" charset="0"/>
              </a:rPr>
              <a:t> </a:t>
            </a:r>
            <a:r>
              <a:rPr lang="en-GB" err="1">
                <a:effectLst/>
                <a:latin typeface="Arial" panose="020B0604020202020204" pitchFamily="34" charset="0"/>
              </a:rPr>
              <a:t>ibusam</a:t>
            </a:r>
            <a:r>
              <a:rPr lang="en-GB">
                <a:effectLst/>
                <a:latin typeface="Arial" panose="020B0604020202020204" pitchFamily="34" charset="0"/>
              </a:rPr>
              <a:t> es di </a:t>
            </a:r>
            <a:r>
              <a:rPr lang="en-GB" err="1">
                <a:effectLst/>
                <a:latin typeface="Arial" panose="020B0604020202020204" pitchFamily="34" charset="0"/>
              </a:rPr>
              <a:t>comnihita</a:t>
            </a:r>
            <a:r>
              <a:rPr lang="en-GB">
                <a:effectLst/>
                <a:latin typeface="Arial" panose="020B0604020202020204" pitchFamily="34" charset="0"/>
              </a:rPr>
              <a:t> </a:t>
            </a:r>
            <a:r>
              <a:rPr lang="en-GB" err="1">
                <a:effectLst/>
                <a:latin typeface="Arial" panose="020B0604020202020204" pitchFamily="34" charset="0"/>
              </a:rPr>
              <a:t>doluptatem</a:t>
            </a:r>
            <a:r>
              <a:rPr lang="en-GB">
                <a:effectLst/>
                <a:latin typeface="Arial" panose="020B0604020202020204" pitchFamily="34" charset="0"/>
              </a:rPr>
              <a:t> con </a:t>
            </a:r>
            <a:r>
              <a:rPr lang="en-GB" err="1">
                <a:effectLst/>
                <a:latin typeface="Arial" panose="020B0604020202020204" pitchFamily="34" charset="0"/>
              </a:rPr>
              <a:t>cus</a:t>
            </a:r>
            <a:r>
              <a:rPr lang="en-GB">
                <a:effectLst/>
                <a:latin typeface="Arial" panose="020B0604020202020204" pitchFamily="34" charset="0"/>
              </a:rPr>
              <a:t> et a </a:t>
            </a:r>
            <a:r>
              <a:rPr lang="en-GB" err="1">
                <a:effectLst/>
                <a:latin typeface="Arial" panose="020B0604020202020204" pitchFamily="34" charset="0"/>
              </a:rPr>
              <a:t>quatem</a:t>
            </a:r>
            <a:r>
              <a:rPr lang="en-GB">
                <a:effectLst/>
                <a:latin typeface="Arial" panose="020B0604020202020204" pitchFamily="34" charset="0"/>
              </a:rPr>
              <a:t> vera </a:t>
            </a:r>
            <a:r>
              <a:rPr lang="en-GB" err="1">
                <a:effectLst/>
                <a:latin typeface="Arial" panose="020B0604020202020204" pitchFamily="34" charset="0"/>
              </a:rPr>
              <a:t>por</a:t>
            </a:r>
            <a:r>
              <a:rPr lang="en-GB">
                <a:effectLst/>
                <a:latin typeface="Arial" panose="020B0604020202020204" pitchFamily="34" charset="0"/>
              </a:rPr>
              <a:t> </a:t>
            </a:r>
            <a:r>
              <a:rPr lang="en-GB" err="1">
                <a:effectLst/>
                <a:latin typeface="Arial" panose="020B0604020202020204" pitchFamily="34" charset="0"/>
              </a:rPr>
              <a:t>magnis</a:t>
            </a:r>
            <a:r>
              <a:rPr lang="en-GB">
                <a:effectLst/>
                <a:latin typeface="Arial" panose="020B0604020202020204" pitchFamily="34" charset="0"/>
              </a:rPr>
              <a:t> </a:t>
            </a:r>
            <a:r>
              <a:rPr lang="en-GB" err="1">
                <a:effectLst/>
                <a:latin typeface="Arial" panose="020B0604020202020204" pitchFamily="34" charset="0"/>
              </a:rPr>
              <a:t>numquam</a:t>
            </a:r>
            <a:r>
              <a:rPr lang="en-GB">
                <a:effectLst/>
                <a:latin typeface="Arial" panose="020B0604020202020204" pitchFamily="34" charset="0"/>
              </a:rPr>
              <a:t> </a:t>
            </a:r>
            <a:r>
              <a:rPr lang="en-GB" err="1">
                <a:effectLst/>
                <a:latin typeface="Arial" panose="020B0604020202020204" pitchFamily="34" charset="0"/>
              </a:rPr>
              <a:t>si</a:t>
            </a:r>
            <a:r>
              <a:rPr lang="en-GB">
                <a:effectLst/>
                <a:latin typeface="Arial" panose="020B0604020202020204" pitchFamily="34" charset="0"/>
              </a:rPr>
              <a:t> </a:t>
            </a:r>
            <a:r>
              <a:rPr lang="en-GB" err="1">
                <a:effectLst/>
                <a:latin typeface="Arial" panose="020B0604020202020204" pitchFamily="34" charset="0"/>
              </a:rPr>
              <a:t>doluptiusant</a:t>
            </a:r>
            <a:r>
              <a:rPr lang="en-GB">
                <a:effectLst/>
                <a:latin typeface="Arial" panose="020B0604020202020204" pitchFamily="34" charset="0"/>
              </a:rPr>
              <a:t> </a:t>
            </a:r>
            <a:r>
              <a:rPr lang="en-GB" err="1">
                <a:effectLst/>
                <a:latin typeface="Arial" panose="020B0604020202020204" pitchFamily="34" charset="0"/>
              </a:rPr>
              <a:t>periaerum</a:t>
            </a:r>
            <a:r>
              <a:rPr lang="en-GB">
                <a:effectLst/>
                <a:latin typeface="Arial" panose="020B0604020202020204" pitchFamily="34" charset="0"/>
              </a:rPr>
              <a:t> </a:t>
            </a:r>
            <a:r>
              <a:rPr lang="en-GB" err="1">
                <a:effectLst/>
                <a:latin typeface="Arial" panose="020B0604020202020204" pitchFamily="34" charset="0"/>
              </a:rPr>
              <a:t>voloreriam</a:t>
            </a:r>
            <a:r>
              <a:rPr lang="en-GB">
                <a:effectLst/>
                <a:latin typeface="Arial" panose="020B0604020202020204" pitchFamily="34" charset="0"/>
              </a:rPr>
              <a:t> ipsum </a:t>
            </a:r>
            <a:r>
              <a:rPr lang="en-GB" err="1">
                <a:effectLst/>
                <a:latin typeface="Arial" panose="020B0604020202020204" pitchFamily="34" charset="0"/>
              </a:rPr>
              <a:t>essi</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volor</a:t>
            </a:r>
            <a:r>
              <a:rPr lang="en-GB">
                <a:effectLst/>
                <a:latin typeface="Arial" panose="020B0604020202020204" pitchFamily="34" charset="0"/>
              </a:rPr>
              <a:t> </a:t>
            </a:r>
            <a:r>
              <a:rPr lang="en-GB" err="1">
                <a:effectLst/>
                <a:latin typeface="Arial" panose="020B0604020202020204" pitchFamily="34" charset="0"/>
              </a:rPr>
              <a:t>sa</a:t>
            </a:r>
            <a:endParaRPr lang="en-GB">
              <a:effectLst/>
              <a:latin typeface="Arial" panose="020B0604020202020204" pitchFamily="34" charset="0"/>
            </a:endParaRPr>
          </a:p>
          <a:p>
            <a:r>
              <a:rPr lang="en-GB" err="1">
                <a:effectLst/>
                <a:latin typeface="Arial" panose="020B0604020202020204" pitchFamily="34" charset="0"/>
              </a:rPr>
              <a:t>Dolecullabo</a:t>
            </a:r>
            <a:r>
              <a:rPr lang="en-GB">
                <a:effectLst/>
                <a:latin typeface="Arial" panose="020B0604020202020204" pitchFamily="34" charset="0"/>
              </a:rPr>
              <a:t>. Ut </a:t>
            </a:r>
            <a:r>
              <a:rPr lang="en-GB" err="1">
                <a:effectLst/>
                <a:latin typeface="Arial" panose="020B0604020202020204" pitchFamily="34" charset="0"/>
              </a:rPr>
              <a:t>andamet</a:t>
            </a:r>
            <a:r>
              <a:rPr lang="en-GB">
                <a:effectLst/>
                <a:latin typeface="Arial" panose="020B0604020202020204" pitchFamily="34" charset="0"/>
              </a:rPr>
              <a:t> </a:t>
            </a:r>
            <a:r>
              <a:rPr lang="en-GB" err="1">
                <a:effectLst/>
                <a:latin typeface="Arial" panose="020B0604020202020204" pitchFamily="34" charset="0"/>
              </a:rPr>
              <a:t>alibus</a:t>
            </a:r>
            <a:r>
              <a:rPr lang="en-GB">
                <a:effectLst/>
                <a:latin typeface="Arial" panose="020B0604020202020204" pitchFamily="34" charset="0"/>
              </a:rPr>
              <a:t>, sae </a:t>
            </a:r>
            <a:r>
              <a:rPr lang="en-GB" err="1">
                <a:effectLst/>
                <a:latin typeface="Arial" panose="020B0604020202020204" pitchFamily="34" charset="0"/>
              </a:rPr>
              <a:t>dem</a:t>
            </a:r>
            <a:r>
              <a:rPr lang="en-GB">
                <a:effectLst/>
                <a:latin typeface="Arial" panose="020B0604020202020204" pitchFamily="34" charset="0"/>
              </a:rPr>
              <a:t> </a:t>
            </a:r>
            <a:r>
              <a:rPr lang="en-GB" err="1">
                <a:effectLst/>
                <a:latin typeface="Arial" panose="020B0604020202020204" pitchFamily="34" charset="0"/>
              </a:rPr>
              <a:t>facearu</a:t>
            </a:r>
            <a:r>
              <a:rPr lang="en-GB">
                <a:effectLst/>
                <a:latin typeface="Arial" panose="020B0604020202020204" pitchFamily="34" charset="0"/>
              </a:rPr>
              <a:t> </a:t>
            </a:r>
            <a:r>
              <a:rPr lang="en-GB" err="1">
                <a:effectLst/>
                <a:latin typeface="Arial" panose="020B0604020202020204" pitchFamily="34" charset="0"/>
              </a:rPr>
              <a:t>mquodit</a:t>
            </a:r>
            <a:r>
              <a:rPr lang="en-GB">
                <a:effectLst/>
                <a:latin typeface="Arial" panose="020B0604020202020204" pitchFamily="34" charset="0"/>
              </a:rPr>
              <a:t>, in </a:t>
            </a:r>
            <a:r>
              <a:rPr lang="en-GB" err="1">
                <a:effectLst/>
                <a:latin typeface="Arial" panose="020B0604020202020204" pitchFamily="34" charset="0"/>
              </a:rPr>
              <a:t>everro</a:t>
            </a:r>
            <a:r>
              <a:rPr lang="en-GB">
                <a:effectLst/>
                <a:latin typeface="Arial" panose="020B0604020202020204" pitchFamily="34" charset="0"/>
              </a:rPr>
              <a:t> </a:t>
            </a:r>
            <a:r>
              <a:rPr lang="en-GB" err="1">
                <a:effectLst/>
                <a:latin typeface="Arial" panose="020B0604020202020204" pitchFamily="34" charset="0"/>
              </a:rPr>
              <a:t>eos</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et </a:t>
            </a:r>
            <a:r>
              <a:rPr lang="en-GB" err="1">
                <a:effectLst/>
                <a:latin typeface="Arial" panose="020B0604020202020204" pitchFamily="34" charset="0"/>
              </a:rPr>
              <a:t>quaectem</a:t>
            </a:r>
            <a:r>
              <a:rPr lang="en-GB">
                <a:effectLst/>
                <a:latin typeface="Arial" panose="020B0604020202020204" pitchFamily="34" charset="0"/>
              </a:rPr>
              <a:t> </a:t>
            </a:r>
            <a:r>
              <a:rPr lang="en-GB" err="1">
                <a:effectLst/>
                <a:latin typeface="Arial" panose="020B0604020202020204" pitchFamily="34" charset="0"/>
              </a:rPr>
              <a:t>susciis</a:t>
            </a:r>
            <a:r>
              <a:rPr lang="en-GB">
                <a:effectLst/>
                <a:latin typeface="Arial" panose="020B0604020202020204" pitchFamily="34" charset="0"/>
              </a:rPr>
              <a:t> est, </a:t>
            </a:r>
            <a:r>
              <a:rPr lang="en-GB" err="1">
                <a:effectLst/>
                <a:latin typeface="Arial" panose="020B0604020202020204" pitchFamily="34" charset="0"/>
              </a:rPr>
              <a:t>quatur</a:t>
            </a:r>
            <a:r>
              <a:rPr lang="en-GB">
                <a:effectLst/>
                <a:latin typeface="Arial" panose="020B0604020202020204" pitchFamily="34" charset="0"/>
              </a:rPr>
              <a:t>, </a:t>
            </a:r>
            <a:r>
              <a:rPr lang="en-GB" err="1">
                <a:effectLst/>
                <a:latin typeface="Arial" panose="020B0604020202020204" pitchFamily="34" charset="0"/>
              </a:rPr>
              <a:t>sintem</a:t>
            </a:r>
            <a:r>
              <a:rPr lang="en-GB">
                <a:effectLst/>
                <a:latin typeface="Arial" panose="020B0604020202020204" pitchFamily="34" charset="0"/>
              </a:rPr>
              <a:t> quate.</a:t>
            </a:r>
          </a:p>
        </p:txBody>
      </p:sp>
      <p:sp>
        <p:nvSpPr>
          <p:cNvPr id="18" name="Text Placeholder 7">
            <a:extLst>
              <a:ext uri="{FF2B5EF4-FFF2-40B4-BE49-F238E27FC236}">
                <a16:creationId xmlns:a16="http://schemas.microsoft.com/office/drawing/2014/main" id="{58A99B4A-9FB9-9047-A2DE-8C0C8AA0A84D}"/>
              </a:ext>
            </a:extLst>
          </p:cNvPr>
          <p:cNvSpPr>
            <a:spLocks noGrp="1"/>
          </p:cNvSpPr>
          <p:nvPr>
            <p:ph type="body" sz="quarter" idx="28" hasCustomPrompt="1"/>
          </p:nvPr>
        </p:nvSpPr>
        <p:spPr>
          <a:xfrm>
            <a:off x="7313890" y="4525100"/>
            <a:ext cx="3660219" cy="261471"/>
          </a:xfrm>
          <a:prstGeom prst="rect">
            <a:avLst/>
          </a:prstGeom>
        </p:spPr>
        <p:txBody>
          <a:bodyPr lIns="0" tIns="0" rIns="0" bIns="0" anchor="t"/>
          <a:lstStyle>
            <a:lvl1pPr marL="0" indent="0" algn="l" rtl="0">
              <a:lnSpc>
                <a:spcPct val="100000"/>
              </a:lnSpc>
              <a:spcBef>
                <a:spcPts val="0"/>
              </a:spcBef>
              <a:buNone/>
              <a:defRPr sz="1500">
                <a:solidFill>
                  <a:schemeClr val="accent1"/>
                </a:solidFill>
                <a:latin typeface="Arial" panose="020B0604020202020204" pitchFamily="34" charset="0"/>
                <a:cs typeface="Arial" panose="020B0604020202020204" pitchFamily="34" charset="0"/>
              </a:defRPr>
            </a:lvl1pPr>
          </a:lstStyle>
          <a:p>
            <a:r>
              <a:rPr lang="en-GB" err="1">
                <a:effectLst/>
                <a:latin typeface="Arial" panose="020B0604020202020204" pitchFamily="34" charset="0"/>
              </a:rPr>
              <a:t>Subheader</a:t>
            </a:r>
            <a:r>
              <a:rPr lang="en-GB">
                <a:effectLst/>
                <a:latin typeface="Arial" panose="020B0604020202020204" pitchFamily="34" charset="0"/>
              </a:rPr>
              <a:t> 03</a:t>
            </a:r>
          </a:p>
        </p:txBody>
      </p:sp>
      <p:sp>
        <p:nvSpPr>
          <p:cNvPr id="19" name="Text Placeholder 14">
            <a:extLst>
              <a:ext uri="{FF2B5EF4-FFF2-40B4-BE49-F238E27FC236}">
                <a16:creationId xmlns:a16="http://schemas.microsoft.com/office/drawing/2014/main" id="{9B589CC2-2E5C-084D-99BB-8F5939EBAA8D}"/>
              </a:ext>
            </a:extLst>
          </p:cNvPr>
          <p:cNvSpPr>
            <a:spLocks noGrp="1"/>
          </p:cNvSpPr>
          <p:nvPr>
            <p:ph type="body" sz="quarter" idx="29" hasCustomPrompt="1"/>
          </p:nvPr>
        </p:nvSpPr>
        <p:spPr>
          <a:xfrm>
            <a:off x="7313890" y="4900827"/>
            <a:ext cx="3660219" cy="1057601"/>
          </a:xfrm>
          <a:prstGeom prst="rect">
            <a:avLst/>
          </a:prstGeom>
        </p:spPr>
        <p:txBody>
          <a:bodyPr lIns="0" tIns="0" rIns="0" bIns="0"/>
          <a:lstStyle>
            <a:lvl1pPr marL="126000" indent="-126000" rtl="0">
              <a:lnSpc>
                <a:spcPct val="100000"/>
              </a:lnSpc>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a:effectLst/>
                <a:latin typeface="Arial" panose="020B0604020202020204" pitchFamily="34" charset="0"/>
              </a:rPr>
              <a:t>Busam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luptaqui</a:t>
            </a:r>
            <a:r>
              <a:rPr lang="en-GB">
                <a:effectLst/>
                <a:latin typeface="Arial" panose="020B0604020202020204" pitchFamily="34" charset="0"/>
              </a:rPr>
              <a:t> </a:t>
            </a:r>
            <a:r>
              <a:rPr lang="en-GB" err="1">
                <a:effectLst/>
                <a:latin typeface="Arial" panose="020B0604020202020204" pitchFamily="34" charset="0"/>
              </a:rPr>
              <a:t>ra</a:t>
            </a:r>
            <a:r>
              <a:rPr lang="en-GB">
                <a:effectLst/>
                <a:latin typeface="Arial" panose="020B0604020202020204" pitchFamily="34" charset="0"/>
              </a:rPr>
              <a:t> </a:t>
            </a:r>
            <a:r>
              <a:rPr lang="en-GB" err="1">
                <a:effectLst/>
                <a:latin typeface="Arial" panose="020B0604020202020204" pitchFamily="34" charset="0"/>
              </a:rPr>
              <a:t>sinctus</a:t>
            </a:r>
            <a:r>
              <a:rPr lang="en-GB">
                <a:effectLst/>
                <a:latin typeface="Arial" panose="020B0604020202020204" pitchFamily="34" charset="0"/>
              </a:rPr>
              <a:t> </a:t>
            </a:r>
            <a:r>
              <a:rPr lang="en-GB" err="1">
                <a:effectLst/>
                <a:latin typeface="Arial" panose="020B0604020202020204" pitchFamily="34" charset="0"/>
              </a:rPr>
              <a:t>alignisqui</a:t>
            </a:r>
            <a:r>
              <a:rPr lang="en-GB">
                <a:effectLst/>
                <a:latin typeface="Arial" panose="020B0604020202020204" pitchFamily="34" charset="0"/>
              </a:rPr>
              <a:t>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sintur</a:t>
            </a:r>
            <a:r>
              <a:rPr lang="en-GB">
                <a:effectLst/>
                <a:latin typeface="Arial" panose="020B0604020202020204" pitchFamily="34" charset="0"/>
              </a:rPr>
              <a:t> </a:t>
            </a:r>
            <a:r>
              <a:rPr lang="en-GB" err="1">
                <a:effectLst/>
                <a:latin typeface="Arial" panose="020B0604020202020204" pitchFamily="34" charset="0"/>
              </a:rPr>
              <a:t>minvell</a:t>
            </a:r>
            <a:r>
              <a:rPr lang="en-GB">
                <a:effectLst/>
                <a:latin typeface="Arial" panose="020B0604020202020204" pitchFamily="34" charset="0"/>
              </a:rPr>
              <a:t> </a:t>
            </a:r>
            <a:r>
              <a:rPr lang="en-GB" err="1">
                <a:effectLst/>
                <a:latin typeface="Arial" panose="020B0604020202020204" pitchFamily="34" charset="0"/>
              </a:rPr>
              <a:t>ibusam</a:t>
            </a:r>
            <a:r>
              <a:rPr lang="en-GB">
                <a:effectLst/>
                <a:latin typeface="Arial" panose="020B0604020202020204" pitchFamily="34" charset="0"/>
              </a:rPr>
              <a:t> es di </a:t>
            </a:r>
            <a:r>
              <a:rPr lang="en-GB" err="1">
                <a:effectLst/>
                <a:latin typeface="Arial" panose="020B0604020202020204" pitchFamily="34" charset="0"/>
              </a:rPr>
              <a:t>comnihita</a:t>
            </a:r>
            <a:r>
              <a:rPr lang="en-GB">
                <a:effectLst/>
                <a:latin typeface="Arial" panose="020B0604020202020204" pitchFamily="34" charset="0"/>
              </a:rPr>
              <a:t> </a:t>
            </a:r>
            <a:r>
              <a:rPr lang="en-GB" err="1">
                <a:effectLst/>
                <a:latin typeface="Arial" panose="020B0604020202020204" pitchFamily="34" charset="0"/>
              </a:rPr>
              <a:t>doluptatem</a:t>
            </a:r>
            <a:r>
              <a:rPr lang="en-GB">
                <a:effectLst/>
                <a:latin typeface="Arial" panose="020B0604020202020204" pitchFamily="34" charset="0"/>
              </a:rPr>
              <a:t> con </a:t>
            </a:r>
            <a:r>
              <a:rPr lang="en-GB" err="1">
                <a:effectLst/>
                <a:latin typeface="Arial" panose="020B0604020202020204" pitchFamily="34" charset="0"/>
              </a:rPr>
              <a:t>cus</a:t>
            </a:r>
            <a:r>
              <a:rPr lang="en-GB">
                <a:effectLst/>
                <a:latin typeface="Arial" panose="020B0604020202020204" pitchFamily="34" charset="0"/>
              </a:rPr>
              <a:t> et a </a:t>
            </a:r>
            <a:r>
              <a:rPr lang="en-GB" err="1">
                <a:effectLst/>
                <a:latin typeface="Arial" panose="020B0604020202020204" pitchFamily="34" charset="0"/>
              </a:rPr>
              <a:t>quatem</a:t>
            </a:r>
            <a:r>
              <a:rPr lang="en-GB">
                <a:effectLst/>
                <a:latin typeface="Arial" panose="020B0604020202020204" pitchFamily="34" charset="0"/>
              </a:rPr>
              <a:t> vera </a:t>
            </a:r>
            <a:r>
              <a:rPr lang="en-GB" err="1">
                <a:effectLst/>
                <a:latin typeface="Arial" panose="020B0604020202020204" pitchFamily="34" charset="0"/>
              </a:rPr>
              <a:t>por</a:t>
            </a:r>
            <a:r>
              <a:rPr lang="en-GB">
                <a:effectLst/>
                <a:latin typeface="Arial" panose="020B0604020202020204" pitchFamily="34" charset="0"/>
              </a:rPr>
              <a:t> </a:t>
            </a:r>
            <a:r>
              <a:rPr lang="en-GB" err="1">
                <a:effectLst/>
                <a:latin typeface="Arial" panose="020B0604020202020204" pitchFamily="34" charset="0"/>
              </a:rPr>
              <a:t>magnis</a:t>
            </a:r>
            <a:r>
              <a:rPr lang="en-GB">
                <a:effectLst/>
                <a:latin typeface="Arial" panose="020B0604020202020204" pitchFamily="34" charset="0"/>
              </a:rPr>
              <a:t> </a:t>
            </a:r>
            <a:r>
              <a:rPr lang="en-GB" err="1">
                <a:effectLst/>
                <a:latin typeface="Arial" panose="020B0604020202020204" pitchFamily="34" charset="0"/>
              </a:rPr>
              <a:t>numquam</a:t>
            </a:r>
            <a:r>
              <a:rPr lang="en-GB">
                <a:effectLst/>
                <a:latin typeface="Arial" panose="020B0604020202020204" pitchFamily="34" charset="0"/>
              </a:rPr>
              <a:t> </a:t>
            </a:r>
            <a:r>
              <a:rPr lang="en-GB" err="1">
                <a:effectLst/>
                <a:latin typeface="Arial" panose="020B0604020202020204" pitchFamily="34" charset="0"/>
              </a:rPr>
              <a:t>si</a:t>
            </a:r>
            <a:r>
              <a:rPr lang="en-GB">
                <a:effectLst/>
                <a:latin typeface="Arial" panose="020B0604020202020204" pitchFamily="34" charset="0"/>
              </a:rPr>
              <a:t> </a:t>
            </a:r>
            <a:r>
              <a:rPr lang="en-GB" err="1">
                <a:effectLst/>
                <a:latin typeface="Arial" panose="020B0604020202020204" pitchFamily="34" charset="0"/>
              </a:rPr>
              <a:t>doluptiusant</a:t>
            </a:r>
            <a:r>
              <a:rPr lang="en-GB">
                <a:effectLst/>
                <a:latin typeface="Arial" panose="020B0604020202020204" pitchFamily="34" charset="0"/>
              </a:rPr>
              <a:t> </a:t>
            </a:r>
            <a:r>
              <a:rPr lang="en-GB" err="1">
                <a:effectLst/>
                <a:latin typeface="Arial" panose="020B0604020202020204" pitchFamily="34" charset="0"/>
              </a:rPr>
              <a:t>periaerum</a:t>
            </a:r>
            <a:r>
              <a:rPr lang="en-GB">
                <a:effectLst/>
                <a:latin typeface="Arial" panose="020B0604020202020204" pitchFamily="34" charset="0"/>
              </a:rPr>
              <a:t> </a:t>
            </a:r>
            <a:r>
              <a:rPr lang="en-GB" err="1">
                <a:effectLst/>
                <a:latin typeface="Arial" panose="020B0604020202020204" pitchFamily="34" charset="0"/>
              </a:rPr>
              <a:t>voloreriam</a:t>
            </a:r>
            <a:r>
              <a:rPr lang="en-GB">
                <a:effectLst/>
                <a:latin typeface="Arial" panose="020B0604020202020204" pitchFamily="34" charset="0"/>
              </a:rPr>
              <a:t> ipsum </a:t>
            </a:r>
            <a:r>
              <a:rPr lang="en-GB" err="1">
                <a:effectLst/>
                <a:latin typeface="Arial" panose="020B0604020202020204" pitchFamily="34" charset="0"/>
              </a:rPr>
              <a:t>essi</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volor</a:t>
            </a:r>
            <a:r>
              <a:rPr lang="en-GB">
                <a:effectLst/>
                <a:latin typeface="Arial" panose="020B0604020202020204" pitchFamily="34" charset="0"/>
              </a:rPr>
              <a:t> </a:t>
            </a:r>
            <a:r>
              <a:rPr lang="en-GB" err="1">
                <a:effectLst/>
                <a:latin typeface="Arial" panose="020B0604020202020204" pitchFamily="34" charset="0"/>
              </a:rPr>
              <a:t>sa</a:t>
            </a:r>
            <a:endParaRPr lang="en-GB">
              <a:effectLst/>
              <a:latin typeface="Arial" panose="020B0604020202020204" pitchFamily="34" charset="0"/>
            </a:endParaRPr>
          </a:p>
          <a:p>
            <a:r>
              <a:rPr lang="en-GB" err="1">
                <a:effectLst/>
                <a:latin typeface="Arial" panose="020B0604020202020204" pitchFamily="34" charset="0"/>
              </a:rPr>
              <a:t>Dolecullabo</a:t>
            </a:r>
            <a:r>
              <a:rPr lang="en-GB">
                <a:effectLst/>
                <a:latin typeface="Arial" panose="020B0604020202020204" pitchFamily="34" charset="0"/>
              </a:rPr>
              <a:t>. Ut </a:t>
            </a:r>
            <a:r>
              <a:rPr lang="en-GB" err="1">
                <a:effectLst/>
                <a:latin typeface="Arial" panose="020B0604020202020204" pitchFamily="34" charset="0"/>
              </a:rPr>
              <a:t>andamet</a:t>
            </a:r>
            <a:r>
              <a:rPr lang="en-GB">
                <a:effectLst/>
                <a:latin typeface="Arial" panose="020B0604020202020204" pitchFamily="34" charset="0"/>
              </a:rPr>
              <a:t> </a:t>
            </a:r>
            <a:r>
              <a:rPr lang="en-GB" err="1">
                <a:effectLst/>
                <a:latin typeface="Arial" panose="020B0604020202020204" pitchFamily="34" charset="0"/>
              </a:rPr>
              <a:t>alibus</a:t>
            </a:r>
            <a:r>
              <a:rPr lang="en-GB">
                <a:effectLst/>
                <a:latin typeface="Arial" panose="020B0604020202020204" pitchFamily="34" charset="0"/>
              </a:rPr>
              <a:t>, sae </a:t>
            </a:r>
            <a:r>
              <a:rPr lang="en-GB" err="1">
                <a:effectLst/>
                <a:latin typeface="Arial" panose="020B0604020202020204" pitchFamily="34" charset="0"/>
              </a:rPr>
              <a:t>dem</a:t>
            </a:r>
            <a:r>
              <a:rPr lang="en-GB">
                <a:effectLst/>
                <a:latin typeface="Arial" panose="020B0604020202020204" pitchFamily="34" charset="0"/>
              </a:rPr>
              <a:t> </a:t>
            </a:r>
            <a:r>
              <a:rPr lang="en-GB" err="1">
                <a:effectLst/>
                <a:latin typeface="Arial" panose="020B0604020202020204" pitchFamily="34" charset="0"/>
              </a:rPr>
              <a:t>facearu</a:t>
            </a:r>
            <a:r>
              <a:rPr lang="en-GB">
                <a:effectLst/>
                <a:latin typeface="Arial" panose="020B0604020202020204" pitchFamily="34" charset="0"/>
              </a:rPr>
              <a:t> </a:t>
            </a:r>
            <a:r>
              <a:rPr lang="en-GB" err="1">
                <a:effectLst/>
                <a:latin typeface="Arial" panose="020B0604020202020204" pitchFamily="34" charset="0"/>
              </a:rPr>
              <a:t>mquodit</a:t>
            </a:r>
            <a:r>
              <a:rPr lang="en-GB">
                <a:effectLst/>
                <a:latin typeface="Arial" panose="020B0604020202020204" pitchFamily="34" charset="0"/>
              </a:rPr>
              <a:t>, in </a:t>
            </a:r>
            <a:r>
              <a:rPr lang="en-GB" err="1">
                <a:effectLst/>
                <a:latin typeface="Arial" panose="020B0604020202020204" pitchFamily="34" charset="0"/>
              </a:rPr>
              <a:t>everro</a:t>
            </a:r>
            <a:r>
              <a:rPr lang="en-GB">
                <a:effectLst/>
                <a:latin typeface="Arial" panose="020B0604020202020204" pitchFamily="34" charset="0"/>
              </a:rPr>
              <a:t> </a:t>
            </a:r>
            <a:r>
              <a:rPr lang="en-GB" err="1">
                <a:effectLst/>
                <a:latin typeface="Arial" panose="020B0604020202020204" pitchFamily="34" charset="0"/>
              </a:rPr>
              <a:t>eos</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et </a:t>
            </a:r>
            <a:r>
              <a:rPr lang="en-GB" err="1">
                <a:effectLst/>
                <a:latin typeface="Arial" panose="020B0604020202020204" pitchFamily="34" charset="0"/>
              </a:rPr>
              <a:t>quaectem</a:t>
            </a:r>
            <a:r>
              <a:rPr lang="en-GB">
                <a:effectLst/>
                <a:latin typeface="Arial" panose="020B0604020202020204" pitchFamily="34" charset="0"/>
              </a:rPr>
              <a:t> </a:t>
            </a:r>
            <a:r>
              <a:rPr lang="en-GB" err="1">
                <a:effectLst/>
                <a:latin typeface="Arial" panose="020B0604020202020204" pitchFamily="34" charset="0"/>
              </a:rPr>
              <a:t>susciis</a:t>
            </a:r>
            <a:r>
              <a:rPr lang="en-GB">
                <a:effectLst/>
                <a:latin typeface="Arial" panose="020B0604020202020204" pitchFamily="34" charset="0"/>
              </a:rPr>
              <a:t> est, </a:t>
            </a:r>
            <a:r>
              <a:rPr lang="en-GB" err="1">
                <a:effectLst/>
                <a:latin typeface="Arial" panose="020B0604020202020204" pitchFamily="34" charset="0"/>
              </a:rPr>
              <a:t>quatur</a:t>
            </a:r>
            <a:r>
              <a:rPr lang="en-GB">
                <a:effectLst/>
                <a:latin typeface="Arial" panose="020B0604020202020204" pitchFamily="34" charset="0"/>
              </a:rPr>
              <a:t>, </a:t>
            </a:r>
            <a:r>
              <a:rPr lang="en-GB" err="1">
                <a:effectLst/>
                <a:latin typeface="Arial" panose="020B0604020202020204" pitchFamily="34" charset="0"/>
              </a:rPr>
              <a:t>sintem</a:t>
            </a:r>
            <a:r>
              <a:rPr lang="en-GB">
                <a:effectLst/>
                <a:latin typeface="Arial" panose="020B0604020202020204" pitchFamily="34" charset="0"/>
              </a:rPr>
              <a:t> quate.</a:t>
            </a:r>
          </a:p>
        </p:txBody>
      </p:sp>
      <p:sp>
        <p:nvSpPr>
          <p:cNvPr id="21" name="Text Placeholder 8">
            <a:extLst>
              <a:ext uri="{FF2B5EF4-FFF2-40B4-BE49-F238E27FC236}">
                <a16:creationId xmlns:a16="http://schemas.microsoft.com/office/drawing/2014/main" id="{1DD73C96-1351-8C42-B6DC-14227921EB3A}"/>
              </a:ext>
            </a:extLst>
          </p:cNvPr>
          <p:cNvSpPr>
            <a:spLocks noGrp="1"/>
          </p:cNvSpPr>
          <p:nvPr>
            <p:ph type="body" sz="quarter" idx="15" hasCustomPrompt="1"/>
          </p:nvPr>
        </p:nvSpPr>
        <p:spPr>
          <a:xfrm rot="5400000">
            <a:off x="234700" y="4702100"/>
            <a:ext cx="1226255" cy="188889"/>
          </a:xfrm>
          <a:prstGeom prst="rect">
            <a:avLst/>
          </a:prstGeom>
        </p:spPr>
        <p:txBody>
          <a:bodyPr/>
          <a:lstStyle>
            <a:lvl1pPr algn="r" rtl="0">
              <a:lnSpc>
                <a:spcPct val="100000"/>
              </a:lnSpc>
              <a:buNone/>
              <a:defRPr sz="700">
                <a:solidFill>
                  <a:schemeClr val="bg1">
                    <a:alpha val="50000"/>
                  </a:schemeClr>
                </a:solidFill>
              </a:defRPr>
            </a:lvl1pPr>
            <a:lvl2pPr>
              <a:buNone/>
              <a:defRPr sz="500">
                <a:solidFill>
                  <a:schemeClr val="tx1">
                    <a:alpha val="50000"/>
                  </a:schemeClr>
                </a:solidFill>
              </a:defRPr>
            </a:lvl2pPr>
            <a:lvl3pPr>
              <a:buNone/>
              <a:defRPr sz="500">
                <a:solidFill>
                  <a:schemeClr val="tx1">
                    <a:alpha val="50000"/>
                  </a:schemeClr>
                </a:solidFill>
              </a:defRPr>
            </a:lvl3pPr>
            <a:lvl4pPr>
              <a:buNone/>
              <a:defRPr sz="500">
                <a:solidFill>
                  <a:schemeClr val="tx1">
                    <a:alpha val="50000"/>
                  </a:schemeClr>
                </a:solidFill>
              </a:defRPr>
            </a:lvl4pPr>
            <a:lvl5pPr>
              <a:buNone/>
              <a:defRPr sz="500">
                <a:solidFill>
                  <a:schemeClr val="tx1">
                    <a:alpha val="50000"/>
                  </a:schemeClr>
                </a:solidFill>
              </a:defRPr>
            </a:lvl5pPr>
          </a:lstStyle>
          <a:p>
            <a:pPr lvl="0"/>
            <a:r>
              <a:rPr lang="en-GB"/>
              <a:t>Hotel brand name goes here</a:t>
            </a:r>
          </a:p>
        </p:txBody>
      </p:sp>
    </p:spTree>
    <p:extLst>
      <p:ext uri="{BB962C8B-B14F-4D97-AF65-F5344CB8AC3E}">
        <p14:creationId xmlns:p14="http://schemas.microsoft.com/office/powerpoint/2010/main" val="1486326270"/>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511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18" Type="http://schemas.openxmlformats.org/officeDocument/2006/relationships/slideLayout" Target="../slideLayouts/slideLayout28.xml"/><Relationship Id="rId26" Type="http://schemas.openxmlformats.org/officeDocument/2006/relationships/slideLayout" Target="../slideLayouts/slideLayout36.xml"/><Relationship Id="rId3" Type="http://schemas.openxmlformats.org/officeDocument/2006/relationships/slideLayout" Target="../slideLayouts/slideLayout13.xml"/><Relationship Id="rId21" Type="http://schemas.openxmlformats.org/officeDocument/2006/relationships/slideLayout" Target="../slideLayouts/slideLayout31.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slideLayout" Target="../slideLayouts/slideLayout27.xml"/><Relationship Id="rId25" Type="http://schemas.openxmlformats.org/officeDocument/2006/relationships/slideLayout" Target="../slideLayouts/slideLayout35.xml"/><Relationship Id="rId2" Type="http://schemas.openxmlformats.org/officeDocument/2006/relationships/slideLayout" Target="../slideLayouts/slideLayout12.xml"/><Relationship Id="rId16" Type="http://schemas.openxmlformats.org/officeDocument/2006/relationships/slideLayout" Target="../slideLayouts/slideLayout26.xml"/><Relationship Id="rId20" Type="http://schemas.openxmlformats.org/officeDocument/2006/relationships/slideLayout" Target="../slideLayouts/slideLayout30.xml"/><Relationship Id="rId29" Type="http://schemas.openxmlformats.org/officeDocument/2006/relationships/tags" Target="../tags/tag3.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24" Type="http://schemas.openxmlformats.org/officeDocument/2006/relationships/slideLayout" Target="../slideLayouts/slideLayout34.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23" Type="http://schemas.openxmlformats.org/officeDocument/2006/relationships/slideLayout" Target="../slideLayouts/slideLayout33.xml"/><Relationship Id="rId28" Type="http://schemas.openxmlformats.org/officeDocument/2006/relationships/theme" Target="../theme/theme2.xml"/><Relationship Id="rId10" Type="http://schemas.openxmlformats.org/officeDocument/2006/relationships/slideLayout" Target="../slideLayouts/slideLayout20.xml"/><Relationship Id="rId19" Type="http://schemas.openxmlformats.org/officeDocument/2006/relationships/slideLayout" Target="../slideLayouts/slideLayout29.xml"/><Relationship Id="rId31" Type="http://schemas.openxmlformats.org/officeDocument/2006/relationships/image" Target="../media/image1.emf"/><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 Id="rId22" Type="http://schemas.openxmlformats.org/officeDocument/2006/relationships/slideLayout" Target="../slideLayouts/slideLayout32.xml"/><Relationship Id="rId27" Type="http://schemas.openxmlformats.org/officeDocument/2006/relationships/slideLayout" Target="../slideLayouts/slideLayout37.xml"/><Relationship Id="rId30" Type="http://schemas.openxmlformats.org/officeDocument/2006/relationships/oleObject" Target="../embeddings/oleObject2.bin"/></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ags" Target="../tags/tag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3.xml"/><Relationship Id="rId2" Type="http://schemas.openxmlformats.org/officeDocument/2006/relationships/slideLayout" Target="../slideLayouts/slideLayout39.xml"/><Relationship Id="rId16" Type="http://schemas.openxmlformats.org/officeDocument/2006/relationships/image" Target="../media/image12.png"/><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image" Target="../media/image11.emf"/><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oleObject" Target="../embeddings/oleObject3.bin"/></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61.xml"/><Relationship Id="rId18" Type="http://schemas.openxmlformats.org/officeDocument/2006/relationships/slideLayout" Target="../slideLayouts/slideLayout66.xml"/><Relationship Id="rId26" Type="http://schemas.openxmlformats.org/officeDocument/2006/relationships/slideLayout" Target="../slideLayouts/slideLayout74.xml"/><Relationship Id="rId39" Type="http://schemas.openxmlformats.org/officeDocument/2006/relationships/slideLayout" Target="../slideLayouts/slideLayout87.xml"/><Relationship Id="rId21" Type="http://schemas.openxmlformats.org/officeDocument/2006/relationships/slideLayout" Target="../slideLayouts/slideLayout69.xml"/><Relationship Id="rId34" Type="http://schemas.openxmlformats.org/officeDocument/2006/relationships/slideLayout" Target="../slideLayouts/slideLayout82.xml"/><Relationship Id="rId42" Type="http://schemas.openxmlformats.org/officeDocument/2006/relationships/slideLayout" Target="../slideLayouts/slideLayout90.xml"/><Relationship Id="rId47" Type="http://schemas.openxmlformats.org/officeDocument/2006/relationships/image" Target="../media/image11.emf"/><Relationship Id="rId7" Type="http://schemas.openxmlformats.org/officeDocument/2006/relationships/slideLayout" Target="../slideLayouts/slideLayout5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9" Type="http://schemas.openxmlformats.org/officeDocument/2006/relationships/slideLayout" Target="../slideLayouts/slideLayout77.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24" Type="http://schemas.openxmlformats.org/officeDocument/2006/relationships/slideLayout" Target="../slideLayouts/slideLayout72.xml"/><Relationship Id="rId32" Type="http://schemas.openxmlformats.org/officeDocument/2006/relationships/slideLayout" Target="../slideLayouts/slideLayout80.xml"/><Relationship Id="rId37" Type="http://schemas.openxmlformats.org/officeDocument/2006/relationships/slideLayout" Target="../slideLayouts/slideLayout85.xml"/><Relationship Id="rId40" Type="http://schemas.openxmlformats.org/officeDocument/2006/relationships/slideLayout" Target="../slideLayouts/slideLayout88.xml"/><Relationship Id="rId45" Type="http://schemas.openxmlformats.org/officeDocument/2006/relationships/tags" Target="../tags/tag5.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23" Type="http://schemas.openxmlformats.org/officeDocument/2006/relationships/slideLayout" Target="../slideLayouts/slideLayout71.xml"/><Relationship Id="rId28" Type="http://schemas.openxmlformats.org/officeDocument/2006/relationships/slideLayout" Target="../slideLayouts/slideLayout76.xml"/><Relationship Id="rId36" Type="http://schemas.openxmlformats.org/officeDocument/2006/relationships/slideLayout" Target="../slideLayouts/slideLayout84.xml"/><Relationship Id="rId10" Type="http://schemas.openxmlformats.org/officeDocument/2006/relationships/slideLayout" Target="../slideLayouts/slideLayout58.xml"/><Relationship Id="rId19" Type="http://schemas.openxmlformats.org/officeDocument/2006/relationships/slideLayout" Target="../slideLayouts/slideLayout67.xml"/><Relationship Id="rId31" Type="http://schemas.openxmlformats.org/officeDocument/2006/relationships/slideLayout" Target="../slideLayouts/slideLayout79.xml"/><Relationship Id="rId44" Type="http://schemas.openxmlformats.org/officeDocument/2006/relationships/theme" Target="../theme/theme4.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 Id="rId22" Type="http://schemas.openxmlformats.org/officeDocument/2006/relationships/slideLayout" Target="../slideLayouts/slideLayout70.xml"/><Relationship Id="rId27" Type="http://schemas.openxmlformats.org/officeDocument/2006/relationships/slideLayout" Target="../slideLayouts/slideLayout75.xml"/><Relationship Id="rId30" Type="http://schemas.openxmlformats.org/officeDocument/2006/relationships/slideLayout" Target="../slideLayouts/slideLayout78.xml"/><Relationship Id="rId35" Type="http://schemas.openxmlformats.org/officeDocument/2006/relationships/slideLayout" Target="../slideLayouts/slideLayout83.xml"/><Relationship Id="rId43" Type="http://schemas.openxmlformats.org/officeDocument/2006/relationships/slideLayout" Target="../slideLayouts/slideLayout91.xml"/><Relationship Id="rId48" Type="http://schemas.openxmlformats.org/officeDocument/2006/relationships/image" Target="../media/image12.png"/><Relationship Id="rId8" Type="http://schemas.openxmlformats.org/officeDocument/2006/relationships/slideLayout" Target="../slideLayouts/slideLayout56.xml"/><Relationship Id="rId3" Type="http://schemas.openxmlformats.org/officeDocument/2006/relationships/slideLayout" Target="../slideLayouts/slideLayout51.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5" Type="http://schemas.openxmlformats.org/officeDocument/2006/relationships/slideLayout" Target="../slideLayouts/slideLayout73.xml"/><Relationship Id="rId33" Type="http://schemas.openxmlformats.org/officeDocument/2006/relationships/slideLayout" Target="../slideLayouts/slideLayout81.xml"/><Relationship Id="rId38" Type="http://schemas.openxmlformats.org/officeDocument/2006/relationships/slideLayout" Target="../slideLayouts/slideLayout86.xml"/><Relationship Id="rId46" Type="http://schemas.openxmlformats.org/officeDocument/2006/relationships/oleObject" Target="../embeddings/oleObject4.bin"/><Relationship Id="rId20" Type="http://schemas.openxmlformats.org/officeDocument/2006/relationships/slideLayout" Target="../slideLayouts/slideLayout68.xml"/><Relationship Id="rId41" Type="http://schemas.openxmlformats.org/officeDocument/2006/relationships/slideLayout" Target="../slideLayouts/slideLayout89.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04.xml"/><Relationship Id="rId18" Type="http://schemas.openxmlformats.org/officeDocument/2006/relationships/slideLayout" Target="../slideLayouts/slideLayout109.xml"/><Relationship Id="rId26" Type="http://schemas.openxmlformats.org/officeDocument/2006/relationships/slideLayout" Target="../slideLayouts/slideLayout117.xml"/><Relationship Id="rId39" Type="http://schemas.openxmlformats.org/officeDocument/2006/relationships/image" Target="../media/image15.emf"/><Relationship Id="rId21" Type="http://schemas.openxmlformats.org/officeDocument/2006/relationships/slideLayout" Target="../slideLayouts/slideLayout112.xml"/><Relationship Id="rId34" Type="http://schemas.openxmlformats.org/officeDocument/2006/relationships/slideLayout" Target="../slideLayouts/slideLayout125.xml"/><Relationship Id="rId7" Type="http://schemas.openxmlformats.org/officeDocument/2006/relationships/slideLayout" Target="../slideLayouts/slideLayout98.xml"/><Relationship Id="rId12" Type="http://schemas.openxmlformats.org/officeDocument/2006/relationships/slideLayout" Target="../slideLayouts/slideLayout103.xml"/><Relationship Id="rId17" Type="http://schemas.openxmlformats.org/officeDocument/2006/relationships/slideLayout" Target="../slideLayouts/slideLayout108.xml"/><Relationship Id="rId25" Type="http://schemas.openxmlformats.org/officeDocument/2006/relationships/slideLayout" Target="../slideLayouts/slideLayout116.xml"/><Relationship Id="rId33" Type="http://schemas.openxmlformats.org/officeDocument/2006/relationships/slideLayout" Target="../slideLayouts/slideLayout124.xml"/><Relationship Id="rId38" Type="http://schemas.openxmlformats.org/officeDocument/2006/relationships/oleObject" Target="../embeddings/oleObject5.bin"/><Relationship Id="rId2" Type="http://schemas.openxmlformats.org/officeDocument/2006/relationships/slideLayout" Target="../slideLayouts/slideLayout93.xml"/><Relationship Id="rId16" Type="http://schemas.openxmlformats.org/officeDocument/2006/relationships/slideLayout" Target="../slideLayouts/slideLayout107.xml"/><Relationship Id="rId20" Type="http://schemas.openxmlformats.org/officeDocument/2006/relationships/slideLayout" Target="../slideLayouts/slideLayout111.xml"/><Relationship Id="rId29" Type="http://schemas.openxmlformats.org/officeDocument/2006/relationships/slideLayout" Target="../slideLayouts/slideLayout120.xml"/><Relationship Id="rId1" Type="http://schemas.openxmlformats.org/officeDocument/2006/relationships/slideLayout" Target="../slideLayouts/slideLayout92.xml"/><Relationship Id="rId6" Type="http://schemas.openxmlformats.org/officeDocument/2006/relationships/slideLayout" Target="../slideLayouts/slideLayout97.xml"/><Relationship Id="rId11" Type="http://schemas.openxmlformats.org/officeDocument/2006/relationships/slideLayout" Target="../slideLayouts/slideLayout102.xml"/><Relationship Id="rId24" Type="http://schemas.openxmlformats.org/officeDocument/2006/relationships/slideLayout" Target="../slideLayouts/slideLayout115.xml"/><Relationship Id="rId32" Type="http://schemas.openxmlformats.org/officeDocument/2006/relationships/slideLayout" Target="../slideLayouts/slideLayout123.xml"/><Relationship Id="rId37" Type="http://schemas.openxmlformats.org/officeDocument/2006/relationships/tags" Target="../tags/tag6.xml"/><Relationship Id="rId5" Type="http://schemas.openxmlformats.org/officeDocument/2006/relationships/slideLayout" Target="../slideLayouts/slideLayout96.xml"/><Relationship Id="rId15" Type="http://schemas.openxmlformats.org/officeDocument/2006/relationships/slideLayout" Target="../slideLayouts/slideLayout106.xml"/><Relationship Id="rId23" Type="http://schemas.openxmlformats.org/officeDocument/2006/relationships/slideLayout" Target="../slideLayouts/slideLayout114.xml"/><Relationship Id="rId28" Type="http://schemas.openxmlformats.org/officeDocument/2006/relationships/slideLayout" Target="../slideLayouts/slideLayout119.xml"/><Relationship Id="rId36" Type="http://schemas.openxmlformats.org/officeDocument/2006/relationships/theme" Target="../theme/theme5.xml"/><Relationship Id="rId10" Type="http://schemas.openxmlformats.org/officeDocument/2006/relationships/slideLayout" Target="../slideLayouts/slideLayout101.xml"/><Relationship Id="rId19" Type="http://schemas.openxmlformats.org/officeDocument/2006/relationships/slideLayout" Target="../slideLayouts/slideLayout110.xml"/><Relationship Id="rId31" Type="http://schemas.openxmlformats.org/officeDocument/2006/relationships/slideLayout" Target="../slideLayouts/slideLayout122.xml"/><Relationship Id="rId4" Type="http://schemas.openxmlformats.org/officeDocument/2006/relationships/slideLayout" Target="../slideLayouts/slideLayout95.xml"/><Relationship Id="rId9" Type="http://schemas.openxmlformats.org/officeDocument/2006/relationships/slideLayout" Target="../slideLayouts/slideLayout100.xml"/><Relationship Id="rId14" Type="http://schemas.openxmlformats.org/officeDocument/2006/relationships/slideLayout" Target="../slideLayouts/slideLayout105.xml"/><Relationship Id="rId22" Type="http://schemas.openxmlformats.org/officeDocument/2006/relationships/slideLayout" Target="../slideLayouts/slideLayout113.xml"/><Relationship Id="rId27" Type="http://schemas.openxmlformats.org/officeDocument/2006/relationships/slideLayout" Target="../slideLayouts/slideLayout118.xml"/><Relationship Id="rId30" Type="http://schemas.openxmlformats.org/officeDocument/2006/relationships/slideLayout" Target="../slideLayouts/slideLayout121.xml"/><Relationship Id="rId35" Type="http://schemas.openxmlformats.org/officeDocument/2006/relationships/slideLayout" Target="../slideLayouts/slideLayout126.xml"/><Relationship Id="rId8" Type="http://schemas.openxmlformats.org/officeDocument/2006/relationships/slideLayout" Target="../slideLayouts/slideLayout99.xml"/><Relationship Id="rId3" Type="http://schemas.openxmlformats.org/officeDocument/2006/relationships/slideLayout" Target="../slideLayouts/slideLayout9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34.xml"/><Relationship Id="rId13" Type="http://schemas.openxmlformats.org/officeDocument/2006/relationships/slideLayout" Target="../slideLayouts/slideLayout139.xml"/><Relationship Id="rId18" Type="http://schemas.openxmlformats.org/officeDocument/2006/relationships/image" Target="../media/image11.emf"/><Relationship Id="rId3" Type="http://schemas.openxmlformats.org/officeDocument/2006/relationships/slideLayout" Target="../slideLayouts/slideLayout129.xml"/><Relationship Id="rId7" Type="http://schemas.openxmlformats.org/officeDocument/2006/relationships/slideLayout" Target="../slideLayouts/slideLayout133.xml"/><Relationship Id="rId12" Type="http://schemas.openxmlformats.org/officeDocument/2006/relationships/slideLayout" Target="../slideLayouts/slideLayout138.xml"/><Relationship Id="rId17" Type="http://schemas.openxmlformats.org/officeDocument/2006/relationships/oleObject" Target="../embeddings/oleObject9.bin"/><Relationship Id="rId2" Type="http://schemas.openxmlformats.org/officeDocument/2006/relationships/slideLayout" Target="../slideLayouts/slideLayout128.xml"/><Relationship Id="rId16" Type="http://schemas.openxmlformats.org/officeDocument/2006/relationships/tags" Target="../tags/tag10.xml"/><Relationship Id="rId1" Type="http://schemas.openxmlformats.org/officeDocument/2006/relationships/slideLayout" Target="../slideLayouts/slideLayout127.xml"/><Relationship Id="rId6" Type="http://schemas.openxmlformats.org/officeDocument/2006/relationships/slideLayout" Target="../slideLayouts/slideLayout132.xml"/><Relationship Id="rId11" Type="http://schemas.openxmlformats.org/officeDocument/2006/relationships/slideLayout" Target="../slideLayouts/slideLayout137.xml"/><Relationship Id="rId5" Type="http://schemas.openxmlformats.org/officeDocument/2006/relationships/slideLayout" Target="../slideLayouts/slideLayout131.xml"/><Relationship Id="rId15" Type="http://schemas.openxmlformats.org/officeDocument/2006/relationships/theme" Target="../theme/theme6.xml"/><Relationship Id="rId10" Type="http://schemas.openxmlformats.org/officeDocument/2006/relationships/slideLayout" Target="../slideLayouts/slideLayout136.xml"/><Relationship Id="rId19" Type="http://schemas.openxmlformats.org/officeDocument/2006/relationships/image" Target="../media/image12.png"/><Relationship Id="rId4" Type="http://schemas.openxmlformats.org/officeDocument/2006/relationships/slideLayout" Target="../slideLayouts/slideLayout130.xml"/><Relationship Id="rId9" Type="http://schemas.openxmlformats.org/officeDocument/2006/relationships/slideLayout" Target="../slideLayouts/slideLayout135.xml"/><Relationship Id="rId14" Type="http://schemas.openxmlformats.org/officeDocument/2006/relationships/slideLayout" Target="../slideLayouts/slideLayout1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1CCFAC5-F487-14B3-B503-13603917C586}"/>
              </a:ext>
            </a:extLst>
          </p:cNvPr>
          <p:cNvGraphicFramePr>
            <a:graphicFrameLocks/>
          </p:cNvGraphicFramePr>
          <p:nvPr userDrawn="1">
            <p:custDataLst>
              <p:tags r:id="rId12"/>
            </p:custDataLst>
            <p:extLst>
              <p:ext uri="{D42A27DB-BD31-4B8C-83A1-F6EECF244321}">
                <p14:modId xmlns:p14="http://schemas.microsoft.com/office/powerpoint/2010/main" val="7705850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405" imgH="405" progId="TCLayout.ActiveDocument.1">
                  <p:embed/>
                </p:oleObj>
              </mc:Choice>
              <mc:Fallback>
                <p:oleObj name="thinkcell Slide" r:id="rId13" imgW="405" imgH="405" progId="TCLayout.ActiveDocument.1">
                  <p:embed/>
                  <p:pic>
                    <p:nvPicPr>
                      <p:cNvPr id="4" name="think-cell data - do not delete" hidden="1">
                        <a:extLst>
                          <a:ext uri="{FF2B5EF4-FFF2-40B4-BE49-F238E27FC236}">
                            <a16:creationId xmlns:a16="http://schemas.microsoft.com/office/drawing/2014/main" id="{81CCFAC5-F487-14B3-B503-13603917C586}"/>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3" name="Text Placeholder 2"/>
          <p:cNvSpPr>
            <a:spLocks noGrp="1"/>
          </p:cNvSpPr>
          <p:nvPr>
            <p:ph type="body" idx="1"/>
          </p:nvPr>
        </p:nvSpPr>
        <p:spPr>
          <a:xfrm>
            <a:off x="515938" y="2349500"/>
            <a:ext cx="11160124" cy="3844836"/>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Placeholder 1"/>
          <p:cNvSpPr>
            <a:spLocks noGrp="1"/>
          </p:cNvSpPr>
          <p:nvPr>
            <p:ph type="title"/>
          </p:nvPr>
        </p:nvSpPr>
        <p:spPr>
          <a:xfrm>
            <a:off x="515937" y="1299410"/>
            <a:ext cx="11160125" cy="834189"/>
          </a:xfrm>
          <a:prstGeom prst="rect">
            <a:avLst/>
          </a:prstGeom>
        </p:spPr>
        <p:txBody>
          <a:bodyPr vert="horz" lIns="0" tIns="0" rIns="0" bIns="0" rtlCol="0" anchor="t">
            <a:noAutofit/>
          </a:bodyPr>
          <a:lstStyle/>
          <a:p>
            <a:r>
              <a:rPr lang="en-GB"/>
              <a:t>Click to edit Master title style</a:t>
            </a:r>
            <a:endParaRPr lang="en-US"/>
          </a:p>
        </p:txBody>
      </p:sp>
      <p:sp>
        <p:nvSpPr>
          <p:cNvPr id="5" name="Footer Placeholder 4"/>
          <p:cNvSpPr>
            <a:spLocks noGrp="1"/>
          </p:cNvSpPr>
          <p:nvPr>
            <p:ph type="ftr" sz="quarter" idx="3"/>
          </p:nvPr>
        </p:nvSpPr>
        <p:spPr>
          <a:xfrm>
            <a:off x="541655" y="6397792"/>
            <a:ext cx="5554345" cy="432000"/>
          </a:xfrm>
          <a:prstGeom prst="rect">
            <a:avLst/>
          </a:prstGeom>
        </p:spPr>
        <p:txBody>
          <a:bodyPr vert="horz" lIns="0" tIns="0" rIns="0" bIns="0" rtlCol="0" anchor="ctr">
            <a:noAutofit/>
          </a:bodyPr>
          <a:lstStyle>
            <a:lvl1pPr algn="l">
              <a:defRPr sz="900" b="0" i="0" cap="all" spc="50" baseline="0">
                <a:solidFill>
                  <a:schemeClr val="tx1"/>
                </a:solidFill>
                <a:latin typeface="+mn-lt"/>
              </a:defRPr>
            </a:lvl1pPr>
          </a:lstStyle>
          <a:p>
            <a:r>
              <a:rPr lang="en-US"/>
              <a:t>Document title</a:t>
            </a:r>
          </a:p>
        </p:txBody>
      </p:sp>
      <p:sp>
        <p:nvSpPr>
          <p:cNvPr id="6" name="Slide Number Placeholder 5"/>
          <p:cNvSpPr>
            <a:spLocks noGrp="1"/>
          </p:cNvSpPr>
          <p:nvPr>
            <p:ph type="sldNum" sz="quarter" idx="4"/>
          </p:nvPr>
        </p:nvSpPr>
        <p:spPr>
          <a:xfrm>
            <a:off x="-1" y="6397792"/>
            <a:ext cx="515937" cy="432000"/>
          </a:xfrm>
          <a:prstGeom prst="rect">
            <a:avLst/>
          </a:prstGeom>
        </p:spPr>
        <p:txBody>
          <a:bodyPr vert="horz" lIns="0" tIns="0" rIns="0" bIns="0" rtlCol="0" anchor="ctr">
            <a:noAutofit/>
          </a:bodyPr>
          <a:lstStyle>
            <a:lvl1pPr algn="ctr">
              <a:defRPr sz="900" b="0" i="0">
                <a:solidFill>
                  <a:schemeClr val="tx1"/>
                </a:solidFill>
                <a:latin typeface="+mn-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75368859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Lst>
  <p:hf hdr="0" dt="0"/>
  <p:txStyles>
    <p:titleStyle>
      <a:lvl1pPr algn="l" defTabSz="914400" rtl="0" eaLnBrk="1" latinLnBrk="0" hangingPunct="1">
        <a:lnSpc>
          <a:spcPct val="90000"/>
        </a:lnSpc>
        <a:spcBef>
          <a:spcPct val="0"/>
        </a:spcBef>
        <a:buNone/>
        <a:defRPr sz="4000" b="0" i="0" kern="1200">
          <a:solidFill>
            <a:schemeClr val="tx1"/>
          </a:solidFill>
          <a:latin typeface="Arial" panose="020B0604020202020204" pitchFamily="34" charset="0"/>
          <a:ea typeface="+mj-ea"/>
          <a:cs typeface="Arial" panose="020B0604020202020204" pitchFamily="34" charset="0"/>
        </a:defRPr>
      </a:lvl1pPr>
    </p:titleStyle>
    <p:body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57">
          <p15:clr>
            <a:srgbClr val="F26B43"/>
          </p15:clr>
        </p15:guide>
        <p15:guide id="2" pos="3840">
          <p15:clr>
            <a:srgbClr val="F26B43"/>
          </p15:clr>
        </p15:guide>
        <p15:guide id="3" pos="325">
          <p15:clr>
            <a:srgbClr val="F26B43"/>
          </p15:clr>
        </p15:guide>
        <p15:guide id="4" pos="7355">
          <p15:clr>
            <a:srgbClr val="F26B43"/>
          </p15:clr>
        </p15:guide>
        <p15:guide id="5" orient="horz" pos="300">
          <p15:clr>
            <a:srgbClr val="F26B43"/>
          </p15:clr>
        </p15:guide>
        <p15:guide id="6" orient="horz" pos="4020">
          <p15:clr>
            <a:srgbClr val="F26B43"/>
          </p15:clr>
        </p15:guide>
        <p15:guide id="7" orient="horz" pos="799">
          <p15:clr>
            <a:srgbClr val="F26B43"/>
          </p15:clr>
        </p15:guide>
        <p15:guide id="9" orient="horz" pos="3748">
          <p15:clr>
            <a:srgbClr val="F26B43"/>
          </p15:clr>
        </p15:guide>
        <p15:guide id="10" pos="2071">
          <p15:clr>
            <a:srgbClr val="F26B43"/>
          </p15:clr>
        </p15:guide>
        <p15:guide id="11" pos="5632">
          <p15:clr>
            <a:srgbClr val="F26B43"/>
          </p15:clr>
        </p15:guide>
        <p15:guide id="12"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404638DF-B7A1-6C62-8DFE-0077D67984F8}"/>
              </a:ext>
            </a:extLst>
          </p:cNvPr>
          <p:cNvGraphicFramePr>
            <a:graphicFrameLocks/>
          </p:cNvGraphicFramePr>
          <p:nvPr userDrawn="1">
            <p:custDataLst>
              <p:tags r:id="rId29"/>
            </p:custDataLst>
            <p:extLst>
              <p:ext uri="{D42A27DB-BD31-4B8C-83A1-F6EECF244321}">
                <p14:modId xmlns:p14="http://schemas.microsoft.com/office/powerpoint/2010/main" val="4193261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0" imgW="405" imgH="405" progId="TCLayout.ActiveDocument.1">
                  <p:embed/>
                </p:oleObj>
              </mc:Choice>
              <mc:Fallback>
                <p:oleObj name="thinkcell Slide" r:id="rId30" imgW="405" imgH="405" progId="TCLayout.ActiveDocument.1">
                  <p:embed/>
                  <p:pic>
                    <p:nvPicPr>
                      <p:cNvPr id="4" name="think-cell data - do not delete" hidden="1">
                        <a:extLst>
                          <a:ext uri="{FF2B5EF4-FFF2-40B4-BE49-F238E27FC236}">
                            <a16:creationId xmlns:a16="http://schemas.microsoft.com/office/drawing/2014/main" id="{404638DF-B7A1-6C62-8DFE-0077D67984F8}"/>
                          </a:ext>
                        </a:extLst>
                      </p:cNvPr>
                      <p:cNvPicPr/>
                      <p:nvPr/>
                    </p:nvPicPr>
                    <p:blipFill>
                      <a:blip r:embed="rId31"/>
                      <a:stretch>
                        <a:fillRect/>
                      </a:stretch>
                    </p:blipFill>
                    <p:spPr>
                      <a:xfrm>
                        <a:off x="1588" y="1588"/>
                        <a:ext cx="1588" cy="1588"/>
                      </a:xfrm>
                      <a:prstGeom prst="rect">
                        <a:avLst/>
                      </a:prstGeom>
                    </p:spPr>
                  </p:pic>
                </p:oleObj>
              </mc:Fallback>
            </mc:AlternateContent>
          </a:graphicData>
        </a:graphic>
      </p:graphicFrame>
      <p:sp>
        <p:nvSpPr>
          <p:cNvPr id="3" name="Text Placeholder 2"/>
          <p:cNvSpPr>
            <a:spLocks noGrp="1"/>
          </p:cNvSpPr>
          <p:nvPr>
            <p:ph type="body" idx="1"/>
          </p:nvPr>
        </p:nvSpPr>
        <p:spPr>
          <a:xfrm>
            <a:off x="515938" y="2349500"/>
            <a:ext cx="11160124" cy="3844836"/>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Placeholder 1"/>
          <p:cNvSpPr>
            <a:spLocks noGrp="1"/>
          </p:cNvSpPr>
          <p:nvPr>
            <p:ph type="title"/>
          </p:nvPr>
        </p:nvSpPr>
        <p:spPr>
          <a:xfrm>
            <a:off x="515937" y="1299410"/>
            <a:ext cx="11160125" cy="834189"/>
          </a:xfrm>
          <a:prstGeom prst="rect">
            <a:avLst/>
          </a:prstGeom>
        </p:spPr>
        <p:txBody>
          <a:bodyPr vert="horz" lIns="0" tIns="0" rIns="0" bIns="0" rtlCol="0" anchor="t">
            <a:noAutofit/>
          </a:bodyPr>
          <a:lstStyle/>
          <a:p>
            <a:r>
              <a:rPr lang="en-GB"/>
              <a:t>Click to edit Master title style</a:t>
            </a:r>
            <a:endParaRPr lang="en-US"/>
          </a:p>
        </p:txBody>
      </p:sp>
      <p:sp>
        <p:nvSpPr>
          <p:cNvPr id="6" name="Slide Number Placeholder 5"/>
          <p:cNvSpPr>
            <a:spLocks noGrp="1"/>
          </p:cNvSpPr>
          <p:nvPr>
            <p:ph type="sldNum" sz="quarter" idx="4"/>
          </p:nvPr>
        </p:nvSpPr>
        <p:spPr>
          <a:xfrm>
            <a:off x="-1" y="6397792"/>
            <a:ext cx="515937" cy="432000"/>
          </a:xfrm>
          <a:prstGeom prst="rect">
            <a:avLst/>
          </a:prstGeom>
        </p:spPr>
        <p:txBody>
          <a:bodyPr vert="horz" lIns="0" tIns="0" rIns="0" bIns="0" rtlCol="0" anchor="ctr">
            <a:noAutofit/>
          </a:bodyPr>
          <a:lstStyle>
            <a:lvl1pPr algn="ctr">
              <a:defRPr sz="900" b="0" i="0">
                <a:solidFill>
                  <a:schemeClr val="tx1"/>
                </a:solidFill>
                <a:latin typeface="+mn-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196021551"/>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3" r:id="rId17"/>
    <p:sldLayoutId id="2147483714" r:id="rId18"/>
    <p:sldLayoutId id="2147483715" r:id="rId19"/>
    <p:sldLayoutId id="2147483716" r:id="rId20"/>
    <p:sldLayoutId id="2147483717" r:id="rId21"/>
    <p:sldLayoutId id="2147483718" r:id="rId22"/>
    <p:sldLayoutId id="2147483719" r:id="rId23"/>
    <p:sldLayoutId id="2147483803" r:id="rId24"/>
    <p:sldLayoutId id="2147484029" r:id="rId25"/>
    <p:sldLayoutId id="2147484030" r:id="rId26"/>
    <p:sldLayoutId id="2147484031" r:id="rId27"/>
  </p:sldLayoutIdLst>
  <p:hf hdr="0" dt="0"/>
  <p:txStyles>
    <p:titleStyle>
      <a:lvl1pPr algn="l" defTabSz="914400" rtl="0" eaLnBrk="1" latinLnBrk="0" hangingPunct="1">
        <a:lnSpc>
          <a:spcPct val="90000"/>
        </a:lnSpc>
        <a:spcBef>
          <a:spcPct val="0"/>
        </a:spcBef>
        <a:buNone/>
        <a:defRPr sz="4000" b="0" i="0" kern="1200">
          <a:solidFill>
            <a:schemeClr val="tx1"/>
          </a:solidFill>
          <a:latin typeface="Arial" panose="020B0604020202020204" pitchFamily="34" charset="0"/>
          <a:ea typeface="+mj-ea"/>
          <a:cs typeface="Arial" panose="020B0604020202020204" pitchFamily="34" charset="0"/>
        </a:defRPr>
      </a:lvl1pPr>
    </p:titleStyle>
    <p:body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57">
          <p15:clr>
            <a:srgbClr val="F26B43"/>
          </p15:clr>
        </p15:guide>
        <p15:guide id="2" pos="3840">
          <p15:clr>
            <a:srgbClr val="F26B43"/>
          </p15:clr>
        </p15:guide>
        <p15:guide id="3" pos="325">
          <p15:clr>
            <a:srgbClr val="F26B43"/>
          </p15:clr>
        </p15:guide>
        <p15:guide id="4" pos="7355">
          <p15:clr>
            <a:srgbClr val="F26B43"/>
          </p15:clr>
        </p15:guide>
        <p15:guide id="5" orient="horz" pos="300">
          <p15:clr>
            <a:srgbClr val="F26B43"/>
          </p15:clr>
        </p15:guide>
        <p15:guide id="6" orient="horz" pos="4020">
          <p15:clr>
            <a:srgbClr val="F26B43"/>
          </p15:clr>
        </p15:guide>
        <p15:guide id="7" orient="horz" pos="799">
          <p15:clr>
            <a:srgbClr val="F26B43"/>
          </p15:clr>
        </p15:guide>
        <p15:guide id="9" orient="horz" pos="3748">
          <p15:clr>
            <a:srgbClr val="F26B43"/>
          </p15:clr>
        </p15:guide>
        <p15:guide id="10" pos="2071">
          <p15:clr>
            <a:srgbClr val="F26B43"/>
          </p15:clr>
        </p15:guide>
        <p15:guide id="11" pos="5632">
          <p15:clr>
            <a:srgbClr val="F26B43"/>
          </p15:clr>
        </p15:guide>
        <p15:guide id="12" orient="horz" pos="2160">
          <p15:clr>
            <a:srgbClr val="F26B43"/>
          </p15:clr>
        </p15:guide>
        <p15:guide id="13" pos="4180">
          <p15:clr>
            <a:srgbClr val="F26B43"/>
          </p15:clr>
        </p15:guide>
        <p15:guide id="14" pos="352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18C2EB0-E150-4708-ABEE-2E8F9AC5534A}"/>
              </a:ext>
            </a:extLst>
          </p:cNvPr>
          <p:cNvGraphicFramePr>
            <a:graphicFrameLocks/>
          </p:cNvGraphicFramePr>
          <p:nvPr userDrawn="1">
            <p:custDataLst>
              <p:tags r:id="rId13"/>
            </p:custDataLst>
            <p:extLst>
              <p:ext uri="{D42A27DB-BD31-4B8C-83A1-F6EECF244321}">
                <p14:modId xmlns:p14="http://schemas.microsoft.com/office/powerpoint/2010/main" val="6995432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383" imgH="384" progId="TCLayout.ActiveDocument.1">
                  <p:embed/>
                </p:oleObj>
              </mc:Choice>
              <mc:Fallback>
                <p:oleObj name="thinkcell Slide" r:id="rId14" imgW="383" imgH="384" progId="TCLayout.ActiveDocument.1">
                  <p:embed/>
                  <p:pic>
                    <p:nvPicPr>
                      <p:cNvPr id="5" name="Object 4" hidden="1">
                        <a:extLst>
                          <a:ext uri="{FF2B5EF4-FFF2-40B4-BE49-F238E27FC236}">
                            <a16:creationId xmlns:a16="http://schemas.microsoft.com/office/drawing/2014/main" id="{618C2EB0-E150-4708-ABEE-2E8F9AC5534A}"/>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838200" y="365125"/>
            <a:ext cx="10515600" cy="1325563"/>
          </a:xfrm>
          <a:prstGeom prst="rect">
            <a:avLst/>
          </a:prstGeom>
        </p:spPr>
        <p:txBody>
          <a:bodyPr vert="horz" lIns="90000" tIns="45720" rIns="91440" bIns="45720" rtlCol="0" anchor="ctr">
            <a:no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0000" tIns="45720" rIns="91440" bIns="4572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Rectangle 5">
            <a:extLst>
              <a:ext uri="{FF2B5EF4-FFF2-40B4-BE49-F238E27FC236}">
                <a16:creationId xmlns:a16="http://schemas.microsoft.com/office/drawing/2014/main" id="{B49C19BA-C2E1-E74C-8924-E74BBF254505}"/>
              </a:ext>
            </a:extLst>
          </p:cNvPr>
          <p:cNvSpPr/>
          <p:nvPr userDrawn="1"/>
        </p:nvSpPr>
        <p:spPr>
          <a:xfrm>
            <a:off x="0" y="6471444"/>
            <a:ext cx="12192000" cy="386556"/>
          </a:xfrm>
          <a:prstGeom prst="rect">
            <a:avLst/>
          </a:prstGeom>
          <a:solidFill>
            <a:srgbClr val="F0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7" name="Picture 6" descr="Shape&#10;&#10;Description automatically generated with medium confidence">
            <a:extLst>
              <a:ext uri="{FF2B5EF4-FFF2-40B4-BE49-F238E27FC236}">
                <a16:creationId xmlns:a16="http://schemas.microsoft.com/office/drawing/2014/main" id="{055F5C28-148B-BC4B-8308-4B39B4F42EE8}"/>
              </a:ext>
            </a:extLst>
          </p:cNvPr>
          <p:cNvPicPr>
            <a:picLocks noChangeAspect="1"/>
          </p:cNvPicPr>
          <p:nvPr userDrawn="1"/>
        </p:nvPicPr>
        <p:blipFill>
          <a:blip r:embed="rId16"/>
          <a:stretch>
            <a:fillRect/>
          </a:stretch>
        </p:blipFill>
        <p:spPr>
          <a:xfrm>
            <a:off x="10895872" y="6497324"/>
            <a:ext cx="1208648" cy="338400"/>
          </a:xfrm>
          <a:prstGeom prst="rect">
            <a:avLst/>
          </a:prstGeom>
        </p:spPr>
      </p:pic>
      <p:sp>
        <p:nvSpPr>
          <p:cNvPr id="8" name="Subtitle 2">
            <a:extLst>
              <a:ext uri="{FF2B5EF4-FFF2-40B4-BE49-F238E27FC236}">
                <a16:creationId xmlns:a16="http://schemas.microsoft.com/office/drawing/2014/main" id="{D8D6A5A7-6F47-C247-9CEC-994E827A1BBB}"/>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00000"/>
              </a:lnSpc>
              <a:spcBef>
                <a:spcPts val="0"/>
              </a:spcBef>
            </a:pPr>
            <a:r>
              <a:rPr lang="en-GB" sz="701" kern="800" spc="0">
                <a:solidFill>
                  <a:schemeClr val="tx1">
                    <a:alpha val="50000"/>
                  </a:schemeClr>
                </a:solidFill>
                <a:latin typeface="Arial" panose="020B0604020202020204" pitchFamily="34" charset="0"/>
                <a:cs typeface="Arial" panose="020B0604020202020204" pitchFamily="34" charset="0"/>
              </a:rPr>
              <a:t>©2026 IHG</a:t>
            </a:r>
            <a:endParaRPr lang="en-US" sz="701" kern="800" spc="0">
              <a:solidFill>
                <a:schemeClr val="tx1">
                  <a:alpha val="50000"/>
                </a:schemeClr>
              </a:solidFill>
              <a:latin typeface="Arial" panose="020B0604020202020204" pitchFamily="34" charset="0"/>
              <a:cs typeface="Arial" panose="020B0604020202020204" pitchFamily="34" charset="0"/>
            </a:endParaRPr>
          </a:p>
        </p:txBody>
      </p:sp>
      <p:sp>
        <p:nvSpPr>
          <p:cNvPr id="9" name="Slide Number Placeholder 5">
            <a:extLst>
              <a:ext uri="{FF2B5EF4-FFF2-40B4-BE49-F238E27FC236}">
                <a16:creationId xmlns:a16="http://schemas.microsoft.com/office/drawing/2014/main" id="{A3A3DC13-5564-C443-A281-D5BA19F2860A}"/>
              </a:ext>
            </a:extLst>
          </p:cNvPr>
          <p:cNvSpPr>
            <a:spLocks noGrp="1"/>
          </p:cNvSpPr>
          <p:nvPr>
            <p:ph type="sldNum" sz="quarter" idx="4"/>
          </p:nvPr>
        </p:nvSpPr>
        <p:spPr>
          <a:xfrm>
            <a:off x="191336" y="6471445"/>
            <a:ext cx="750936" cy="386556"/>
          </a:xfrm>
          <a:prstGeom prst="rect">
            <a:avLst/>
          </a:prstGeom>
        </p:spPr>
        <p:txBody>
          <a:bodyPr vert="horz" lIns="0" tIns="0" rIns="0" bIns="0" rtlCol="0" anchor="ctr"/>
          <a:lstStyle>
            <a:lvl1pPr algn="l">
              <a:defRPr sz="800" b="0" i="0">
                <a:solidFill>
                  <a:schemeClr val="accent1"/>
                </a:solidFill>
                <a:latin typeface="Arial" panose="020B0604020202020204" pitchFamily="34" charset="0"/>
                <a:cs typeface="Arial" panose="020B0604020202020204" pitchFamily="34" charset="0"/>
              </a:defRPr>
            </a:lvl1pPr>
          </a:lstStyle>
          <a:p>
            <a:fld id="{BF1B362E-304B-D74F-8E05-F581CCD55911}" type="slidenum">
              <a:rPr lang="en-US" smtClean="0"/>
              <a:pPr/>
              <a:t>‹#›</a:t>
            </a:fld>
            <a:endParaRPr lang="en-US"/>
          </a:p>
        </p:txBody>
      </p:sp>
    </p:spTree>
    <p:extLst>
      <p:ext uri="{BB962C8B-B14F-4D97-AF65-F5344CB8AC3E}">
        <p14:creationId xmlns:p14="http://schemas.microsoft.com/office/powerpoint/2010/main" val="3718804713"/>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Lst>
  <p:hf hd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46">
          <p15:clr>
            <a:srgbClr val="F26B43"/>
          </p15:clr>
        </p15:guide>
        <p15:guide id="2" pos="7434">
          <p15:clr>
            <a:srgbClr val="F26B43"/>
          </p15:clr>
        </p15:guide>
        <p15:guide id="3" orient="horz" pos="244">
          <p15:clr>
            <a:srgbClr val="F26B43"/>
          </p15:clr>
        </p15:guide>
        <p15:guide id="4" orient="horz" pos="4077">
          <p15:clr>
            <a:srgbClr val="F26B43"/>
          </p15:clr>
        </p15:guide>
        <p15:guide id="16" pos="3840">
          <p15:clr>
            <a:srgbClr val="F26B43"/>
          </p15:clr>
        </p15:guide>
        <p15:guide id="17" orient="horz" pos="216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18C2EB0-E150-4708-ABEE-2E8F9AC5534A}"/>
              </a:ext>
            </a:extLst>
          </p:cNvPr>
          <p:cNvGraphicFramePr>
            <a:graphicFrameLocks/>
          </p:cNvGraphicFramePr>
          <p:nvPr userDrawn="1">
            <p:custDataLst>
              <p:tags r:id="rId45"/>
            </p:custDataLst>
            <p:extLst>
              <p:ext uri="{D42A27DB-BD31-4B8C-83A1-F6EECF244321}">
                <p14:modId xmlns:p14="http://schemas.microsoft.com/office/powerpoint/2010/main" val="10788905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6" imgW="383" imgH="384" progId="TCLayout.ActiveDocument.1">
                  <p:embed/>
                </p:oleObj>
              </mc:Choice>
              <mc:Fallback>
                <p:oleObj name="thinkcell Slide" r:id="rId46" imgW="383" imgH="384" progId="TCLayout.ActiveDocument.1">
                  <p:embed/>
                  <p:pic>
                    <p:nvPicPr>
                      <p:cNvPr id="5" name="Object 4" hidden="1">
                        <a:extLst>
                          <a:ext uri="{FF2B5EF4-FFF2-40B4-BE49-F238E27FC236}">
                            <a16:creationId xmlns:a16="http://schemas.microsoft.com/office/drawing/2014/main" id="{618C2EB0-E150-4708-ABEE-2E8F9AC5534A}"/>
                          </a:ext>
                        </a:extLst>
                      </p:cNvPr>
                      <p:cNvPicPr/>
                      <p:nvPr/>
                    </p:nvPicPr>
                    <p:blipFill>
                      <a:blip r:embed="rId47"/>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838200" y="365125"/>
            <a:ext cx="10515600" cy="1325563"/>
          </a:xfrm>
          <a:prstGeom prst="rect">
            <a:avLst/>
          </a:prstGeom>
        </p:spPr>
        <p:txBody>
          <a:bodyPr vert="horz" lIns="90000" tIns="45720" rIns="91440" bIns="45720" rtlCol="0" anchor="ctr">
            <a:no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0000" tIns="45720" rIns="91440" bIns="4572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Rectangle 5">
            <a:extLst>
              <a:ext uri="{FF2B5EF4-FFF2-40B4-BE49-F238E27FC236}">
                <a16:creationId xmlns:a16="http://schemas.microsoft.com/office/drawing/2014/main" id="{B49C19BA-C2E1-E74C-8924-E74BBF254505}"/>
              </a:ext>
            </a:extLst>
          </p:cNvPr>
          <p:cNvSpPr/>
          <p:nvPr userDrawn="1"/>
        </p:nvSpPr>
        <p:spPr>
          <a:xfrm>
            <a:off x="0" y="6471444"/>
            <a:ext cx="12192000" cy="386556"/>
          </a:xfrm>
          <a:prstGeom prst="rect">
            <a:avLst/>
          </a:prstGeom>
          <a:solidFill>
            <a:srgbClr val="F0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7" name="Picture 6" descr="Shape&#10;&#10;Description automatically generated with medium confidence">
            <a:extLst>
              <a:ext uri="{FF2B5EF4-FFF2-40B4-BE49-F238E27FC236}">
                <a16:creationId xmlns:a16="http://schemas.microsoft.com/office/drawing/2014/main" id="{055F5C28-148B-BC4B-8308-4B39B4F42EE8}"/>
              </a:ext>
            </a:extLst>
          </p:cNvPr>
          <p:cNvPicPr>
            <a:picLocks noChangeAspect="1"/>
          </p:cNvPicPr>
          <p:nvPr userDrawn="1"/>
        </p:nvPicPr>
        <p:blipFill>
          <a:blip r:embed="rId48"/>
          <a:stretch>
            <a:fillRect/>
          </a:stretch>
        </p:blipFill>
        <p:spPr>
          <a:xfrm>
            <a:off x="10895872" y="6497324"/>
            <a:ext cx="1208648" cy="338400"/>
          </a:xfrm>
          <a:prstGeom prst="rect">
            <a:avLst/>
          </a:prstGeom>
        </p:spPr>
      </p:pic>
      <p:sp>
        <p:nvSpPr>
          <p:cNvPr id="9" name="Slide Number Placeholder 5">
            <a:extLst>
              <a:ext uri="{FF2B5EF4-FFF2-40B4-BE49-F238E27FC236}">
                <a16:creationId xmlns:a16="http://schemas.microsoft.com/office/drawing/2014/main" id="{A3A3DC13-5564-C443-A281-D5BA19F2860A}"/>
              </a:ext>
            </a:extLst>
          </p:cNvPr>
          <p:cNvSpPr>
            <a:spLocks noGrp="1"/>
          </p:cNvSpPr>
          <p:nvPr>
            <p:ph type="sldNum" sz="quarter" idx="4"/>
          </p:nvPr>
        </p:nvSpPr>
        <p:spPr>
          <a:xfrm>
            <a:off x="191336" y="6471445"/>
            <a:ext cx="750936" cy="386556"/>
          </a:xfrm>
          <a:prstGeom prst="rect">
            <a:avLst/>
          </a:prstGeom>
        </p:spPr>
        <p:txBody>
          <a:bodyPr vert="horz" lIns="0" tIns="0" rIns="0" bIns="0" rtlCol="0" anchor="ctr"/>
          <a:lstStyle>
            <a:lvl1pPr algn="l">
              <a:defRPr sz="800" b="0" i="0">
                <a:solidFill>
                  <a:schemeClr val="accent1"/>
                </a:solidFill>
                <a:latin typeface="Arial" panose="020B0604020202020204" pitchFamily="34" charset="0"/>
                <a:cs typeface="Arial" panose="020B0604020202020204" pitchFamily="34" charset="0"/>
              </a:defRPr>
            </a:lvl1pPr>
          </a:lstStyle>
          <a:p>
            <a:fld id="{BF1B362E-304B-D74F-8E05-F581CCD55911}" type="slidenum">
              <a:rPr lang="en-US" smtClean="0"/>
              <a:pPr/>
              <a:t>‹#›</a:t>
            </a:fld>
            <a:endParaRPr lang="en-US"/>
          </a:p>
        </p:txBody>
      </p:sp>
      <p:sp>
        <p:nvSpPr>
          <p:cNvPr id="4" name="Subtitle 2">
            <a:extLst>
              <a:ext uri="{FF2B5EF4-FFF2-40B4-BE49-F238E27FC236}">
                <a16:creationId xmlns:a16="http://schemas.microsoft.com/office/drawing/2014/main" id="{9A034C55-43DE-90EC-7670-0495BE8B0DAB}"/>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rtl="0">
              <a:lnSpc>
                <a:spcPct val="100000"/>
              </a:lnSpc>
              <a:spcBef>
                <a:spcPts val="0"/>
              </a:spcBef>
            </a:pPr>
            <a:r>
              <a:rPr lang="en-GB" sz="700" b="0" i="0">
                <a:solidFill>
                  <a:schemeClr val="tx1"/>
                </a:solidFill>
                <a:effectLst/>
                <a:latin typeface="+mn-lt"/>
              </a:rPr>
              <a:t>®IHG | Confidential &amp; Proprietary</a:t>
            </a:r>
            <a:endParaRPr lang="en-GB" sz="700" kern="800" spc="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430559375"/>
      </p:ext>
    </p:extLst>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 id="2147483847" r:id="rId12"/>
    <p:sldLayoutId id="2147483848" r:id="rId13"/>
    <p:sldLayoutId id="2147483849" r:id="rId14"/>
    <p:sldLayoutId id="2147483850" r:id="rId15"/>
    <p:sldLayoutId id="2147483851" r:id="rId16"/>
    <p:sldLayoutId id="2147483852" r:id="rId17"/>
    <p:sldLayoutId id="2147483853" r:id="rId18"/>
    <p:sldLayoutId id="2147483854" r:id="rId19"/>
    <p:sldLayoutId id="2147483855" r:id="rId20"/>
    <p:sldLayoutId id="2147483856" r:id="rId21"/>
    <p:sldLayoutId id="2147483857" r:id="rId22"/>
    <p:sldLayoutId id="2147483858" r:id="rId23"/>
    <p:sldLayoutId id="2147483859" r:id="rId24"/>
    <p:sldLayoutId id="2147483860" r:id="rId25"/>
    <p:sldLayoutId id="2147483861" r:id="rId26"/>
    <p:sldLayoutId id="2147483862" r:id="rId27"/>
    <p:sldLayoutId id="2147483863" r:id="rId28"/>
    <p:sldLayoutId id="2147483864" r:id="rId29"/>
    <p:sldLayoutId id="2147483865" r:id="rId30"/>
    <p:sldLayoutId id="2147483866" r:id="rId31"/>
    <p:sldLayoutId id="2147483867" r:id="rId32"/>
    <p:sldLayoutId id="2147483868" r:id="rId33"/>
    <p:sldLayoutId id="2147483869" r:id="rId34"/>
    <p:sldLayoutId id="2147483870" r:id="rId35"/>
    <p:sldLayoutId id="2147483871" r:id="rId36"/>
    <p:sldLayoutId id="2147483872" r:id="rId37"/>
    <p:sldLayoutId id="2147483873" r:id="rId38"/>
    <p:sldLayoutId id="2147483874" r:id="rId39"/>
    <p:sldLayoutId id="2147483875" r:id="rId40"/>
    <p:sldLayoutId id="2147483876" r:id="rId41"/>
    <p:sldLayoutId id="2147483877" r:id="rId42"/>
    <p:sldLayoutId id="2147483878" r:id="rId43"/>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46">
          <p15:clr>
            <a:srgbClr val="F26B43"/>
          </p15:clr>
        </p15:guide>
        <p15:guide id="2" pos="7434">
          <p15:clr>
            <a:srgbClr val="F26B43"/>
          </p15:clr>
        </p15:guide>
        <p15:guide id="3" orient="horz" pos="244">
          <p15:clr>
            <a:srgbClr val="F26B43"/>
          </p15:clr>
        </p15:guide>
        <p15:guide id="4" orient="horz" pos="4077">
          <p15:clr>
            <a:srgbClr val="F26B43"/>
          </p15:clr>
        </p15:guide>
        <p15:guide id="16" pos="3840">
          <p15:clr>
            <a:srgbClr val="F26B43"/>
          </p15:clr>
        </p15:guide>
        <p15:guide id="17" orient="horz" pos="216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40FDF21-1E5B-5658-03B7-CC428EAB1DCD}"/>
              </a:ext>
            </a:extLst>
          </p:cNvPr>
          <p:cNvGraphicFramePr>
            <a:graphicFrameLocks/>
          </p:cNvGraphicFramePr>
          <p:nvPr userDrawn="1">
            <p:custDataLst>
              <p:tags r:id="rId37"/>
            </p:custDataLst>
            <p:extLst>
              <p:ext uri="{D42A27DB-BD31-4B8C-83A1-F6EECF244321}">
                <p14:modId xmlns:p14="http://schemas.microsoft.com/office/powerpoint/2010/main" val="23203618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8" imgW="503" imgH="503" progId="TCLayout.ActiveDocument.1">
                  <p:embed/>
                </p:oleObj>
              </mc:Choice>
              <mc:Fallback>
                <p:oleObj name="thinkcell Slide" r:id="rId38" imgW="503" imgH="503" progId="TCLayout.ActiveDocument.1">
                  <p:embed/>
                  <p:pic>
                    <p:nvPicPr>
                      <p:cNvPr id="4" name="think-cell data - do not delete" hidden="1">
                        <a:extLst>
                          <a:ext uri="{FF2B5EF4-FFF2-40B4-BE49-F238E27FC236}">
                            <a16:creationId xmlns:a16="http://schemas.microsoft.com/office/drawing/2014/main" id="{540FDF21-1E5B-5658-03B7-CC428EAB1DCD}"/>
                          </a:ext>
                        </a:extLst>
                      </p:cNvPr>
                      <p:cNvPicPr/>
                      <p:nvPr/>
                    </p:nvPicPr>
                    <p:blipFill>
                      <a:blip r:embed="rId39"/>
                      <a:stretch>
                        <a:fillRect/>
                      </a:stretch>
                    </p:blipFill>
                    <p:spPr>
                      <a:xfrm>
                        <a:off x="1588" y="1588"/>
                        <a:ext cx="1588" cy="1588"/>
                      </a:xfrm>
                      <a:prstGeom prst="rect">
                        <a:avLst/>
                      </a:prstGeom>
                    </p:spPr>
                  </p:pic>
                </p:oleObj>
              </mc:Fallback>
            </mc:AlternateContent>
          </a:graphicData>
        </a:graphic>
      </p:graphicFrame>
      <p:sp>
        <p:nvSpPr>
          <p:cNvPr id="3" name="Text Placeholder 2"/>
          <p:cNvSpPr>
            <a:spLocks noGrp="1"/>
          </p:cNvSpPr>
          <p:nvPr>
            <p:ph type="body" idx="1"/>
          </p:nvPr>
        </p:nvSpPr>
        <p:spPr>
          <a:xfrm>
            <a:off x="515938" y="2349500"/>
            <a:ext cx="11160124" cy="3844836"/>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Placeholder 1"/>
          <p:cNvSpPr>
            <a:spLocks noGrp="1"/>
          </p:cNvSpPr>
          <p:nvPr>
            <p:ph type="title"/>
          </p:nvPr>
        </p:nvSpPr>
        <p:spPr>
          <a:xfrm>
            <a:off x="515937" y="1299410"/>
            <a:ext cx="11160125" cy="834189"/>
          </a:xfrm>
          <a:prstGeom prst="rect">
            <a:avLst/>
          </a:prstGeom>
        </p:spPr>
        <p:txBody>
          <a:bodyPr vert="horz" lIns="0" tIns="0" rIns="0" bIns="0" rtlCol="0" anchor="t">
            <a:noAutofit/>
          </a:bodyPr>
          <a:lstStyle/>
          <a:p>
            <a:r>
              <a:rPr lang="en-GB"/>
              <a:t>Click to edit Master title style</a:t>
            </a:r>
            <a:endParaRPr lang="en-US"/>
          </a:p>
        </p:txBody>
      </p:sp>
      <p:sp>
        <p:nvSpPr>
          <p:cNvPr id="5" name="Footer Placeholder 4"/>
          <p:cNvSpPr>
            <a:spLocks noGrp="1"/>
          </p:cNvSpPr>
          <p:nvPr>
            <p:ph type="ftr" sz="quarter" idx="3"/>
          </p:nvPr>
        </p:nvSpPr>
        <p:spPr>
          <a:xfrm>
            <a:off x="541655" y="6397792"/>
            <a:ext cx="5554345" cy="432000"/>
          </a:xfrm>
          <a:prstGeom prst="rect">
            <a:avLst/>
          </a:prstGeom>
        </p:spPr>
        <p:txBody>
          <a:bodyPr vert="horz" lIns="0" tIns="0" rIns="0" bIns="0" rtlCol="0" anchor="ctr">
            <a:noAutofit/>
          </a:bodyPr>
          <a:lstStyle>
            <a:lvl1pPr algn="l">
              <a:defRPr sz="900" b="0" i="0" cap="all" spc="50" baseline="0">
                <a:solidFill>
                  <a:schemeClr val="tx1"/>
                </a:solidFill>
                <a:latin typeface="+mn-lt"/>
              </a:defRPr>
            </a:lvl1pPr>
          </a:lstStyle>
          <a:p>
            <a:r>
              <a:rPr lang="en-US"/>
              <a:t>Document title</a:t>
            </a:r>
          </a:p>
        </p:txBody>
      </p:sp>
      <p:sp>
        <p:nvSpPr>
          <p:cNvPr id="6" name="Slide Number Placeholder 5"/>
          <p:cNvSpPr>
            <a:spLocks noGrp="1"/>
          </p:cNvSpPr>
          <p:nvPr>
            <p:ph type="sldNum" sz="quarter" idx="4"/>
          </p:nvPr>
        </p:nvSpPr>
        <p:spPr>
          <a:xfrm>
            <a:off x="-1" y="6397792"/>
            <a:ext cx="515937" cy="432000"/>
          </a:xfrm>
          <a:prstGeom prst="rect">
            <a:avLst/>
          </a:prstGeom>
        </p:spPr>
        <p:txBody>
          <a:bodyPr vert="horz" lIns="0" tIns="0" rIns="0" bIns="0" rtlCol="0" anchor="ctr">
            <a:noAutofit/>
          </a:bodyPr>
          <a:lstStyle>
            <a:lvl1pPr algn="ctr">
              <a:defRPr sz="900" b="0" i="0">
                <a:solidFill>
                  <a:schemeClr val="tx1"/>
                </a:solidFill>
                <a:latin typeface="+mn-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520187348"/>
      </p:ext>
    </p:extLst>
  </p:cSld>
  <p:clrMap bg1="lt1" tx1="dk1" bg2="lt2" tx2="dk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 id="2147483910" r:id="rId5"/>
    <p:sldLayoutId id="2147483911" r:id="rId6"/>
    <p:sldLayoutId id="2147483912" r:id="rId7"/>
    <p:sldLayoutId id="2147483913" r:id="rId8"/>
    <p:sldLayoutId id="2147483914" r:id="rId9"/>
    <p:sldLayoutId id="2147483915" r:id="rId10"/>
    <p:sldLayoutId id="2147483916" r:id="rId11"/>
    <p:sldLayoutId id="2147483917" r:id="rId12"/>
    <p:sldLayoutId id="2147483918" r:id="rId13"/>
    <p:sldLayoutId id="2147483919" r:id="rId14"/>
    <p:sldLayoutId id="2147483920" r:id="rId15"/>
    <p:sldLayoutId id="2147483921" r:id="rId16"/>
    <p:sldLayoutId id="2147483922" r:id="rId17"/>
    <p:sldLayoutId id="2147483923" r:id="rId18"/>
    <p:sldLayoutId id="2147483924" r:id="rId19"/>
    <p:sldLayoutId id="2147483925" r:id="rId20"/>
    <p:sldLayoutId id="2147483926" r:id="rId21"/>
    <p:sldLayoutId id="2147483927" r:id="rId22"/>
    <p:sldLayoutId id="2147483928" r:id="rId23"/>
    <p:sldLayoutId id="2147483929" r:id="rId24"/>
    <p:sldLayoutId id="2147483930" r:id="rId25"/>
    <p:sldLayoutId id="2147483931" r:id="rId26"/>
    <p:sldLayoutId id="2147483932" r:id="rId27"/>
    <p:sldLayoutId id="2147483933" r:id="rId28"/>
    <p:sldLayoutId id="2147483934" r:id="rId29"/>
    <p:sldLayoutId id="2147483935" r:id="rId30"/>
    <p:sldLayoutId id="2147483936" r:id="rId31"/>
    <p:sldLayoutId id="2147483937" r:id="rId32"/>
    <p:sldLayoutId id="2147483938" r:id="rId33"/>
    <p:sldLayoutId id="2147483939" r:id="rId34"/>
    <p:sldLayoutId id="2147483940" r:id="rId35"/>
  </p:sldLayoutIdLst>
  <p:hf hdr="0" dt="0"/>
  <p:txStyles>
    <p:titleStyle>
      <a:lvl1pPr algn="l" defTabSz="914400" rtl="0" eaLnBrk="1" latinLnBrk="0" hangingPunct="1">
        <a:lnSpc>
          <a:spcPct val="90000"/>
        </a:lnSpc>
        <a:spcBef>
          <a:spcPct val="0"/>
        </a:spcBef>
        <a:buNone/>
        <a:defRPr sz="4000" b="0" i="0" kern="1200">
          <a:solidFill>
            <a:schemeClr val="tx1"/>
          </a:solidFill>
          <a:latin typeface="Arial" panose="020B0604020202020204" pitchFamily="34" charset="0"/>
          <a:ea typeface="+mj-ea"/>
          <a:cs typeface="Arial" panose="020B0604020202020204" pitchFamily="34" charset="0"/>
        </a:defRPr>
      </a:lvl1pPr>
    </p:titleStyle>
    <p:body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57">
          <p15:clr>
            <a:srgbClr val="F26B43"/>
          </p15:clr>
        </p15:guide>
        <p15:guide id="2" pos="3840">
          <p15:clr>
            <a:srgbClr val="F26B43"/>
          </p15:clr>
        </p15:guide>
        <p15:guide id="3" pos="325">
          <p15:clr>
            <a:srgbClr val="F26B43"/>
          </p15:clr>
        </p15:guide>
        <p15:guide id="4" pos="7355">
          <p15:clr>
            <a:srgbClr val="F26B43"/>
          </p15:clr>
        </p15:guide>
        <p15:guide id="5" orient="horz" pos="300">
          <p15:clr>
            <a:srgbClr val="F26B43"/>
          </p15:clr>
        </p15:guide>
        <p15:guide id="6" orient="horz" pos="4020">
          <p15:clr>
            <a:srgbClr val="F26B43"/>
          </p15:clr>
        </p15:guide>
        <p15:guide id="7" orient="horz" pos="799">
          <p15:clr>
            <a:srgbClr val="F26B43"/>
          </p15:clr>
        </p15:guide>
        <p15:guide id="9" orient="horz" pos="3748">
          <p15:clr>
            <a:srgbClr val="F26B43"/>
          </p15:clr>
        </p15:guide>
        <p15:guide id="10" pos="2071">
          <p15:clr>
            <a:srgbClr val="F26B43"/>
          </p15:clr>
        </p15:guide>
        <p15:guide id="11" pos="5632">
          <p15:clr>
            <a:srgbClr val="F26B43"/>
          </p15:clr>
        </p15:guide>
        <p15:guide id="12" orient="horz" pos="216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18C2EB0-E150-4708-ABEE-2E8F9AC5534A}"/>
              </a:ext>
            </a:extLst>
          </p:cNvPr>
          <p:cNvGraphicFramePr>
            <a:graphicFrameLocks/>
          </p:cNvGraphicFramePr>
          <p:nvPr userDrawn="1">
            <p:custDataLst>
              <p:tags r:id="rId16"/>
            </p:custDataLst>
            <p:extLst>
              <p:ext uri="{D42A27DB-BD31-4B8C-83A1-F6EECF244321}">
                <p14:modId xmlns:p14="http://schemas.microsoft.com/office/powerpoint/2010/main" val="16041343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7" imgW="383" imgH="384" progId="TCLayout.ActiveDocument.1">
                  <p:embed/>
                </p:oleObj>
              </mc:Choice>
              <mc:Fallback>
                <p:oleObj name="thinkcell Slide" r:id="rId17" imgW="383" imgH="384" progId="TCLayout.ActiveDocument.1">
                  <p:embed/>
                  <p:pic>
                    <p:nvPicPr>
                      <p:cNvPr id="5" name="Object 4" hidden="1">
                        <a:extLst>
                          <a:ext uri="{FF2B5EF4-FFF2-40B4-BE49-F238E27FC236}">
                            <a16:creationId xmlns:a16="http://schemas.microsoft.com/office/drawing/2014/main" id="{618C2EB0-E150-4708-ABEE-2E8F9AC5534A}"/>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838200" y="365125"/>
            <a:ext cx="10515600" cy="1325563"/>
          </a:xfrm>
          <a:prstGeom prst="rect">
            <a:avLst/>
          </a:prstGeom>
        </p:spPr>
        <p:txBody>
          <a:bodyPr vert="horz" lIns="90000" tIns="45720" rIns="91440" bIns="45720" rtlCol="0" anchor="ctr">
            <a:no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0000" tIns="45720" rIns="91440" bIns="4572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Rectangle 5">
            <a:extLst>
              <a:ext uri="{FF2B5EF4-FFF2-40B4-BE49-F238E27FC236}">
                <a16:creationId xmlns:a16="http://schemas.microsoft.com/office/drawing/2014/main" id="{B49C19BA-C2E1-E74C-8924-E74BBF254505}"/>
              </a:ext>
            </a:extLst>
          </p:cNvPr>
          <p:cNvSpPr/>
          <p:nvPr userDrawn="1"/>
        </p:nvSpPr>
        <p:spPr>
          <a:xfrm>
            <a:off x="0" y="6471444"/>
            <a:ext cx="12192000" cy="386556"/>
          </a:xfrm>
          <a:prstGeom prst="rect">
            <a:avLst/>
          </a:prstGeom>
          <a:solidFill>
            <a:srgbClr val="F0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900"/>
          </a:p>
        </p:txBody>
      </p:sp>
      <p:pic>
        <p:nvPicPr>
          <p:cNvPr id="7" name="Picture 6" descr="Shape&#10;&#10;Description automatically generated with medium confidence">
            <a:extLst>
              <a:ext uri="{FF2B5EF4-FFF2-40B4-BE49-F238E27FC236}">
                <a16:creationId xmlns:a16="http://schemas.microsoft.com/office/drawing/2014/main" id="{055F5C28-148B-BC4B-8308-4B39B4F42EE8}"/>
              </a:ext>
            </a:extLst>
          </p:cNvPr>
          <p:cNvPicPr>
            <a:picLocks noChangeAspect="1"/>
          </p:cNvPicPr>
          <p:nvPr userDrawn="1"/>
        </p:nvPicPr>
        <p:blipFill>
          <a:blip r:embed="rId19"/>
          <a:stretch>
            <a:fillRect/>
          </a:stretch>
        </p:blipFill>
        <p:spPr>
          <a:xfrm>
            <a:off x="10895872" y="6497324"/>
            <a:ext cx="1208648" cy="338400"/>
          </a:xfrm>
          <a:prstGeom prst="rect">
            <a:avLst/>
          </a:prstGeom>
        </p:spPr>
      </p:pic>
      <p:sp>
        <p:nvSpPr>
          <p:cNvPr id="8" name="Subtitle 2">
            <a:extLst>
              <a:ext uri="{FF2B5EF4-FFF2-40B4-BE49-F238E27FC236}">
                <a16:creationId xmlns:a16="http://schemas.microsoft.com/office/drawing/2014/main" id="{D8D6A5A7-6F47-C247-9CEC-994E827A1BBB}"/>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rtl="0">
              <a:lnSpc>
                <a:spcPct val="100000"/>
              </a:lnSpc>
              <a:spcBef>
                <a:spcPts val="0"/>
              </a:spcBef>
            </a:pPr>
            <a:r>
              <a:rPr lang="en-GB" sz="700" b="0" i="0">
                <a:solidFill>
                  <a:schemeClr val="tx1"/>
                </a:solidFill>
                <a:effectLst/>
                <a:latin typeface="+mn-lt"/>
              </a:rPr>
              <a:t>®IHG | Confidential &amp; Proprietary</a:t>
            </a:r>
            <a:endParaRPr lang="en-GB" sz="700" kern="800" spc="0">
              <a:solidFill>
                <a:schemeClr val="tx1"/>
              </a:solidFill>
              <a:latin typeface="+mn-lt"/>
              <a:cs typeface="Arial" panose="020B0604020202020204" pitchFamily="34" charset="0"/>
            </a:endParaRPr>
          </a:p>
        </p:txBody>
      </p:sp>
      <p:sp>
        <p:nvSpPr>
          <p:cNvPr id="9" name="Slide Number Placeholder 5">
            <a:extLst>
              <a:ext uri="{FF2B5EF4-FFF2-40B4-BE49-F238E27FC236}">
                <a16:creationId xmlns:a16="http://schemas.microsoft.com/office/drawing/2014/main" id="{A3A3DC13-5564-C443-A281-D5BA19F2860A}"/>
              </a:ext>
            </a:extLst>
          </p:cNvPr>
          <p:cNvSpPr>
            <a:spLocks noGrp="1"/>
          </p:cNvSpPr>
          <p:nvPr>
            <p:ph type="sldNum" sz="quarter" idx="4"/>
          </p:nvPr>
        </p:nvSpPr>
        <p:spPr>
          <a:xfrm>
            <a:off x="191336" y="6471445"/>
            <a:ext cx="750936" cy="386556"/>
          </a:xfrm>
          <a:prstGeom prst="rect">
            <a:avLst/>
          </a:prstGeom>
        </p:spPr>
        <p:txBody>
          <a:bodyPr vert="horz" lIns="0" tIns="0" rIns="0" bIns="0" rtlCol="0" anchor="ctr"/>
          <a:lstStyle>
            <a:lvl1pPr algn="l" rtl="0">
              <a:defRPr sz="800" b="0" i="0">
                <a:solidFill>
                  <a:schemeClr val="accent1"/>
                </a:solidFill>
                <a:latin typeface="Arial" panose="020B0604020202020204" pitchFamily="34" charset="0"/>
                <a:cs typeface="Arial" panose="020B0604020202020204" pitchFamily="34" charset="0"/>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4130165517"/>
      </p:ext>
    </p:extLst>
  </p:cSld>
  <p:clrMap bg1="lt1" tx1="dk1" bg2="lt2" tx2="dk2" accent1="accent1" accent2="accent2" accent3="accent3" accent4="accent4" accent5="accent5" accent6="accent6" hlink="hlink" folHlink="folHlink"/>
  <p:sldLayoutIdLst>
    <p:sldLayoutId id="2147483942" r:id="rId1"/>
    <p:sldLayoutId id="2147483943" r:id="rId2"/>
    <p:sldLayoutId id="2147483944" r:id="rId3"/>
    <p:sldLayoutId id="2147483945" r:id="rId4"/>
    <p:sldLayoutId id="2147483946" r:id="rId5"/>
    <p:sldLayoutId id="2147483947" r:id="rId6"/>
    <p:sldLayoutId id="2147483948" r:id="rId7"/>
    <p:sldLayoutId id="2147483949" r:id="rId8"/>
    <p:sldLayoutId id="2147483950" r:id="rId9"/>
    <p:sldLayoutId id="2147483951" r:id="rId10"/>
    <p:sldLayoutId id="2147483952" r:id="rId11"/>
    <p:sldLayoutId id="2147483953" r:id="rId12"/>
    <p:sldLayoutId id="2147483954" r:id="rId13"/>
    <p:sldLayoutId id="2147483957" r:id="rId14"/>
  </p:sldLayoutIdLst>
  <p:hf hd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46">
          <p15:clr>
            <a:srgbClr val="F26B43"/>
          </p15:clr>
        </p15:guide>
        <p15:guide id="2" pos="7434">
          <p15:clr>
            <a:srgbClr val="F26B43"/>
          </p15:clr>
        </p15:guide>
        <p15:guide id="3" orient="horz" pos="244">
          <p15:clr>
            <a:srgbClr val="F26B43"/>
          </p15:clr>
        </p15:guide>
        <p15:guide id="4" orient="horz" pos="4077">
          <p15:clr>
            <a:srgbClr val="F26B43"/>
          </p15:clr>
        </p15:guide>
        <p15:guide id="16" pos="3840">
          <p15:clr>
            <a:srgbClr val="F26B43"/>
          </p15:clr>
        </p15:guide>
        <p15:guide id="17" orient="horz" pos="2160">
          <p15:clr>
            <a:srgbClr val="F26B43"/>
          </p15:clr>
        </p15:guide>
      </p15:sldGuideLst>
    </p:ext>
  </p:extLst>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108.xml"/><Relationship Id="rId1" Type="http://schemas.openxmlformats.org/officeDocument/2006/relationships/tags" Target="../tags/tag177.xml"/><Relationship Id="rId4" Type="http://schemas.openxmlformats.org/officeDocument/2006/relationships/image" Target="../media/image1.emf"/></Relationships>
</file>

<file path=ppt/slides/_rels/slide14.xml.rels><?xml version="1.0" encoding="UTF-8" standalone="yes"?>
<Relationships xmlns="http://schemas.openxmlformats.org/package/2006/relationships"><Relationship Id="rId8" Type="http://schemas.openxmlformats.org/officeDocument/2006/relationships/tags" Target="../tags/tag185.xml"/><Relationship Id="rId13" Type="http://schemas.openxmlformats.org/officeDocument/2006/relationships/tags" Target="../tags/tag190.xml"/><Relationship Id="rId18" Type="http://schemas.openxmlformats.org/officeDocument/2006/relationships/image" Target="../media/image76.emf"/><Relationship Id="rId3" Type="http://schemas.openxmlformats.org/officeDocument/2006/relationships/tags" Target="../tags/tag180.xml"/><Relationship Id="rId21" Type="http://schemas.openxmlformats.org/officeDocument/2006/relationships/chart" Target="../charts/chart17.xml"/><Relationship Id="rId7" Type="http://schemas.openxmlformats.org/officeDocument/2006/relationships/tags" Target="../tags/tag184.xml"/><Relationship Id="rId12" Type="http://schemas.openxmlformats.org/officeDocument/2006/relationships/tags" Target="../tags/tag189.xml"/><Relationship Id="rId17" Type="http://schemas.openxmlformats.org/officeDocument/2006/relationships/oleObject" Target="../embeddings/oleObject32.bin"/><Relationship Id="rId2" Type="http://schemas.openxmlformats.org/officeDocument/2006/relationships/tags" Target="../tags/tag179.xml"/><Relationship Id="rId16" Type="http://schemas.openxmlformats.org/officeDocument/2006/relationships/notesSlide" Target="../notesSlides/notesSlide9.xml"/><Relationship Id="rId20" Type="http://schemas.openxmlformats.org/officeDocument/2006/relationships/image" Target="../media/image78.png"/><Relationship Id="rId1" Type="http://schemas.openxmlformats.org/officeDocument/2006/relationships/tags" Target="../tags/tag178.xml"/><Relationship Id="rId6" Type="http://schemas.openxmlformats.org/officeDocument/2006/relationships/tags" Target="../tags/tag183.xml"/><Relationship Id="rId11" Type="http://schemas.openxmlformats.org/officeDocument/2006/relationships/tags" Target="../tags/tag188.xml"/><Relationship Id="rId24" Type="http://schemas.openxmlformats.org/officeDocument/2006/relationships/image" Target="../media/image80.png"/><Relationship Id="rId5" Type="http://schemas.openxmlformats.org/officeDocument/2006/relationships/tags" Target="../tags/tag182.xml"/><Relationship Id="rId15" Type="http://schemas.openxmlformats.org/officeDocument/2006/relationships/slideLayout" Target="../slideLayouts/slideLayout106.xml"/><Relationship Id="rId23" Type="http://schemas.openxmlformats.org/officeDocument/2006/relationships/image" Target="../media/image79.png"/><Relationship Id="rId10" Type="http://schemas.openxmlformats.org/officeDocument/2006/relationships/tags" Target="../tags/tag187.xml"/><Relationship Id="rId19" Type="http://schemas.openxmlformats.org/officeDocument/2006/relationships/image" Target="../media/image77.png"/><Relationship Id="rId4" Type="http://schemas.openxmlformats.org/officeDocument/2006/relationships/tags" Target="../tags/tag181.xml"/><Relationship Id="rId9" Type="http://schemas.openxmlformats.org/officeDocument/2006/relationships/tags" Target="../tags/tag186.xml"/><Relationship Id="rId14" Type="http://schemas.openxmlformats.org/officeDocument/2006/relationships/tags" Target="../tags/tag191.xml"/><Relationship Id="rId22" Type="http://schemas.openxmlformats.org/officeDocument/2006/relationships/chart" Target="../charts/chart18.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05.xml"/><Relationship Id="rId1" Type="http://schemas.openxmlformats.org/officeDocument/2006/relationships/tags" Target="../tags/tag192.xml"/><Relationship Id="rId5" Type="http://schemas.openxmlformats.org/officeDocument/2006/relationships/image" Target="../media/image15.emf"/><Relationship Id="rId4" Type="http://schemas.openxmlformats.org/officeDocument/2006/relationships/oleObject" Target="../embeddings/oleObject33.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98.xml"/><Relationship Id="rId1" Type="http://schemas.openxmlformats.org/officeDocument/2006/relationships/tags" Target="../tags/tag193.xml"/><Relationship Id="rId5" Type="http://schemas.openxmlformats.org/officeDocument/2006/relationships/image" Target="../media/image76.emf"/><Relationship Id="rId4" Type="http://schemas.openxmlformats.org/officeDocument/2006/relationships/oleObject" Target="../embeddings/oleObject34.bin"/></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3.xml"/></Relationships>
</file>

<file path=ppt/slides/_rels/slide18.xml.rels><?xml version="1.0" encoding="UTF-8" standalone="yes"?>
<Relationships xmlns="http://schemas.openxmlformats.org/package/2006/relationships"><Relationship Id="rId13" Type="http://schemas.openxmlformats.org/officeDocument/2006/relationships/tags" Target="../tags/tag206.xml"/><Relationship Id="rId18" Type="http://schemas.openxmlformats.org/officeDocument/2006/relationships/tags" Target="../tags/tag211.xml"/><Relationship Id="rId26" Type="http://schemas.openxmlformats.org/officeDocument/2006/relationships/tags" Target="../tags/tag219.xml"/><Relationship Id="rId39" Type="http://schemas.openxmlformats.org/officeDocument/2006/relationships/tags" Target="../tags/tag232.xml"/><Relationship Id="rId21" Type="http://schemas.openxmlformats.org/officeDocument/2006/relationships/tags" Target="../tags/tag214.xml"/><Relationship Id="rId34" Type="http://schemas.openxmlformats.org/officeDocument/2006/relationships/tags" Target="../tags/tag227.xml"/><Relationship Id="rId42" Type="http://schemas.openxmlformats.org/officeDocument/2006/relationships/notesSlide" Target="../notesSlides/notesSlide13.xml"/><Relationship Id="rId7" Type="http://schemas.openxmlformats.org/officeDocument/2006/relationships/tags" Target="../tags/tag200.xml"/><Relationship Id="rId2" Type="http://schemas.openxmlformats.org/officeDocument/2006/relationships/tags" Target="../tags/tag195.xml"/><Relationship Id="rId16" Type="http://schemas.openxmlformats.org/officeDocument/2006/relationships/tags" Target="../tags/tag209.xml"/><Relationship Id="rId29" Type="http://schemas.openxmlformats.org/officeDocument/2006/relationships/tags" Target="../tags/tag222.xml"/><Relationship Id="rId1" Type="http://schemas.openxmlformats.org/officeDocument/2006/relationships/tags" Target="../tags/tag194.xml"/><Relationship Id="rId6" Type="http://schemas.openxmlformats.org/officeDocument/2006/relationships/tags" Target="../tags/tag199.xml"/><Relationship Id="rId11" Type="http://schemas.openxmlformats.org/officeDocument/2006/relationships/tags" Target="../tags/tag204.xml"/><Relationship Id="rId24" Type="http://schemas.openxmlformats.org/officeDocument/2006/relationships/tags" Target="../tags/tag217.xml"/><Relationship Id="rId32" Type="http://schemas.openxmlformats.org/officeDocument/2006/relationships/tags" Target="../tags/tag225.xml"/><Relationship Id="rId37" Type="http://schemas.openxmlformats.org/officeDocument/2006/relationships/tags" Target="../tags/tag230.xml"/><Relationship Id="rId40" Type="http://schemas.openxmlformats.org/officeDocument/2006/relationships/tags" Target="../tags/tag233.xml"/><Relationship Id="rId45" Type="http://schemas.openxmlformats.org/officeDocument/2006/relationships/chart" Target="../charts/chart19.xml"/><Relationship Id="rId5" Type="http://schemas.openxmlformats.org/officeDocument/2006/relationships/tags" Target="../tags/tag198.xml"/><Relationship Id="rId15" Type="http://schemas.openxmlformats.org/officeDocument/2006/relationships/tags" Target="../tags/tag208.xml"/><Relationship Id="rId23" Type="http://schemas.openxmlformats.org/officeDocument/2006/relationships/tags" Target="../tags/tag216.xml"/><Relationship Id="rId28" Type="http://schemas.openxmlformats.org/officeDocument/2006/relationships/tags" Target="../tags/tag221.xml"/><Relationship Id="rId36" Type="http://schemas.openxmlformats.org/officeDocument/2006/relationships/tags" Target="../tags/tag229.xml"/><Relationship Id="rId10" Type="http://schemas.openxmlformats.org/officeDocument/2006/relationships/tags" Target="../tags/tag203.xml"/><Relationship Id="rId19" Type="http://schemas.openxmlformats.org/officeDocument/2006/relationships/tags" Target="../tags/tag212.xml"/><Relationship Id="rId31" Type="http://schemas.openxmlformats.org/officeDocument/2006/relationships/tags" Target="../tags/tag224.xml"/><Relationship Id="rId44" Type="http://schemas.openxmlformats.org/officeDocument/2006/relationships/image" Target="../media/image17.emf"/><Relationship Id="rId4" Type="http://schemas.openxmlformats.org/officeDocument/2006/relationships/tags" Target="../tags/tag197.xml"/><Relationship Id="rId9" Type="http://schemas.openxmlformats.org/officeDocument/2006/relationships/tags" Target="../tags/tag202.xml"/><Relationship Id="rId14" Type="http://schemas.openxmlformats.org/officeDocument/2006/relationships/tags" Target="../tags/tag207.xml"/><Relationship Id="rId22" Type="http://schemas.openxmlformats.org/officeDocument/2006/relationships/tags" Target="../tags/tag215.xml"/><Relationship Id="rId27" Type="http://schemas.openxmlformats.org/officeDocument/2006/relationships/tags" Target="../tags/tag220.xml"/><Relationship Id="rId30" Type="http://schemas.openxmlformats.org/officeDocument/2006/relationships/tags" Target="../tags/tag223.xml"/><Relationship Id="rId35" Type="http://schemas.openxmlformats.org/officeDocument/2006/relationships/tags" Target="../tags/tag228.xml"/><Relationship Id="rId43" Type="http://schemas.openxmlformats.org/officeDocument/2006/relationships/oleObject" Target="../embeddings/oleObject35.bin"/><Relationship Id="rId8" Type="http://schemas.openxmlformats.org/officeDocument/2006/relationships/tags" Target="../tags/tag201.xml"/><Relationship Id="rId3" Type="http://schemas.openxmlformats.org/officeDocument/2006/relationships/tags" Target="../tags/tag196.xml"/><Relationship Id="rId12" Type="http://schemas.openxmlformats.org/officeDocument/2006/relationships/tags" Target="../tags/tag205.xml"/><Relationship Id="rId17" Type="http://schemas.openxmlformats.org/officeDocument/2006/relationships/tags" Target="../tags/tag210.xml"/><Relationship Id="rId25" Type="http://schemas.openxmlformats.org/officeDocument/2006/relationships/tags" Target="../tags/tag218.xml"/><Relationship Id="rId33" Type="http://schemas.openxmlformats.org/officeDocument/2006/relationships/tags" Target="../tags/tag226.xml"/><Relationship Id="rId38" Type="http://schemas.openxmlformats.org/officeDocument/2006/relationships/tags" Target="../tags/tag231.xml"/><Relationship Id="rId20" Type="http://schemas.openxmlformats.org/officeDocument/2006/relationships/tags" Target="../tags/tag213.xml"/><Relationship Id="rId41" Type="http://schemas.openxmlformats.org/officeDocument/2006/relationships/slideLayout" Target="../slideLayouts/slideLayout12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03.xml"/><Relationship Id="rId1" Type="http://schemas.openxmlformats.org/officeDocument/2006/relationships/tags" Target="../tags/tag234.xml"/><Relationship Id="rId5" Type="http://schemas.openxmlformats.org/officeDocument/2006/relationships/image" Target="../media/image1.emf"/><Relationship Id="rId4" Type="http://schemas.openxmlformats.org/officeDocument/2006/relationships/oleObject" Target="../embeddings/oleObject36.bin"/></Relationships>
</file>

<file path=ppt/slides/_rels/slide2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40.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3.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18.xml"/><Relationship Id="rId1" Type="http://schemas.openxmlformats.org/officeDocument/2006/relationships/tags" Target="../tags/tag259.xml"/><Relationship Id="rId4" Type="http://schemas.openxmlformats.org/officeDocument/2006/relationships/image" Target="../media/image15.emf"/></Relationships>
</file>

<file path=ppt/slides/_rels/slide5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Layout" Target="../slideLayouts/slideLayout18.xml"/><Relationship Id="rId1" Type="http://schemas.openxmlformats.org/officeDocument/2006/relationships/tags" Target="../tags/tag265.xml"/><Relationship Id="rId4" Type="http://schemas.openxmlformats.org/officeDocument/2006/relationships/image" Target="../media/image15.emf"/></Relationships>
</file>

<file path=ppt/slides/_rels/slide58.xml.rels><?xml version="1.0" encoding="UTF-8" standalone="yes"?>
<Relationships xmlns="http://schemas.openxmlformats.org/package/2006/relationships"><Relationship Id="rId8" Type="http://schemas.openxmlformats.org/officeDocument/2006/relationships/tags" Target="../tags/tag273.xml"/><Relationship Id="rId13" Type="http://schemas.openxmlformats.org/officeDocument/2006/relationships/tags" Target="../tags/tag278.xml"/><Relationship Id="rId18" Type="http://schemas.openxmlformats.org/officeDocument/2006/relationships/image" Target="../media/image76.emf"/><Relationship Id="rId3" Type="http://schemas.openxmlformats.org/officeDocument/2006/relationships/tags" Target="../tags/tag268.xml"/><Relationship Id="rId21" Type="http://schemas.openxmlformats.org/officeDocument/2006/relationships/chart" Target="../charts/chart20.xml"/><Relationship Id="rId7" Type="http://schemas.openxmlformats.org/officeDocument/2006/relationships/tags" Target="../tags/tag272.xml"/><Relationship Id="rId12" Type="http://schemas.openxmlformats.org/officeDocument/2006/relationships/tags" Target="../tags/tag277.xml"/><Relationship Id="rId17" Type="http://schemas.openxmlformats.org/officeDocument/2006/relationships/oleObject" Target="../embeddings/oleObject52.bin"/><Relationship Id="rId2" Type="http://schemas.openxmlformats.org/officeDocument/2006/relationships/tags" Target="../tags/tag267.xml"/><Relationship Id="rId20" Type="http://schemas.openxmlformats.org/officeDocument/2006/relationships/image" Target="../media/image78.png"/><Relationship Id="rId1" Type="http://schemas.openxmlformats.org/officeDocument/2006/relationships/tags" Target="../tags/tag266.xml"/><Relationship Id="rId6" Type="http://schemas.openxmlformats.org/officeDocument/2006/relationships/tags" Target="../tags/tag271.xml"/><Relationship Id="rId11" Type="http://schemas.openxmlformats.org/officeDocument/2006/relationships/tags" Target="../tags/tag276.xml"/><Relationship Id="rId24" Type="http://schemas.openxmlformats.org/officeDocument/2006/relationships/image" Target="../media/image80.png"/><Relationship Id="rId5" Type="http://schemas.openxmlformats.org/officeDocument/2006/relationships/tags" Target="../tags/tag270.xml"/><Relationship Id="rId15" Type="http://schemas.openxmlformats.org/officeDocument/2006/relationships/slideLayout" Target="../slideLayouts/slideLayout106.xml"/><Relationship Id="rId23" Type="http://schemas.openxmlformats.org/officeDocument/2006/relationships/image" Target="../media/image79.png"/><Relationship Id="rId10" Type="http://schemas.openxmlformats.org/officeDocument/2006/relationships/tags" Target="../tags/tag275.xml"/><Relationship Id="rId19" Type="http://schemas.openxmlformats.org/officeDocument/2006/relationships/image" Target="../media/image77.png"/><Relationship Id="rId4" Type="http://schemas.openxmlformats.org/officeDocument/2006/relationships/tags" Target="../tags/tag269.xml"/><Relationship Id="rId9" Type="http://schemas.openxmlformats.org/officeDocument/2006/relationships/tags" Target="../tags/tag274.xml"/><Relationship Id="rId14" Type="http://schemas.openxmlformats.org/officeDocument/2006/relationships/tags" Target="../tags/tag279.xml"/><Relationship Id="rId22" Type="http://schemas.openxmlformats.org/officeDocument/2006/relationships/chart" Target="../charts/chart21.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105.xml"/><Relationship Id="rId1" Type="http://schemas.openxmlformats.org/officeDocument/2006/relationships/tags" Target="../tags/tag280.xml"/><Relationship Id="rId5" Type="http://schemas.openxmlformats.org/officeDocument/2006/relationships/image" Target="../media/image15.emf"/><Relationship Id="rId4" Type="http://schemas.openxmlformats.org/officeDocument/2006/relationships/oleObject" Target="../embeddings/oleObject53.bin"/></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98.xml"/><Relationship Id="rId1" Type="http://schemas.openxmlformats.org/officeDocument/2006/relationships/tags" Target="../tags/tag281.xml"/><Relationship Id="rId5" Type="http://schemas.openxmlformats.org/officeDocument/2006/relationships/image" Target="../media/image76.emf"/><Relationship Id="rId4" Type="http://schemas.openxmlformats.org/officeDocument/2006/relationships/oleObject" Target="../embeddings/oleObject54.bin"/></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62.xml.rels><?xml version="1.0" encoding="UTF-8" standalone="yes"?>
<Relationships xmlns="http://schemas.openxmlformats.org/package/2006/relationships"><Relationship Id="rId13" Type="http://schemas.openxmlformats.org/officeDocument/2006/relationships/tags" Target="../tags/tag294.xml"/><Relationship Id="rId18" Type="http://schemas.openxmlformats.org/officeDocument/2006/relationships/tags" Target="../tags/tag299.xml"/><Relationship Id="rId26" Type="http://schemas.openxmlformats.org/officeDocument/2006/relationships/tags" Target="../tags/tag307.xml"/><Relationship Id="rId39" Type="http://schemas.openxmlformats.org/officeDocument/2006/relationships/tags" Target="../tags/tag320.xml"/><Relationship Id="rId21" Type="http://schemas.openxmlformats.org/officeDocument/2006/relationships/tags" Target="../tags/tag302.xml"/><Relationship Id="rId34" Type="http://schemas.openxmlformats.org/officeDocument/2006/relationships/tags" Target="../tags/tag315.xml"/><Relationship Id="rId7" Type="http://schemas.openxmlformats.org/officeDocument/2006/relationships/tags" Target="../tags/tag288.xml"/><Relationship Id="rId2" Type="http://schemas.openxmlformats.org/officeDocument/2006/relationships/tags" Target="../tags/tag283.xml"/><Relationship Id="rId16" Type="http://schemas.openxmlformats.org/officeDocument/2006/relationships/tags" Target="../tags/tag297.xml"/><Relationship Id="rId29" Type="http://schemas.openxmlformats.org/officeDocument/2006/relationships/tags" Target="../tags/tag310.xml"/><Relationship Id="rId1" Type="http://schemas.openxmlformats.org/officeDocument/2006/relationships/tags" Target="../tags/tag282.xml"/><Relationship Id="rId6" Type="http://schemas.openxmlformats.org/officeDocument/2006/relationships/tags" Target="../tags/tag287.xml"/><Relationship Id="rId11" Type="http://schemas.openxmlformats.org/officeDocument/2006/relationships/tags" Target="../tags/tag292.xml"/><Relationship Id="rId24" Type="http://schemas.openxmlformats.org/officeDocument/2006/relationships/tags" Target="../tags/tag305.xml"/><Relationship Id="rId32" Type="http://schemas.openxmlformats.org/officeDocument/2006/relationships/tags" Target="../tags/tag313.xml"/><Relationship Id="rId37" Type="http://schemas.openxmlformats.org/officeDocument/2006/relationships/tags" Target="../tags/tag318.xml"/><Relationship Id="rId40" Type="http://schemas.openxmlformats.org/officeDocument/2006/relationships/tags" Target="../tags/tag321.xml"/><Relationship Id="rId45" Type="http://schemas.openxmlformats.org/officeDocument/2006/relationships/chart" Target="../charts/chart22.xml"/><Relationship Id="rId5" Type="http://schemas.openxmlformats.org/officeDocument/2006/relationships/tags" Target="../tags/tag286.xml"/><Relationship Id="rId15" Type="http://schemas.openxmlformats.org/officeDocument/2006/relationships/tags" Target="../tags/tag296.xml"/><Relationship Id="rId23" Type="http://schemas.openxmlformats.org/officeDocument/2006/relationships/tags" Target="../tags/tag304.xml"/><Relationship Id="rId28" Type="http://schemas.openxmlformats.org/officeDocument/2006/relationships/tags" Target="../tags/tag309.xml"/><Relationship Id="rId36" Type="http://schemas.openxmlformats.org/officeDocument/2006/relationships/tags" Target="../tags/tag317.xml"/><Relationship Id="rId10" Type="http://schemas.openxmlformats.org/officeDocument/2006/relationships/tags" Target="../tags/tag291.xml"/><Relationship Id="rId19" Type="http://schemas.openxmlformats.org/officeDocument/2006/relationships/tags" Target="../tags/tag300.xml"/><Relationship Id="rId31" Type="http://schemas.openxmlformats.org/officeDocument/2006/relationships/tags" Target="../tags/tag312.xml"/><Relationship Id="rId44" Type="http://schemas.openxmlformats.org/officeDocument/2006/relationships/image" Target="../media/image17.emf"/><Relationship Id="rId4" Type="http://schemas.openxmlformats.org/officeDocument/2006/relationships/tags" Target="../tags/tag285.xml"/><Relationship Id="rId9" Type="http://schemas.openxmlformats.org/officeDocument/2006/relationships/tags" Target="../tags/tag290.xml"/><Relationship Id="rId14" Type="http://schemas.openxmlformats.org/officeDocument/2006/relationships/tags" Target="../tags/tag295.xml"/><Relationship Id="rId22" Type="http://schemas.openxmlformats.org/officeDocument/2006/relationships/tags" Target="../tags/tag303.xml"/><Relationship Id="rId27" Type="http://schemas.openxmlformats.org/officeDocument/2006/relationships/tags" Target="../tags/tag308.xml"/><Relationship Id="rId30" Type="http://schemas.openxmlformats.org/officeDocument/2006/relationships/tags" Target="../tags/tag311.xml"/><Relationship Id="rId35" Type="http://schemas.openxmlformats.org/officeDocument/2006/relationships/tags" Target="../tags/tag316.xml"/><Relationship Id="rId43" Type="http://schemas.openxmlformats.org/officeDocument/2006/relationships/oleObject" Target="../embeddings/oleObject55.bin"/><Relationship Id="rId8" Type="http://schemas.openxmlformats.org/officeDocument/2006/relationships/tags" Target="../tags/tag289.xml"/><Relationship Id="rId3" Type="http://schemas.openxmlformats.org/officeDocument/2006/relationships/tags" Target="../tags/tag284.xml"/><Relationship Id="rId12" Type="http://schemas.openxmlformats.org/officeDocument/2006/relationships/tags" Target="../tags/tag293.xml"/><Relationship Id="rId17" Type="http://schemas.openxmlformats.org/officeDocument/2006/relationships/tags" Target="../tags/tag298.xml"/><Relationship Id="rId25" Type="http://schemas.openxmlformats.org/officeDocument/2006/relationships/tags" Target="../tags/tag306.xml"/><Relationship Id="rId33" Type="http://schemas.openxmlformats.org/officeDocument/2006/relationships/tags" Target="../tags/tag314.xml"/><Relationship Id="rId38" Type="http://schemas.openxmlformats.org/officeDocument/2006/relationships/tags" Target="../tags/tag319.xml"/><Relationship Id="rId20" Type="http://schemas.openxmlformats.org/officeDocument/2006/relationships/tags" Target="../tags/tag301.xml"/><Relationship Id="rId41" Type="http://schemas.openxmlformats.org/officeDocument/2006/relationships/slideLayout" Target="../slideLayouts/slideLayout123.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103.xml"/><Relationship Id="rId1" Type="http://schemas.openxmlformats.org/officeDocument/2006/relationships/tags" Target="../tags/tag322.xml"/><Relationship Id="rId5" Type="http://schemas.openxmlformats.org/officeDocument/2006/relationships/image" Target="../media/image1.emf"/><Relationship Id="rId4" Type="http://schemas.openxmlformats.org/officeDocument/2006/relationships/oleObject" Target="../embeddings/oleObject56.bin"/></Relationships>
</file>

<file path=ppt/slides/_rels/slide6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40.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Layout" Target="../slideLayouts/slideLayout18.xml"/><Relationship Id="rId1" Type="http://schemas.openxmlformats.org/officeDocument/2006/relationships/tags" Target="../tags/tag323.xml"/><Relationship Id="rId4" Type="http://schemas.openxmlformats.org/officeDocument/2006/relationships/image" Target="../media/image15.emf"/></Relationships>
</file>

<file path=ppt/slides/_rels/slide67.xml.rels><?xml version="1.0" encoding="UTF-8" standalone="yes"?>
<Relationships xmlns="http://schemas.openxmlformats.org/package/2006/relationships"><Relationship Id="rId8" Type="http://schemas.openxmlformats.org/officeDocument/2006/relationships/tags" Target="../tags/tag331.xml"/><Relationship Id="rId13" Type="http://schemas.openxmlformats.org/officeDocument/2006/relationships/tags" Target="../tags/tag336.xml"/><Relationship Id="rId18" Type="http://schemas.openxmlformats.org/officeDocument/2006/relationships/image" Target="../media/image76.emf"/><Relationship Id="rId3" Type="http://schemas.openxmlformats.org/officeDocument/2006/relationships/tags" Target="../tags/tag326.xml"/><Relationship Id="rId21" Type="http://schemas.openxmlformats.org/officeDocument/2006/relationships/chart" Target="../charts/chart23.xml"/><Relationship Id="rId7" Type="http://schemas.openxmlformats.org/officeDocument/2006/relationships/tags" Target="../tags/tag330.xml"/><Relationship Id="rId12" Type="http://schemas.openxmlformats.org/officeDocument/2006/relationships/tags" Target="../tags/tag335.xml"/><Relationship Id="rId17" Type="http://schemas.openxmlformats.org/officeDocument/2006/relationships/oleObject" Target="../embeddings/oleObject58.bin"/><Relationship Id="rId2" Type="http://schemas.openxmlformats.org/officeDocument/2006/relationships/tags" Target="../tags/tag325.xml"/><Relationship Id="rId20" Type="http://schemas.openxmlformats.org/officeDocument/2006/relationships/image" Target="../media/image78.png"/><Relationship Id="rId1" Type="http://schemas.openxmlformats.org/officeDocument/2006/relationships/tags" Target="../tags/tag324.xml"/><Relationship Id="rId6" Type="http://schemas.openxmlformats.org/officeDocument/2006/relationships/tags" Target="../tags/tag329.xml"/><Relationship Id="rId11" Type="http://schemas.openxmlformats.org/officeDocument/2006/relationships/tags" Target="../tags/tag334.xml"/><Relationship Id="rId24" Type="http://schemas.openxmlformats.org/officeDocument/2006/relationships/image" Target="../media/image80.png"/><Relationship Id="rId5" Type="http://schemas.openxmlformats.org/officeDocument/2006/relationships/tags" Target="../tags/tag328.xml"/><Relationship Id="rId15" Type="http://schemas.openxmlformats.org/officeDocument/2006/relationships/slideLayout" Target="../slideLayouts/slideLayout106.xml"/><Relationship Id="rId23" Type="http://schemas.openxmlformats.org/officeDocument/2006/relationships/image" Target="../media/image79.png"/><Relationship Id="rId10" Type="http://schemas.openxmlformats.org/officeDocument/2006/relationships/tags" Target="../tags/tag333.xml"/><Relationship Id="rId19" Type="http://schemas.openxmlformats.org/officeDocument/2006/relationships/image" Target="../media/image77.png"/><Relationship Id="rId4" Type="http://schemas.openxmlformats.org/officeDocument/2006/relationships/tags" Target="../tags/tag327.xml"/><Relationship Id="rId9" Type="http://schemas.openxmlformats.org/officeDocument/2006/relationships/tags" Target="../tags/tag332.xml"/><Relationship Id="rId14" Type="http://schemas.openxmlformats.org/officeDocument/2006/relationships/tags" Target="../tags/tag337.xml"/><Relationship Id="rId22" Type="http://schemas.openxmlformats.org/officeDocument/2006/relationships/chart" Target="../charts/chart24.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105.xml"/><Relationship Id="rId1" Type="http://schemas.openxmlformats.org/officeDocument/2006/relationships/tags" Target="../tags/tag338.xml"/><Relationship Id="rId5" Type="http://schemas.openxmlformats.org/officeDocument/2006/relationships/image" Target="../media/image15.emf"/><Relationship Id="rId4" Type="http://schemas.openxmlformats.org/officeDocument/2006/relationships/oleObject" Target="../embeddings/oleObject59.bin"/></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98.xml"/><Relationship Id="rId1" Type="http://schemas.openxmlformats.org/officeDocument/2006/relationships/tags" Target="../tags/tag339.xml"/><Relationship Id="rId5" Type="http://schemas.openxmlformats.org/officeDocument/2006/relationships/image" Target="../media/image76.emf"/><Relationship Id="rId4" Type="http://schemas.openxmlformats.org/officeDocument/2006/relationships/oleObject" Target="../embeddings/oleObject60.bin"/></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71.xml.rels><?xml version="1.0" encoding="UTF-8" standalone="yes"?>
<Relationships xmlns="http://schemas.openxmlformats.org/package/2006/relationships"><Relationship Id="rId13" Type="http://schemas.openxmlformats.org/officeDocument/2006/relationships/tags" Target="../tags/tag352.xml"/><Relationship Id="rId18" Type="http://schemas.openxmlformats.org/officeDocument/2006/relationships/tags" Target="../tags/tag357.xml"/><Relationship Id="rId26" Type="http://schemas.openxmlformats.org/officeDocument/2006/relationships/tags" Target="../tags/tag365.xml"/><Relationship Id="rId39" Type="http://schemas.openxmlformats.org/officeDocument/2006/relationships/tags" Target="../tags/tag378.xml"/><Relationship Id="rId21" Type="http://schemas.openxmlformats.org/officeDocument/2006/relationships/tags" Target="../tags/tag360.xml"/><Relationship Id="rId34" Type="http://schemas.openxmlformats.org/officeDocument/2006/relationships/tags" Target="../tags/tag373.xml"/><Relationship Id="rId7" Type="http://schemas.openxmlformats.org/officeDocument/2006/relationships/tags" Target="../tags/tag346.xml"/><Relationship Id="rId2" Type="http://schemas.openxmlformats.org/officeDocument/2006/relationships/tags" Target="../tags/tag341.xml"/><Relationship Id="rId16" Type="http://schemas.openxmlformats.org/officeDocument/2006/relationships/tags" Target="../tags/tag355.xml"/><Relationship Id="rId29" Type="http://schemas.openxmlformats.org/officeDocument/2006/relationships/tags" Target="../tags/tag368.xml"/><Relationship Id="rId1" Type="http://schemas.openxmlformats.org/officeDocument/2006/relationships/tags" Target="../tags/tag340.xml"/><Relationship Id="rId6" Type="http://schemas.openxmlformats.org/officeDocument/2006/relationships/tags" Target="../tags/tag345.xml"/><Relationship Id="rId11" Type="http://schemas.openxmlformats.org/officeDocument/2006/relationships/tags" Target="../tags/tag350.xml"/><Relationship Id="rId24" Type="http://schemas.openxmlformats.org/officeDocument/2006/relationships/tags" Target="../tags/tag363.xml"/><Relationship Id="rId32" Type="http://schemas.openxmlformats.org/officeDocument/2006/relationships/tags" Target="../tags/tag371.xml"/><Relationship Id="rId37" Type="http://schemas.openxmlformats.org/officeDocument/2006/relationships/tags" Target="../tags/tag376.xml"/><Relationship Id="rId40" Type="http://schemas.openxmlformats.org/officeDocument/2006/relationships/tags" Target="../tags/tag379.xml"/><Relationship Id="rId45" Type="http://schemas.openxmlformats.org/officeDocument/2006/relationships/chart" Target="../charts/chart25.xml"/><Relationship Id="rId5" Type="http://schemas.openxmlformats.org/officeDocument/2006/relationships/tags" Target="../tags/tag344.xml"/><Relationship Id="rId15" Type="http://schemas.openxmlformats.org/officeDocument/2006/relationships/tags" Target="../tags/tag354.xml"/><Relationship Id="rId23" Type="http://schemas.openxmlformats.org/officeDocument/2006/relationships/tags" Target="../tags/tag362.xml"/><Relationship Id="rId28" Type="http://schemas.openxmlformats.org/officeDocument/2006/relationships/tags" Target="../tags/tag367.xml"/><Relationship Id="rId36" Type="http://schemas.openxmlformats.org/officeDocument/2006/relationships/tags" Target="../tags/tag375.xml"/><Relationship Id="rId10" Type="http://schemas.openxmlformats.org/officeDocument/2006/relationships/tags" Target="../tags/tag349.xml"/><Relationship Id="rId19" Type="http://schemas.openxmlformats.org/officeDocument/2006/relationships/tags" Target="../tags/tag358.xml"/><Relationship Id="rId31" Type="http://schemas.openxmlformats.org/officeDocument/2006/relationships/tags" Target="../tags/tag370.xml"/><Relationship Id="rId44" Type="http://schemas.openxmlformats.org/officeDocument/2006/relationships/image" Target="../media/image17.emf"/><Relationship Id="rId4" Type="http://schemas.openxmlformats.org/officeDocument/2006/relationships/tags" Target="../tags/tag343.xml"/><Relationship Id="rId9" Type="http://schemas.openxmlformats.org/officeDocument/2006/relationships/tags" Target="../tags/tag348.xml"/><Relationship Id="rId14" Type="http://schemas.openxmlformats.org/officeDocument/2006/relationships/tags" Target="../tags/tag353.xml"/><Relationship Id="rId22" Type="http://schemas.openxmlformats.org/officeDocument/2006/relationships/tags" Target="../tags/tag361.xml"/><Relationship Id="rId27" Type="http://schemas.openxmlformats.org/officeDocument/2006/relationships/tags" Target="../tags/tag366.xml"/><Relationship Id="rId30" Type="http://schemas.openxmlformats.org/officeDocument/2006/relationships/tags" Target="../tags/tag369.xml"/><Relationship Id="rId35" Type="http://schemas.openxmlformats.org/officeDocument/2006/relationships/tags" Target="../tags/tag374.xml"/><Relationship Id="rId43" Type="http://schemas.openxmlformats.org/officeDocument/2006/relationships/oleObject" Target="../embeddings/oleObject61.bin"/><Relationship Id="rId8" Type="http://schemas.openxmlformats.org/officeDocument/2006/relationships/tags" Target="../tags/tag347.xml"/><Relationship Id="rId3" Type="http://schemas.openxmlformats.org/officeDocument/2006/relationships/tags" Target="../tags/tag342.xml"/><Relationship Id="rId12" Type="http://schemas.openxmlformats.org/officeDocument/2006/relationships/tags" Target="../tags/tag351.xml"/><Relationship Id="rId17" Type="http://schemas.openxmlformats.org/officeDocument/2006/relationships/tags" Target="../tags/tag356.xml"/><Relationship Id="rId25" Type="http://schemas.openxmlformats.org/officeDocument/2006/relationships/tags" Target="../tags/tag364.xml"/><Relationship Id="rId33" Type="http://schemas.openxmlformats.org/officeDocument/2006/relationships/tags" Target="../tags/tag372.xml"/><Relationship Id="rId38" Type="http://schemas.openxmlformats.org/officeDocument/2006/relationships/tags" Target="../tags/tag377.xml"/><Relationship Id="rId20" Type="http://schemas.openxmlformats.org/officeDocument/2006/relationships/tags" Target="../tags/tag359.xml"/><Relationship Id="rId41" Type="http://schemas.openxmlformats.org/officeDocument/2006/relationships/slideLayout" Target="../slideLayouts/slideLayout123.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103.xml"/><Relationship Id="rId1" Type="http://schemas.openxmlformats.org/officeDocument/2006/relationships/tags" Target="../tags/tag380.xml"/><Relationship Id="rId5" Type="http://schemas.openxmlformats.org/officeDocument/2006/relationships/image" Target="../media/image1.emf"/><Relationship Id="rId4" Type="http://schemas.openxmlformats.org/officeDocument/2006/relationships/oleObject" Target="../embeddings/oleObject62.bin"/></Relationships>
</file>

<file path=ppt/slides/_rels/slide7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40.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6115732-5E02-0FCD-7991-AD9C97E34296}"/>
              </a:ext>
            </a:extLst>
          </p:cNvPr>
          <p:cNvSpPr>
            <a:spLocks noGrp="1"/>
          </p:cNvSpPr>
          <p:nvPr>
            <p:ph type="body" sz="quarter" idx="13"/>
          </p:nvPr>
        </p:nvSpPr>
        <p:spPr>
          <a:xfrm>
            <a:off x="5717753" y="1136401"/>
            <a:ext cx="754112" cy="304932"/>
          </a:xfrm>
        </p:spPr>
        <p:txBody>
          <a:bodyPr/>
          <a:lstStyle/>
          <a:p>
            <a:r>
              <a:rPr lang="en-US"/>
              <a:t>01</a:t>
            </a:r>
          </a:p>
        </p:txBody>
      </p:sp>
      <p:sp>
        <p:nvSpPr>
          <p:cNvPr id="3" name="Text Placeholder 2">
            <a:extLst>
              <a:ext uri="{FF2B5EF4-FFF2-40B4-BE49-F238E27FC236}">
                <a16:creationId xmlns:a16="http://schemas.microsoft.com/office/drawing/2014/main" id="{A5DCF498-40A2-9CEA-4CE3-1B6E78B22377}"/>
              </a:ext>
            </a:extLst>
          </p:cNvPr>
          <p:cNvSpPr>
            <a:spLocks noGrp="1"/>
          </p:cNvSpPr>
          <p:nvPr>
            <p:ph type="body" sz="quarter" idx="14"/>
          </p:nvPr>
        </p:nvSpPr>
        <p:spPr>
          <a:xfrm>
            <a:off x="3306713" y="1500468"/>
            <a:ext cx="5591804" cy="304932"/>
          </a:xfrm>
        </p:spPr>
        <p:txBody>
          <a:bodyPr/>
          <a:lstStyle/>
          <a:p>
            <a:r>
              <a:rPr lang="en-US"/>
              <a:t>Americas (AMER)</a:t>
            </a:r>
          </a:p>
        </p:txBody>
      </p:sp>
      <p:sp>
        <p:nvSpPr>
          <p:cNvPr id="4" name="Text Placeholder 3">
            <a:extLst>
              <a:ext uri="{FF2B5EF4-FFF2-40B4-BE49-F238E27FC236}">
                <a16:creationId xmlns:a16="http://schemas.microsoft.com/office/drawing/2014/main" id="{BA0BF391-5D93-4744-E3BF-2168E8849BF1}"/>
              </a:ext>
            </a:extLst>
          </p:cNvPr>
          <p:cNvSpPr>
            <a:spLocks noGrp="1"/>
          </p:cNvSpPr>
          <p:nvPr>
            <p:ph type="body" sz="quarter" idx="15"/>
          </p:nvPr>
        </p:nvSpPr>
        <p:spPr>
          <a:xfrm>
            <a:off x="5717753" y="2104423"/>
            <a:ext cx="754112" cy="304932"/>
          </a:xfrm>
        </p:spPr>
        <p:txBody>
          <a:bodyPr/>
          <a:lstStyle/>
          <a:p>
            <a:r>
              <a:rPr lang="en-US"/>
              <a:t>02</a:t>
            </a:r>
          </a:p>
        </p:txBody>
      </p:sp>
      <p:sp>
        <p:nvSpPr>
          <p:cNvPr id="5" name="Text Placeholder 4">
            <a:extLst>
              <a:ext uri="{FF2B5EF4-FFF2-40B4-BE49-F238E27FC236}">
                <a16:creationId xmlns:a16="http://schemas.microsoft.com/office/drawing/2014/main" id="{F1F70F21-D606-820D-23E1-ED8407D41D90}"/>
              </a:ext>
            </a:extLst>
          </p:cNvPr>
          <p:cNvSpPr>
            <a:spLocks noGrp="1"/>
          </p:cNvSpPr>
          <p:nvPr>
            <p:ph type="body" sz="quarter" idx="16"/>
          </p:nvPr>
        </p:nvSpPr>
        <p:spPr>
          <a:xfrm>
            <a:off x="3306713" y="2468490"/>
            <a:ext cx="5591804" cy="304932"/>
          </a:xfrm>
        </p:spPr>
        <p:txBody>
          <a:bodyPr/>
          <a:lstStyle/>
          <a:p>
            <a:r>
              <a:rPr lang="en-US"/>
              <a:t>EMEAA</a:t>
            </a:r>
          </a:p>
        </p:txBody>
      </p:sp>
      <p:sp>
        <p:nvSpPr>
          <p:cNvPr id="6" name="Text Placeholder 5">
            <a:extLst>
              <a:ext uri="{FF2B5EF4-FFF2-40B4-BE49-F238E27FC236}">
                <a16:creationId xmlns:a16="http://schemas.microsoft.com/office/drawing/2014/main" id="{02BAA386-904D-6CD2-01D9-940D70B9ED09}"/>
              </a:ext>
            </a:extLst>
          </p:cNvPr>
          <p:cNvSpPr>
            <a:spLocks noGrp="1"/>
          </p:cNvSpPr>
          <p:nvPr>
            <p:ph type="body" sz="quarter" idx="17"/>
          </p:nvPr>
        </p:nvSpPr>
        <p:spPr>
          <a:xfrm>
            <a:off x="5717753" y="3072445"/>
            <a:ext cx="754112" cy="304932"/>
          </a:xfrm>
        </p:spPr>
        <p:txBody>
          <a:bodyPr/>
          <a:lstStyle/>
          <a:p>
            <a:r>
              <a:rPr lang="en-US"/>
              <a:t>03</a:t>
            </a:r>
          </a:p>
        </p:txBody>
      </p:sp>
      <p:sp>
        <p:nvSpPr>
          <p:cNvPr id="7" name="Text Placeholder 6">
            <a:extLst>
              <a:ext uri="{FF2B5EF4-FFF2-40B4-BE49-F238E27FC236}">
                <a16:creationId xmlns:a16="http://schemas.microsoft.com/office/drawing/2014/main" id="{6C4FE75F-8919-6287-8EC4-E6568814AA27}"/>
              </a:ext>
            </a:extLst>
          </p:cNvPr>
          <p:cNvSpPr>
            <a:spLocks noGrp="1"/>
          </p:cNvSpPr>
          <p:nvPr>
            <p:ph type="body" sz="quarter" idx="18"/>
          </p:nvPr>
        </p:nvSpPr>
        <p:spPr>
          <a:xfrm>
            <a:off x="3306713" y="3436512"/>
            <a:ext cx="5591804" cy="304932"/>
          </a:xfrm>
        </p:spPr>
        <p:txBody>
          <a:bodyPr/>
          <a:lstStyle/>
          <a:p>
            <a:r>
              <a:rPr lang="en-US"/>
              <a:t>Greater China</a:t>
            </a:r>
          </a:p>
        </p:txBody>
      </p:sp>
      <p:sp>
        <p:nvSpPr>
          <p:cNvPr id="10" name="Text Placeholder 9">
            <a:extLst>
              <a:ext uri="{FF2B5EF4-FFF2-40B4-BE49-F238E27FC236}">
                <a16:creationId xmlns:a16="http://schemas.microsoft.com/office/drawing/2014/main" id="{B9E0D83A-038B-87B8-BCD0-ABBC17CDAC51}"/>
              </a:ext>
            </a:extLst>
          </p:cNvPr>
          <p:cNvSpPr>
            <a:spLocks noGrp="1"/>
          </p:cNvSpPr>
          <p:nvPr>
            <p:ph type="body" sz="quarter" idx="21"/>
          </p:nvPr>
        </p:nvSpPr>
        <p:spPr/>
        <p:txBody>
          <a:bodyPr/>
          <a:lstStyle/>
          <a:p>
            <a:r>
              <a:rPr lang="en-US"/>
              <a:t>TABLE OF CONTENTS</a:t>
            </a:r>
          </a:p>
        </p:txBody>
      </p:sp>
      <p:sp>
        <p:nvSpPr>
          <p:cNvPr id="11" name="Slide Number Placeholder 10">
            <a:extLst>
              <a:ext uri="{FF2B5EF4-FFF2-40B4-BE49-F238E27FC236}">
                <a16:creationId xmlns:a16="http://schemas.microsoft.com/office/drawing/2014/main" id="{E6D4B8A2-099B-969F-99BC-1633CFCE3FF5}"/>
              </a:ext>
            </a:extLst>
          </p:cNvPr>
          <p:cNvSpPr>
            <a:spLocks noGrp="1"/>
          </p:cNvSpPr>
          <p:nvPr>
            <p:ph type="sldNum" sz="quarter" idx="22"/>
          </p:nvPr>
        </p:nvSpPr>
        <p:spPr/>
        <p:txBody>
          <a:bodyPr/>
          <a:lstStyle/>
          <a:p>
            <a:fld id="{BF1B362E-304B-D74F-8E05-F581CCD55911}" type="slidenum">
              <a:rPr lang="en-US" smtClean="0"/>
              <a:pPr/>
              <a:t>3</a:t>
            </a:fld>
            <a:endParaRPr lang="en-US"/>
          </a:p>
        </p:txBody>
      </p:sp>
    </p:spTree>
    <p:extLst>
      <p:ext uri="{BB962C8B-B14F-4D97-AF65-F5344CB8AC3E}">
        <p14:creationId xmlns:p14="http://schemas.microsoft.com/office/powerpoint/2010/main" val="679359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949C2EE-6E4F-C65D-0B7F-F1B2B4F49E4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5" name="think-cell data - do not delete" hidden="1">
                        <a:extLst>
                          <a:ext uri="{FF2B5EF4-FFF2-40B4-BE49-F238E27FC236}">
                            <a16:creationId xmlns:a16="http://schemas.microsoft.com/office/drawing/2014/main" id="{1949C2EE-6E4F-C65D-0B7F-F1B2B4F49E4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EF582FD-491E-854C-4C65-7650A91349B5}"/>
              </a:ext>
            </a:extLst>
          </p:cNvPr>
          <p:cNvSpPr>
            <a:spLocks noGrp="1"/>
          </p:cNvSpPr>
          <p:nvPr>
            <p:ph type="ctrTitle"/>
          </p:nvPr>
        </p:nvSpPr>
        <p:spPr/>
        <p:txBody>
          <a:bodyPr vert="horz" rIns="0"/>
          <a:lstStyle/>
          <a:p>
            <a:r>
              <a:rPr lang="en-US" sz="4400"/>
              <a:t>GP Regional Planning Template</a:t>
            </a:r>
          </a:p>
        </p:txBody>
      </p:sp>
      <p:sp>
        <p:nvSpPr>
          <p:cNvPr id="3" name="Subtitle 2">
            <a:extLst>
              <a:ext uri="{FF2B5EF4-FFF2-40B4-BE49-F238E27FC236}">
                <a16:creationId xmlns:a16="http://schemas.microsoft.com/office/drawing/2014/main" id="{7661B682-E584-F383-EBF2-7260CE6D2020}"/>
              </a:ext>
            </a:extLst>
          </p:cNvPr>
          <p:cNvSpPr>
            <a:spLocks noGrp="1"/>
          </p:cNvSpPr>
          <p:nvPr>
            <p:ph type="subTitle" idx="1"/>
          </p:nvPr>
        </p:nvSpPr>
        <p:spPr/>
        <p:txBody>
          <a:bodyPr/>
          <a:lstStyle/>
          <a:p>
            <a:r>
              <a:rPr lang="en-US"/>
              <a:t>Regional templates: AMER, EMEAA &amp; Greater China</a:t>
            </a:r>
          </a:p>
          <a:p>
            <a:r>
              <a:rPr lang="en-US"/>
              <a:t>PLT DEBRIEF – SEPTEMBER 2026 – DRAFT FOR FORMAT REVIEW</a:t>
            </a:r>
          </a:p>
        </p:txBody>
      </p:sp>
    </p:spTree>
    <p:extLst>
      <p:ext uri="{BB962C8B-B14F-4D97-AF65-F5344CB8AC3E}">
        <p14:creationId xmlns:p14="http://schemas.microsoft.com/office/powerpoint/2010/main" val="158195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 name="think-cell data - do not delete" hidden="1">
            <a:extLst>
              <a:ext uri="{FF2B5EF4-FFF2-40B4-BE49-F238E27FC236}">
                <a16:creationId xmlns:a16="http://schemas.microsoft.com/office/drawing/2014/main" id="{4BA2F551-5A0B-8F32-5CED-5E69A2BA638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7" imgW="359" imgH="360" progId="TCLayout.ActiveDocument.1">
                  <p:embed/>
                </p:oleObj>
              </mc:Choice>
              <mc:Fallback>
                <p:oleObj name="thinkcell Slide" r:id="rId17" imgW="359" imgH="360" progId="TCLayout.ActiveDocument.1">
                  <p:embed/>
                  <p:pic>
                    <p:nvPicPr>
                      <p:cNvPr id="40" name="think-cell data - do not delete" hidden="1">
                        <a:extLst>
                          <a:ext uri="{FF2B5EF4-FFF2-40B4-BE49-F238E27FC236}">
                            <a16:creationId xmlns:a16="http://schemas.microsoft.com/office/drawing/2014/main" id="{4BA2F551-5A0B-8F32-5CED-5E69A2BA6384}"/>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46" name="Title Text"/>
          <p:cNvSpPr txBox="1"/>
          <p:nvPr/>
        </p:nvSpPr>
        <p:spPr>
          <a:xfrm>
            <a:off x="400389" y="351498"/>
            <a:ext cx="11317845" cy="9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600" b="1" i="0" u="none" strike="noStrike" kern="1200" cap="all" spc="0" normalizeH="0" baseline="0" noProof="0">
                <a:ln>
                  <a:noFill/>
                </a:ln>
                <a:solidFill>
                  <a:srgbClr val="000000"/>
                </a:solidFill>
                <a:effectLst/>
                <a:uLnTx/>
                <a:uFillTx/>
                <a:latin typeface="Arial" panose="020B0604020202020204"/>
                <a:ea typeface="+mn-ea"/>
                <a:cs typeface="+mn-cs"/>
              </a:rPr>
              <a:t>CURRENT PERFORMANCE | </a:t>
            </a:r>
            <a:r>
              <a:rPr kumimoji="0" lang="en-GB" sz="2600" b="0" i="0" u="none" strike="noStrike" kern="1200" cap="all" spc="0" normalizeH="0" baseline="0" noProof="0">
                <a:ln>
                  <a:noFill/>
                </a:ln>
                <a:solidFill>
                  <a:srgbClr val="000000"/>
                </a:solidFill>
                <a:effectLst/>
                <a:uLnTx/>
                <a:uFillTx/>
                <a:latin typeface="Arial" panose="020B0604020202020204"/>
                <a:ea typeface="+mn-ea"/>
                <a:cs typeface="+mn-cs"/>
              </a:rPr>
              <a:t/>
            </a:r>
            <a:r>
              <a:rPr kumimoji="0" lang="en-GB" sz="2600" b="0" i="0" u="none" strike="noStrike" kern="1200" cap="none" spc="0" normalizeH="0" baseline="0" noProof="0">
                <a:ln>
                  <a:noFill/>
                </a:ln>
                <a:solidFill>
                  <a:srgbClr val="000000"/>
                </a:solidFill>
                <a:effectLst/>
                <a:uLnTx/>
                <a:uFillTx/>
                <a:latin typeface="Arial" panose="020B0604020202020204"/>
                <a:ea typeface="+mn-ea"/>
                <a:cs typeface="+mn-cs"/>
              </a:rPr>
              <a:t>AMER</a:t>
            </a:r>
          </a:p>
        </p:txBody>
      </p:sp>
      <p:sp>
        <p:nvSpPr>
          <p:cNvPr id="213" name="TextBox 213"/>
          <p:cNvSpPr txBox="1"/>
          <p:nvPr/>
        </p:nvSpPr>
        <p:spPr>
          <a:xfrm>
            <a:off x="400390" y="2965545"/>
            <a:ext cx="530000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AMER Add. Spend &amp; </a:t>
            </a:r>
            <a:r>
              <a:rPr kumimoji="0" lang="en-US" sz="1200" b="1" i="0" u="none" strike="noStrike" kern="1200" cap="none" spc="0" normalizeH="0" baseline="0" noProof="0" err="1">
                <a:ln>
                  <a:noFill/>
                </a:ln>
                <a:solidFill>
                  <a:srgbClr val="000000"/>
                </a:solidFill>
                <a:effectLst/>
                <a:uLnTx/>
                <a:uFillTx/>
                <a:latin typeface="Arial" panose="020B0604020202020204"/>
                <a:ea typeface="+mn-ea"/>
                <a:cs typeface="+mn-cs"/>
              </a:rPr>
              <a:t>Programme</a:t>
            </a: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 Performance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14" name="Shape 214"/>
          <p:cNvSpPr/>
          <p:nvPr/>
        </p:nvSpPr>
        <p:spPr>
          <a:xfrm>
            <a:off x="430195" y="3192950"/>
            <a:ext cx="5300000" cy="254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0" name="Shape 230"/>
          <p:cNvSpPr/>
          <p:nvPr/>
        </p:nvSpPr>
        <p:spPr>
          <a:xfrm>
            <a:off x="5812635" y="3152595"/>
            <a:ext cx="12700" cy="2960000"/>
          </a:xfrm>
          <a:prstGeom prst="rect">
            <a:avLst/>
          </a:prstGeom>
          <a:solidFill>
            <a:srgbClr val="C0C7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1" name="Shape 231"/>
          <p:cNvSpPr/>
          <p:nvPr/>
        </p:nvSpPr>
        <p:spPr>
          <a:xfrm>
            <a:off x="6060000" y="3263288"/>
            <a:ext cx="660000" cy="66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3" name="TextBox 233"/>
          <p:cNvSpPr txBox="1"/>
          <p:nvPr/>
        </p:nvSpPr>
        <p:spPr>
          <a:xfrm>
            <a:off x="6890000" y="3283288"/>
            <a:ext cx="490161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50" b="1" i="0" u="none" strike="noStrike" kern="1200" cap="all" spc="40" normalizeH="0" baseline="0" noProof="0">
                <a:ln>
                  <a:noFill/>
                </a:ln>
                <a:solidFill>
                  <a:srgbClr val="1F4456"/>
                </a:solidFill>
                <a:effectLst/>
                <a:uLnTx/>
                <a:uFillTx/>
                <a:latin typeface="Arial" panose="020B0604020202020204"/>
                <a:ea typeface="+mn-ea"/>
                <a:cs typeface="Arial"/>
              </a:rPr>
              <a:t>Operate carries the programme</a:t>
            </a:r>
          </a:p>
        </p:txBody>
      </p:sp>
      <p:sp>
        <p:nvSpPr>
          <p:cNvPr id="234" name="TextBox 234"/>
          <p:cNvSpPr txBox="1"/>
          <p:nvPr/>
        </p:nvSpPr>
        <p:spPr>
          <a:xfrm>
            <a:off x="6890000" y="3531918"/>
            <a:ext cx="4901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Operate is 23% of AMER’s addressable spend but 72% of programme spend (14.6% capture). Build is 47% of spend with only 0.2% on programme</a:t>
            </a:r>
          </a:p>
        </p:txBody>
      </p:sp>
      <p:sp>
        <p:nvSpPr>
          <p:cNvPr id="235" name="Shape 235"/>
          <p:cNvSpPr/>
          <p:nvPr/>
        </p:nvSpPr>
        <p:spPr>
          <a:xfrm>
            <a:off x="6060000" y="4163288"/>
            <a:ext cx="5731610" cy="12700"/>
          </a:xfrm>
          <a:prstGeom prst="rect">
            <a:avLst/>
          </a:prstGeom>
          <a:solidFill>
            <a:srgbClr val="C0C7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6" name="Shape 236"/>
          <p:cNvSpPr/>
          <p:nvPr/>
        </p:nvSpPr>
        <p:spPr>
          <a:xfrm>
            <a:off x="6060000" y="4263288"/>
            <a:ext cx="660000" cy="66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237" name="Icon 237"/>
          <p:cNvPicPr>
            <a:picLocks noChangeAspect="1"/>
          </p:cNvPicPr>
          <p:nvPr/>
        </p:nvPicPr>
        <p:blipFill>
          <a:blip r:embed="rId19"/>
          <a:stretch>
            <a:fillRect/>
          </a:stretch>
        </p:blipFill>
        <p:spPr>
          <a:xfrm>
            <a:off x="6210000" y="4413288"/>
            <a:ext cx="360000" cy="360000"/>
          </a:xfrm>
          <a:prstGeom prst="rect">
            <a:avLst/>
          </a:prstGeom>
        </p:spPr>
      </p:pic>
      <p:sp>
        <p:nvSpPr>
          <p:cNvPr id="238" name="TextBox 238"/>
          <p:cNvSpPr txBox="1"/>
          <p:nvPr/>
        </p:nvSpPr>
        <p:spPr>
          <a:xfrm>
            <a:off x="6890000" y="4283288"/>
            <a:ext cx="490161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50" b="1" i="0" u="none" strike="noStrike" kern="1200" cap="all" spc="40" normalizeH="0" baseline="0" noProof="0">
                <a:ln>
                  <a:noFill/>
                </a:ln>
                <a:solidFill>
                  <a:srgbClr val="1F4456"/>
                </a:solidFill>
                <a:effectLst/>
                <a:uLnTx/>
                <a:uFillTx/>
                <a:latin typeface="Arial" panose="020B0604020202020204"/>
                <a:ea typeface="+mn-ea"/>
                <a:cs typeface="Arial"/>
              </a:rPr>
              <a:t>The US is mature and contested</a:t>
            </a:r>
          </a:p>
        </p:txBody>
      </p:sp>
      <p:sp>
        <p:nvSpPr>
          <p:cNvPr id="239" name="TextBox 239"/>
          <p:cNvSpPr txBox="1"/>
          <p:nvPr/>
        </p:nvSpPr>
        <p:spPr>
          <a:xfrm>
            <a:off x="6890000" y="4583288"/>
            <a:ext cx="4901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The US holds the largest pool, but entrenched GPO competitors and FDD language that blocks auto-enrolment cap growth, even with more OHES effort</a:t>
            </a:r>
          </a:p>
        </p:txBody>
      </p:sp>
      <p:sp>
        <p:nvSpPr>
          <p:cNvPr id="240" name="Shape 240"/>
          <p:cNvSpPr/>
          <p:nvPr/>
        </p:nvSpPr>
        <p:spPr>
          <a:xfrm>
            <a:off x="6060000" y="5163288"/>
            <a:ext cx="5731610" cy="12700"/>
          </a:xfrm>
          <a:prstGeom prst="rect">
            <a:avLst/>
          </a:prstGeom>
          <a:solidFill>
            <a:srgbClr val="C0C7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1" name="Shape 241"/>
          <p:cNvSpPr/>
          <p:nvPr/>
        </p:nvSpPr>
        <p:spPr>
          <a:xfrm>
            <a:off x="6060000" y="5263288"/>
            <a:ext cx="660000" cy="66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242" name="Icon 242"/>
          <p:cNvPicPr>
            <a:picLocks noChangeAspect="1"/>
          </p:cNvPicPr>
          <p:nvPr/>
        </p:nvPicPr>
        <p:blipFill>
          <a:blip r:embed="rId20"/>
          <a:stretch>
            <a:fillRect/>
          </a:stretch>
        </p:blipFill>
        <p:spPr>
          <a:xfrm>
            <a:off x="6210000" y="5413288"/>
            <a:ext cx="360000" cy="360000"/>
          </a:xfrm>
          <a:prstGeom prst="rect">
            <a:avLst/>
          </a:prstGeom>
        </p:spPr>
      </p:pic>
      <p:sp>
        <p:nvSpPr>
          <p:cNvPr id="243" name="TextBox 243"/>
          <p:cNvSpPr txBox="1"/>
          <p:nvPr/>
        </p:nvSpPr>
        <p:spPr>
          <a:xfrm>
            <a:off x="6890000" y="5283288"/>
            <a:ext cx="490161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50" b="1" i="0" u="none" strike="noStrike" kern="1200" cap="all" spc="40" normalizeH="0" baseline="0" noProof="0">
                <a:ln>
                  <a:noFill/>
                </a:ln>
                <a:solidFill>
                  <a:srgbClr val="1F4456"/>
                </a:solidFill>
                <a:effectLst/>
                <a:uLnTx/>
                <a:uFillTx/>
                <a:latin typeface="Arial" panose="020B0604020202020204"/>
                <a:ea typeface="+mn-ea"/>
                <a:cs typeface="Arial"/>
              </a:rPr>
              <a:t>Small owners are the engine</a:t>
            </a:r>
          </a:p>
        </p:txBody>
      </p:sp>
      <p:sp>
        <p:nvSpPr>
          <p:cNvPr id="244" name="TextBox 244"/>
          <p:cNvSpPr txBox="1"/>
          <p:nvPr/>
        </p:nvSpPr>
        <p:spPr>
          <a:xfrm>
            <a:off x="6890000" y="5583288"/>
            <a:ext cx="4901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First-time and small-scaling owners are 74% of the estate; OHES lifted their F&amp;B participation by 24% and 14%. Mexico and LAC remain under-covered</a:t>
            </a:r>
          </a:p>
        </p:txBody>
      </p:sp>
      <p:sp>
        <p:nvSpPr>
          <p:cNvPr id="901" name="Source Note"/>
          <p:cNvSpPr txBox="1"/>
          <p:nvPr/>
        </p:nvSpPr>
        <p:spPr>
          <a:xfrm>
            <a:off x="400390" y="6330000"/>
            <a:ext cx="1139122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700" b="0" i="1" u="none" strike="noStrike" kern="1200" cap="none" spc="0" normalizeH="0" baseline="0" noProof="0">
                <a:ln>
                  <a:noFill/>
                </a:ln>
                <a:solidFill>
                  <a:srgbClr val="688997"/>
                </a:solidFill>
                <a:effectLst/>
                <a:uLnTx/>
                <a:uFillTx/>
                <a:latin typeface="Arial" panose="020B0604020202020204"/>
                <a:ea typeface="+mn-ea"/>
                <a:cs typeface="+mn-cs"/>
              </a:rPr>
              <a:t>Source: F2F PLT August Fact Pack v1.0 (31 July 2026), pp. 29–30, 44; dim_hotel extract (2025 programme spend, modelled addressable spend); AMER F2F regional input, Aug 2026, slides 20–24. CRF collected: 2025 actual per AMER 2030 opportunity slide.</a:t>
            </a:r>
          </a:p>
        </p:txBody>
      </p:sp>
      <p:sp>
        <p:nvSpPr>
          <p:cNvPr id="913" name="Slide Number Placeholder 2">
            <a:extLst>
              <a:ext uri="{FF2B5EF4-FFF2-40B4-BE49-F238E27FC236}">
                <a16:creationId xmlns:a16="http://schemas.microsoft.com/office/drawing/2014/main" id="{F9B8030C-E4E1-CA88-5250-C8291C9D9945}"/>
              </a:ext>
            </a:extLst>
          </p:cNvPr>
          <p:cNvSpPr txBox="1">
            <a:spLocks/>
          </p:cNvSpPr>
          <p:nvPr/>
        </p:nvSpPr>
        <p:spPr>
          <a:xfrm>
            <a:off x="139700" y="6381750"/>
            <a:ext cx="515937" cy="4320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8F63A3B-78C7-47BE-AE5E-E10140E04643}" type="slidenum">
              <a:rPr kumimoji="0" lang="en-US" sz="9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1015" name="Chart 1014" descr="Chart">
            <a:extLst>
              <a:ext uri="{FF2B5EF4-FFF2-40B4-BE49-F238E27FC236}">
                <a16:creationId xmlns:a16="http://schemas.microsoft.com/office/drawing/2014/main" id="{B36065B5-DA39-8762-A1FB-AE64D51CE1EB}"/>
              </a:ext>
            </a:extLst>
          </p:cNvPr>
          <p:cNvGraphicFramePr/>
          <p:nvPr>
            <p:custDataLst>
              <p:tags r:id="rId2"/>
            </p:custDataLst>
          </p:nvPr>
        </p:nvGraphicFramePr>
        <p:xfrm>
          <a:off x="347663" y="3235325"/>
          <a:ext cx="3538537" cy="3008313"/>
        </p:xfrm>
        <a:graphic>
          <a:graphicData uri="http://schemas.openxmlformats.org/drawingml/2006/chart">
            <c:chart xmlns:c="http://schemas.openxmlformats.org/drawingml/2006/chart" xmlns:r="http://schemas.openxmlformats.org/officeDocument/2006/relationships" r:id="rId21"/>
          </a:graphicData>
        </a:graphic>
      </p:graphicFrame>
      <p:sp>
        <p:nvSpPr>
          <p:cNvPr id="193" name="Text Placeholder 2">
            <a:extLst>
              <a:ext uri="{FF2B5EF4-FFF2-40B4-BE49-F238E27FC236}">
                <a16:creationId xmlns:a16="http://schemas.microsoft.com/office/drawing/2014/main" id="{69DC049B-DF12-49E7-E72A-93E88AAB7330}"/>
              </a:ext>
            </a:extLst>
          </p:cNvPr>
          <p:cNvSpPr>
            <a:spLocks/>
          </p:cNvSpPr>
          <p:nvPr>
            <p:custDataLst>
              <p:tags r:id="rId3"/>
            </p:custDataLst>
          </p:nvPr>
        </p:nvSpPr>
        <p:spPr bwMode="auto">
          <a:xfrm>
            <a:off x="938213" y="6061075"/>
            <a:ext cx="669925"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39F7DDB9-4E36-4431-91F8-13F31CF0FA03}" type="datetime'''''Ad''d''''.'' Sp''''e''''n''''''''''''''''''''d'''''''">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Add. Spend</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7" name="Text Placeholder 2">
            <a:extLst>
              <a:ext uri="{FF2B5EF4-FFF2-40B4-BE49-F238E27FC236}">
                <a16:creationId xmlns:a16="http://schemas.microsoft.com/office/drawing/2014/main" id="{407584E2-1E2F-3FFE-AE62-5652AAD4E11F}"/>
              </a:ext>
            </a:extLst>
          </p:cNvPr>
          <p:cNvSpPr>
            <a:spLocks/>
          </p:cNvSpPr>
          <p:nvPr>
            <p:custDataLst>
              <p:tags r:id="rId4"/>
            </p:custDataLst>
          </p:nvPr>
        </p:nvSpPr>
        <p:spPr bwMode="auto">
          <a:xfrm>
            <a:off x="2605088" y="6061075"/>
            <a:ext cx="71278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22EA379A-0A13-4F94-929F-1287B6BBB4C4}" type="datetime'''P''''r''''og''. ''''''''''''''''S''p''e''''nd'''''">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Prog. Spend</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8" name="Text Placeholder 2">
            <a:extLst>
              <a:ext uri="{FF2B5EF4-FFF2-40B4-BE49-F238E27FC236}">
                <a16:creationId xmlns:a16="http://schemas.microsoft.com/office/drawing/2014/main" id="{601875B1-2F43-0F9D-7240-E229FE94B518}"/>
              </a:ext>
            </a:extLst>
          </p:cNvPr>
          <p:cNvSpPr>
            <a:spLocks/>
          </p:cNvSpPr>
          <p:nvPr>
            <p:custDataLst>
              <p:tags r:id="rId5"/>
            </p:custDataLst>
          </p:nvPr>
        </p:nvSpPr>
        <p:spPr bwMode="gray">
          <a:xfrm>
            <a:off x="1011238" y="3282950"/>
            <a:ext cx="5254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a:t>
            </a:r>
            <a:fld id="{50FE9740-DF13-4266-834F-ED87663C6FB2}" type="datetime'''5'',''''''''''''''4''''''''''''''''''''''''''''6''''4'''''''">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18,899</a:t>
            </a:fld>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m</a:t>
            </a: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9" name="Text Placeholder 2">
            <a:extLst>
              <a:ext uri="{FF2B5EF4-FFF2-40B4-BE49-F238E27FC236}">
                <a16:creationId xmlns:a16="http://schemas.microsoft.com/office/drawing/2014/main" id="{0383C0A7-9336-1A52-9E7F-47B4FFE0976B}"/>
              </a:ext>
            </a:extLst>
          </p:cNvPr>
          <p:cNvSpPr>
            <a:spLocks/>
          </p:cNvSpPr>
          <p:nvPr>
            <p:custDataLst>
              <p:tags r:id="rId6"/>
            </p:custDataLst>
          </p:nvPr>
        </p:nvSpPr>
        <p:spPr bwMode="gray">
          <a:xfrm>
            <a:off x="2751138" y="3282950"/>
            <a:ext cx="42068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a:t>
            </a:r>
            <a:fld id="{5C7207C7-C1CA-4ED4-9771-2B38D3EBFB48}" type="datetime'''''''''''''''''1''''''''''''''''''''''''''''64'''''''''">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902</a:t>
            </a:fld>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m</a:t>
            </a: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1054" name="Chart 1053" descr="Chart">
            <a:extLst>
              <a:ext uri="{FF2B5EF4-FFF2-40B4-BE49-F238E27FC236}">
                <a16:creationId xmlns:a16="http://schemas.microsoft.com/office/drawing/2014/main" id="{0858F2E0-CCFE-F710-01E7-C66AF5369D5D}"/>
              </a:ext>
            </a:extLst>
          </p:cNvPr>
          <p:cNvGraphicFramePr/>
          <p:nvPr>
            <p:custDataLst>
              <p:tags r:id="rId7"/>
            </p:custDataLst>
          </p:nvPr>
        </p:nvGraphicFramePr>
        <p:xfrm>
          <a:off x="3521075" y="3652838"/>
          <a:ext cx="1487488" cy="2274887"/>
        </p:xfrm>
        <a:graphic>
          <a:graphicData uri="http://schemas.openxmlformats.org/drawingml/2006/chart">
            <c:chart xmlns:c="http://schemas.openxmlformats.org/drawingml/2006/chart" xmlns:r="http://schemas.openxmlformats.org/officeDocument/2006/relationships" r:id="rId22"/>
          </a:graphicData>
        </a:graphic>
      </p:graphicFrame>
      <p:sp useBgFill="1">
        <p:nvSpPr>
          <p:cNvPr id="1050" name="Freeform: Shape 1049">
            <a:extLst>
              <a:ext uri="{FF2B5EF4-FFF2-40B4-BE49-F238E27FC236}">
                <a16:creationId xmlns:a16="http://schemas.microsoft.com/office/drawing/2014/main" id="{1D32FE14-F584-4DCD-C8BA-3F1BC0A33351}"/>
              </a:ext>
            </a:extLst>
          </p:cNvPr>
          <p:cNvSpPr/>
          <p:nvPr>
            <p:custDataLst>
              <p:tags r:id="rId8"/>
            </p:custDataLst>
          </p:nvPr>
        </p:nvSpPr>
        <p:spPr bwMode="auto">
          <a:xfrm>
            <a:off x="4745038" y="4341813"/>
            <a:ext cx="157164" cy="369888"/>
          </a:xfrm>
          <a:custGeom>
            <a:avLst/>
            <a:gdLst/>
            <a:ahLst/>
            <a:cxnLst/>
            <a:rect l="0" t="0" r="0" b="0"/>
            <a:pathLst>
              <a:path w="157164" h="369888">
                <a:moveTo>
                  <a:pt x="157163" y="0"/>
                </a:moveTo>
                <a:lnTo>
                  <a:pt x="57150" y="369887"/>
                </a:lnTo>
                <a:lnTo>
                  <a:pt x="0" y="369887"/>
                </a:lnTo>
                <a:lnTo>
                  <a:pt x="100013" y="0"/>
                </a:lnTo>
                <a:close/>
              </a:path>
            </a:pathLst>
          </a:custGeom>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48" name="Freeform: Shape 1047">
            <a:extLst>
              <a:ext uri="{FF2B5EF4-FFF2-40B4-BE49-F238E27FC236}">
                <a16:creationId xmlns:a16="http://schemas.microsoft.com/office/drawing/2014/main" id="{5C9E187B-C8E0-678C-96F2-D2412DAF3A5E}"/>
              </a:ext>
            </a:extLst>
          </p:cNvPr>
          <p:cNvSpPr/>
          <p:nvPr>
            <p:custDataLst>
              <p:tags r:id="rId9"/>
            </p:custDataLst>
          </p:nvPr>
        </p:nvSpPr>
        <p:spPr bwMode="auto">
          <a:xfrm>
            <a:off x="4745038" y="4341813"/>
            <a:ext cx="100014" cy="369888"/>
          </a:xfrm>
          <a:custGeom>
            <a:avLst/>
            <a:gdLst/>
            <a:ahLst/>
            <a:cxnLst/>
            <a:rect l="0" t="0" r="0" b="0"/>
            <a:pathLst>
              <a:path w="100014" h="369888">
                <a:moveTo>
                  <a:pt x="100013" y="0"/>
                </a:moveTo>
                <a:lnTo>
                  <a:pt x="0" y="369887"/>
                </a:lnTo>
              </a:path>
            </a:pathLst>
          </a:custGeom>
          <a:ln w="9525" cap="flat" cmpd="sng" algn="ctr">
            <a:solidFill>
              <a:schemeClr val="tx1"/>
            </a:solidFill>
            <a:prstDash val="solid"/>
            <a:miter lim="800000"/>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049" name="Freeform: Shape 1048">
            <a:extLst>
              <a:ext uri="{FF2B5EF4-FFF2-40B4-BE49-F238E27FC236}">
                <a16:creationId xmlns:a16="http://schemas.microsoft.com/office/drawing/2014/main" id="{53CF200E-616D-D7EC-1789-FA3BF3F19A89}"/>
              </a:ext>
            </a:extLst>
          </p:cNvPr>
          <p:cNvSpPr/>
          <p:nvPr>
            <p:custDataLst>
              <p:tags r:id="rId10"/>
            </p:custDataLst>
          </p:nvPr>
        </p:nvSpPr>
        <p:spPr bwMode="auto">
          <a:xfrm>
            <a:off x="4802188" y="4341813"/>
            <a:ext cx="100014" cy="369888"/>
          </a:xfrm>
          <a:custGeom>
            <a:avLst/>
            <a:gdLst/>
            <a:ahLst/>
            <a:cxnLst/>
            <a:rect l="0" t="0" r="0" b="0"/>
            <a:pathLst>
              <a:path w="100014" h="369888">
                <a:moveTo>
                  <a:pt x="100013" y="0"/>
                </a:moveTo>
                <a:lnTo>
                  <a:pt x="0" y="369887"/>
                </a:lnTo>
              </a:path>
            </a:pathLst>
          </a:custGeom>
          <a:ln w="9525" cap="flat" cmpd="sng" algn="ctr">
            <a:solidFill>
              <a:schemeClr val="tx1"/>
            </a:solidFill>
            <a:prstDash val="solid"/>
            <a:miter lim="800000"/>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1" name="Text Placeholder 2">
            <a:extLst>
              <a:ext uri="{FF2B5EF4-FFF2-40B4-BE49-F238E27FC236}">
                <a16:creationId xmlns:a16="http://schemas.microsoft.com/office/drawing/2014/main" id="{029CA290-7C7F-45B0-CC05-C2AB41510160}"/>
              </a:ext>
            </a:extLst>
          </p:cNvPr>
          <p:cNvSpPr>
            <a:spLocks/>
          </p:cNvSpPr>
          <p:nvPr>
            <p:custDataLst>
              <p:tags r:id="rId11"/>
            </p:custDataLst>
          </p:nvPr>
        </p:nvSpPr>
        <p:spPr bwMode="gray">
          <a:xfrm>
            <a:off x="3641084" y="3921125"/>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EB0C04C2-5983-4BDD-ADFF-39915A589174}" type="datetime'''3''''''''''''''''''''''''''''''''''.''''''''''''0''''%'''''">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&lt;0.1%</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2" name="Text Placeholder 2">
            <a:extLst>
              <a:ext uri="{FF2B5EF4-FFF2-40B4-BE49-F238E27FC236}">
                <a16:creationId xmlns:a16="http://schemas.microsoft.com/office/drawing/2014/main" id="{069840B3-4402-C429-6D89-7B5CAED28784}"/>
              </a:ext>
            </a:extLst>
          </p:cNvPr>
          <p:cNvSpPr>
            <a:spLocks/>
          </p:cNvSpPr>
          <p:nvPr>
            <p:custDataLst>
              <p:tags r:id="rId12"/>
            </p:custDataLst>
          </p:nvPr>
        </p:nvSpPr>
        <p:spPr bwMode="gray">
          <a:xfrm>
            <a:off x="4951585" y="4449763"/>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B4981780-B441-4DBA-9FBA-026B2821BD08}" type="datetime'''''''''''''''9''''''''''''''''.''''2''''''''''%'''''''">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14.6%</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3" name="Text Placeholder 2">
            <a:extLst>
              <a:ext uri="{FF2B5EF4-FFF2-40B4-BE49-F238E27FC236}">
                <a16:creationId xmlns:a16="http://schemas.microsoft.com/office/drawing/2014/main" id="{AF4EDA3A-3255-436A-70EC-7F4E66C3205D}"/>
              </a:ext>
            </a:extLst>
          </p:cNvPr>
          <p:cNvSpPr>
            <a:spLocks/>
          </p:cNvSpPr>
          <p:nvPr>
            <p:custDataLst>
              <p:tags r:id="rId13"/>
            </p:custDataLst>
          </p:nvPr>
        </p:nvSpPr>
        <p:spPr bwMode="gray">
          <a:xfrm>
            <a:off x="4744830" y="4976813"/>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5D2E0FF0-3B42-417C-9EED-86A12C134B35}" type="datetime'1''.''2''%'''">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5.2%</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4" name="Text Placeholder 2">
            <a:extLst>
              <a:ext uri="{FF2B5EF4-FFF2-40B4-BE49-F238E27FC236}">
                <a16:creationId xmlns:a16="http://schemas.microsoft.com/office/drawing/2014/main" id="{49C27088-1DB5-28EE-A39A-FAB8E5A3F9AD}"/>
              </a:ext>
            </a:extLst>
          </p:cNvPr>
          <p:cNvSpPr>
            <a:spLocks/>
          </p:cNvSpPr>
          <p:nvPr>
            <p:custDataLst>
              <p:tags r:id="rId14"/>
            </p:custDataLst>
          </p:nvPr>
        </p:nvSpPr>
        <p:spPr bwMode="gray">
          <a:xfrm>
            <a:off x="3666852" y="5503863"/>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2B5B994A-BBBE-4F23-AEC9-453AAE61CE17}" type="datetime'''0''''''''''''''''''''''''''.''3''''''%'''">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0.2%</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1034" name="Icon 297">
            <a:extLst>
              <a:ext uri="{FF2B5EF4-FFF2-40B4-BE49-F238E27FC236}">
                <a16:creationId xmlns:a16="http://schemas.microsoft.com/office/drawing/2014/main" id="{56B53E25-848A-7EC9-AF10-683B38C5DC0E}"/>
              </a:ext>
            </a:extLst>
          </p:cNvPr>
          <p:cNvPicPr>
            <a:picLocks noChangeAspect="1"/>
          </p:cNvPicPr>
          <p:nvPr/>
        </p:nvPicPr>
        <p:blipFill>
          <a:blip r:embed="rId23"/>
          <a:stretch>
            <a:fillRect/>
          </a:stretch>
        </p:blipFill>
        <p:spPr>
          <a:xfrm>
            <a:off x="6169778" y="3401637"/>
            <a:ext cx="410150" cy="410150"/>
          </a:xfrm>
          <a:prstGeom prst="rect">
            <a:avLst/>
          </a:prstGeom>
        </p:spPr>
      </p:pic>
      <p:pic>
        <p:nvPicPr>
          <p:cNvPr id="1040" name="Picture 1039">
            <a:extLst>
              <a:ext uri="{FF2B5EF4-FFF2-40B4-BE49-F238E27FC236}">
                <a16:creationId xmlns:a16="http://schemas.microsoft.com/office/drawing/2014/main" id="{EC507EC4-0EDE-862A-9A8A-1CAB691B2F5A}"/>
              </a:ext>
            </a:extLst>
          </p:cNvPr>
          <p:cNvPicPr>
            <a:picLocks noChangeAspect="1"/>
          </p:cNvPicPr>
          <p:nvPr/>
        </p:nvPicPr>
        <p:blipFill>
          <a:blip r:embed="rId24"/>
          <a:stretch>
            <a:fillRect/>
          </a:stretch>
        </p:blipFill>
        <p:spPr>
          <a:xfrm>
            <a:off x="541302" y="6603909"/>
            <a:ext cx="4010585" cy="161948"/>
          </a:xfrm>
          <a:prstGeom prst="rect">
            <a:avLst/>
          </a:prstGeom>
        </p:spPr>
      </p:pic>
      <p:sp>
        <p:nvSpPr>
          <p:cNvPr id="2" name="Rectangle 1">
            <a:extLst>
              <a:ext uri="{FF2B5EF4-FFF2-40B4-BE49-F238E27FC236}">
                <a16:creationId xmlns:a16="http://schemas.microsoft.com/office/drawing/2014/main" id="{E4051CC7-D60F-DB26-D020-BCD6E6876761}"/>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Recap / Update of intent</a:t>
            </a:r>
          </a:p>
        </p:txBody>
      </p:sp>
      <p:grpSp>
        <p:nvGrpSpPr>
          <p:cNvPr id="8" name="Group 7">
            <a:extLst>
              <a:ext uri="{FF2B5EF4-FFF2-40B4-BE49-F238E27FC236}">
                <a16:creationId xmlns:a16="http://schemas.microsoft.com/office/drawing/2014/main" id="{48CE3470-69B2-F3F6-A80E-ED6DDA6C0B08}"/>
              </a:ext>
            </a:extLst>
          </p:cNvPr>
          <p:cNvGrpSpPr/>
          <p:nvPr/>
        </p:nvGrpSpPr>
        <p:grpSpPr>
          <a:xfrm>
            <a:off x="400390" y="1258805"/>
            <a:ext cx="11391220" cy="1708588"/>
            <a:chOff x="400390" y="1599999"/>
            <a:chExt cx="12070582" cy="1708588"/>
          </a:xfrm>
        </p:grpSpPr>
        <p:sp>
          <p:nvSpPr>
            <p:cNvPr id="209" name="Shape 209"/>
            <p:cNvSpPr/>
            <p:nvPr/>
          </p:nvSpPr>
          <p:spPr>
            <a:xfrm>
              <a:off x="6490851"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1" name="Shape 201"/>
            <p:cNvSpPr/>
            <p:nvPr/>
          </p:nvSpPr>
          <p:spPr>
            <a:xfrm>
              <a:off x="400390"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2" name="Shape 202"/>
            <p:cNvSpPr/>
            <p:nvPr/>
          </p:nvSpPr>
          <p:spPr>
            <a:xfrm>
              <a:off x="400390"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5" name="Shape 205"/>
            <p:cNvSpPr/>
            <p:nvPr/>
          </p:nvSpPr>
          <p:spPr>
            <a:xfrm>
              <a:off x="3445621"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6" name="Shape 206"/>
            <p:cNvSpPr/>
            <p:nvPr/>
          </p:nvSpPr>
          <p:spPr>
            <a:xfrm>
              <a:off x="3445621"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7" name="TextBox 207"/>
            <p:cNvSpPr txBox="1"/>
            <p:nvPr/>
          </p:nvSpPr>
          <p:spPr>
            <a:xfrm>
              <a:off x="558021" y="1795675"/>
              <a:ext cx="2525048"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$18.9bn</a:t>
              </a:r>
            </a:p>
          </p:txBody>
        </p:sp>
        <p:sp>
          <p:nvSpPr>
            <p:cNvPr id="208" name="TextBox 208"/>
            <p:cNvSpPr txBox="1"/>
            <p:nvPr/>
          </p:nvSpPr>
          <p:spPr>
            <a:xfrm>
              <a:off x="558021" y="2291370"/>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Est Addressable Spend</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altLang="en-US" sz="1000" b="0" i="0" u="none" strike="noStrike" kern="1200" cap="none" spc="0" normalizeH="0" baseline="0" noProof="0">
                  <a:ln>
                    <a:noFill/>
                  </a:ln>
                  <a:solidFill>
                    <a:srgbClr val="3D4B52"/>
                  </a:solidFill>
                  <a:effectLst/>
                  <a:uLnTx/>
                  <a:uFillTx/>
                  <a:latin typeface="Arial" panose="020B0604020202020204"/>
                  <a:ea typeface="+mn-ea"/>
                  <a:cs typeface="Arial"/>
                </a:rPr>
                <a:t>(Developed from IHG spend analysis &amp; external data)</a:t>
              </a:r>
              <a:endParaRPr kumimoji="0" lang="en-GB" sz="1000" b="0" i="0" u="none" strike="noStrike" kern="1200" cap="none" spc="0" normalizeH="0" baseline="0" noProof="0">
                <a:ln>
                  <a:noFill/>
                </a:ln>
                <a:solidFill>
                  <a:srgbClr val="3D4B52"/>
                </a:solidFill>
                <a:effectLst/>
                <a:uLnTx/>
                <a:uFillTx/>
                <a:latin typeface="Arial" panose="020B0604020202020204"/>
                <a:ea typeface="+mn-ea"/>
                <a:cs typeface="Arial"/>
              </a:endParaRPr>
            </a:p>
          </p:txBody>
        </p:sp>
        <p:sp>
          <p:nvSpPr>
            <p:cNvPr id="210" name="Shape 210"/>
            <p:cNvSpPr/>
            <p:nvPr/>
          </p:nvSpPr>
          <p:spPr>
            <a:xfrm>
              <a:off x="6490851"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11" name="TextBox 211"/>
            <p:cNvSpPr txBox="1"/>
            <p:nvPr/>
          </p:nvSpPr>
          <p:spPr>
            <a:xfrm>
              <a:off x="3550041" y="1795675"/>
              <a:ext cx="2525048"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$902m</a:t>
              </a:r>
            </a:p>
          </p:txBody>
        </p:sp>
        <p:sp>
          <p:nvSpPr>
            <p:cNvPr id="1036" name="TextBox 208">
              <a:extLst>
                <a:ext uri="{FF2B5EF4-FFF2-40B4-BE49-F238E27FC236}">
                  <a16:creationId xmlns:a16="http://schemas.microsoft.com/office/drawing/2014/main" id="{39677EB3-5F6E-C354-4EC2-32CE017ADCBC}"/>
                </a:ext>
              </a:extLst>
            </p:cNvPr>
            <p:cNvSpPr txBox="1"/>
            <p:nvPr/>
          </p:nvSpPr>
          <p:spPr>
            <a:xfrm>
              <a:off x="3550041" y="2291370"/>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Spend via Programs</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 </a:t>
              </a: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2025 programme spend</a:t>
              </a: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a:t>
              </a:r>
            </a:p>
            <a:p>
              <a:pPr marL="0" marR="0" lvl="0" indent="0" algn="ctr" defTabSz="914400" rtl="0" eaLnBrk="1" fontAlgn="auto" latinLnBrk="0" hangingPunct="1">
                <a:lnSpc>
                  <a:spcPct val="105000"/>
                </a:lnSpc>
                <a:spcBef>
                  <a:spcPts val="0"/>
                </a:spcBef>
                <a:spcAft>
                  <a:spcPts val="0"/>
                </a:spcAft>
                <a:buClrTx/>
                <a:buSzTx/>
                <a:buFontTx/>
                <a:buNone/>
                <a:tabLst/>
                <a:defRPr/>
              </a:pPr>
              <a:endParaRPr kumimoji="0" lang="en-GB" sz="1400" b="1" i="0" u="none" strike="noStrike" kern="1200" cap="none" spc="0" normalizeH="0" baseline="0" noProof="0">
                <a:ln>
                  <a:noFill/>
                </a:ln>
                <a:solidFill>
                  <a:srgbClr val="3D4B52"/>
                </a:solidFill>
                <a:effectLst/>
                <a:uLnTx/>
                <a:uFillTx/>
                <a:latin typeface="Arial" panose="020B0604020202020204"/>
                <a:ea typeface="+mn-ea"/>
                <a:cs typeface="Arial"/>
              </a:endParaRPr>
            </a:p>
          </p:txBody>
        </p:sp>
        <p:sp>
          <p:nvSpPr>
            <p:cNvPr id="4" name="Shape 209">
              <a:extLst>
                <a:ext uri="{FF2B5EF4-FFF2-40B4-BE49-F238E27FC236}">
                  <a16:creationId xmlns:a16="http://schemas.microsoft.com/office/drawing/2014/main" id="{C7126CED-212E-8F7D-5107-BC8547EE96AE}"/>
                </a:ext>
              </a:extLst>
            </p:cNvPr>
            <p:cNvSpPr/>
            <p:nvPr/>
          </p:nvSpPr>
          <p:spPr>
            <a:xfrm>
              <a:off x="9583372"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 name="TextBox 203">
              <a:extLst>
                <a:ext uri="{FF2B5EF4-FFF2-40B4-BE49-F238E27FC236}">
                  <a16:creationId xmlns:a16="http://schemas.microsoft.com/office/drawing/2014/main" id="{6BD2ABAA-EB36-ACD7-80C1-FD9204C91708}"/>
                </a:ext>
              </a:extLst>
            </p:cNvPr>
            <p:cNvSpPr txBox="1"/>
            <p:nvPr/>
          </p:nvSpPr>
          <p:spPr>
            <a:xfrm>
              <a:off x="9764648" y="1795675"/>
              <a:ext cx="2525048"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$21.7m</a:t>
              </a:r>
            </a:p>
          </p:txBody>
        </p:sp>
        <p:sp>
          <p:nvSpPr>
            <p:cNvPr id="6" name="TextBox 204">
              <a:extLst>
                <a:ext uri="{FF2B5EF4-FFF2-40B4-BE49-F238E27FC236}">
                  <a16:creationId xmlns:a16="http://schemas.microsoft.com/office/drawing/2014/main" id="{1855ACEE-B988-A4C9-E0A7-3D85091E1461}"/>
                </a:ext>
              </a:extLst>
            </p:cNvPr>
            <p:cNvSpPr txBox="1"/>
            <p:nvPr/>
          </p:nvSpPr>
          <p:spPr>
            <a:xfrm>
              <a:off x="9788293" y="2291370"/>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CRF Collection</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(2025 CRF Data)</a:t>
              </a:r>
            </a:p>
          </p:txBody>
        </p:sp>
        <p:sp>
          <p:nvSpPr>
            <p:cNvPr id="7" name="Shape 210">
              <a:extLst>
                <a:ext uri="{FF2B5EF4-FFF2-40B4-BE49-F238E27FC236}">
                  <a16:creationId xmlns:a16="http://schemas.microsoft.com/office/drawing/2014/main" id="{A1CB639C-59BD-A0FE-F3C2-AF7D5466AF83}"/>
                </a:ext>
              </a:extLst>
            </p:cNvPr>
            <p:cNvSpPr/>
            <p:nvPr/>
          </p:nvSpPr>
          <p:spPr>
            <a:xfrm>
              <a:off x="9583372"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 name="TextBox 208">
              <a:extLst>
                <a:ext uri="{FF2B5EF4-FFF2-40B4-BE49-F238E27FC236}">
                  <a16:creationId xmlns:a16="http://schemas.microsoft.com/office/drawing/2014/main" id="{939FCB38-BC1A-86A3-F59E-BAF322ECBD0E}"/>
                </a:ext>
              </a:extLst>
            </p:cNvPr>
            <p:cNvSpPr txBox="1"/>
            <p:nvPr/>
          </p:nvSpPr>
          <p:spPr>
            <a:xfrm>
              <a:off x="558021"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uLnTx/>
                  <a:uFillTx/>
                  <a:latin typeface="Arial" panose="020B0604020202020204"/>
                  <a:ea typeface="+mn-ea"/>
                  <a:cs typeface="Arial"/>
                </a:rPr>
                <a:t>63.9% of Total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sp>
          <p:nvSpPr>
            <p:cNvPr id="12" name="TextBox 208">
              <a:extLst>
                <a:ext uri="{FF2B5EF4-FFF2-40B4-BE49-F238E27FC236}">
                  <a16:creationId xmlns:a16="http://schemas.microsoft.com/office/drawing/2014/main" id="{32BBA02E-5CE3-823B-6F8D-AA4C9E860760}"/>
                </a:ext>
              </a:extLst>
            </p:cNvPr>
            <p:cNvSpPr txBox="1"/>
            <p:nvPr/>
          </p:nvSpPr>
          <p:spPr>
            <a:xfrm>
              <a:off x="3536955"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uLnTx/>
                  <a:uFillTx/>
                  <a:latin typeface="Arial" panose="020B0604020202020204"/>
                  <a:ea typeface="+mn-ea"/>
                  <a:cs typeface="Arial"/>
                </a:rPr>
                <a:t>4.8% of Addressable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sp>
          <p:nvSpPr>
            <p:cNvPr id="13" name="TextBox 208">
              <a:extLst>
                <a:ext uri="{FF2B5EF4-FFF2-40B4-BE49-F238E27FC236}">
                  <a16:creationId xmlns:a16="http://schemas.microsoft.com/office/drawing/2014/main" id="{DEB682AE-5798-D9BD-5346-8626BAFB71FC}"/>
                </a:ext>
              </a:extLst>
            </p:cNvPr>
            <p:cNvSpPr txBox="1"/>
            <p:nvPr/>
          </p:nvSpPr>
          <p:spPr>
            <a:xfrm>
              <a:off x="6668543"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rPr>
                <a:t>TBC% IHG-influenced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sp>
          <p:nvSpPr>
            <p:cNvPr id="14" name="TextBox 208">
              <a:extLst>
                <a:ext uri="{FF2B5EF4-FFF2-40B4-BE49-F238E27FC236}">
                  <a16:creationId xmlns:a16="http://schemas.microsoft.com/office/drawing/2014/main" id="{3C0B37F4-BC7C-C50C-664B-1497D15BE9BF}"/>
                </a:ext>
              </a:extLst>
            </p:cNvPr>
            <p:cNvSpPr txBox="1"/>
            <p:nvPr/>
          </p:nvSpPr>
          <p:spPr>
            <a:xfrm>
              <a:off x="9764647"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uLnTx/>
                  <a:uFillTx/>
                  <a:latin typeface="Arial" panose="020B0604020202020204"/>
                  <a:ea typeface="+mn-ea"/>
                  <a:cs typeface="Arial"/>
                </a:rPr>
                <a:t>2.4% of CRF Prog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grpSp>
      <p:sp>
        <p:nvSpPr>
          <p:cNvPr id="9" name="TextBox 211">
            <a:extLst>
              <a:ext uri="{FF2B5EF4-FFF2-40B4-BE49-F238E27FC236}">
                <a16:creationId xmlns:a16="http://schemas.microsoft.com/office/drawing/2014/main" id="{A1AB916E-73A6-695C-C421-49CF7B4B769C}"/>
              </a:ext>
            </a:extLst>
          </p:cNvPr>
          <p:cNvSpPr txBox="1"/>
          <p:nvPr/>
        </p:nvSpPr>
        <p:spPr>
          <a:xfrm>
            <a:off x="6360839" y="1452479"/>
            <a:ext cx="2382932"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$TBC</a:t>
            </a:r>
          </a:p>
        </p:txBody>
      </p:sp>
      <p:sp>
        <p:nvSpPr>
          <p:cNvPr id="10" name="TextBox 208">
            <a:extLst>
              <a:ext uri="{FF2B5EF4-FFF2-40B4-BE49-F238E27FC236}">
                <a16:creationId xmlns:a16="http://schemas.microsoft.com/office/drawing/2014/main" id="{4FFEBD55-2809-A9ED-C3AF-474CE6B478BF}"/>
              </a:ext>
            </a:extLst>
          </p:cNvPr>
          <p:cNvSpPr txBox="1"/>
          <p:nvPr/>
        </p:nvSpPr>
        <p:spPr>
          <a:xfrm>
            <a:off x="6360839" y="1948174"/>
            <a:ext cx="2382932"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CRF Programs</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(2025 CRF Data)</a:t>
            </a:r>
          </a:p>
          <a:p>
            <a:pPr marL="0" marR="0" lvl="0" indent="0" algn="ctr" defTabSz="914400" rtl="0" eaLnBrk="1" fontAlgn="auto" latinLnBrk="0" hangingPunct="1">
              <a:lnSpc>
                <a:spcPct val="105000"/>
              </a:lnSpc>
              <a:spcBef>
                <a:spcPts val="0"/>
              </a:spcBef>
              <a:spcAft>
                <a:spcPts val="0"/>
              </a:spcAft>
              <a:buClrTx/>
              <a:buSzTx/>
              <a:buFontTx/>
              <a:buNone/>
              <a:tabLst/>
              <a:defRPr/>
            </a:pPr>
            <a:endParaRPr kumimoji="0" lang="en-GB" sz="1400" b="1" i="0" u="none" strike="noStrike" kern="1200" cap="none" spc="0" normalizeH="0" baseline="0" noProof="0">
              <a:ln>
                <a:noFill/>
              </a:ln>
              <a:solidFill>
                <a:srgbClr val="3D4B52"/>
              </a:solidFill>
              <a:effectLst/>
              <a:uLnTx/>
              <a:uFillTx/>
              <a:latin typeface="Arial" panose="020B0604020202020204"/>
              <a:ea typeface="+mn-ea"/>
              <a:cs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52381-0319-1B18-05C9-2BE81047774A}"/>
            </a:ext>
          </a:extLst>
        </p:cNvPr>
        <p:cNvGrpSpPr/>
        <p:nvPr/>
      </p:nvGrpSpPr>
      <p:grpSpPr>
        <a:xfrm>
          <a:off x="0" y="0"/>
          <a:ext cx="0" cy="0"/>
          <a:chOff x="0" y="0"/>
          <a:chExt cx="0" cy="0"/>
        </a:xfrm>
      </p:grpSpPr>
      <p:graphicFrame>
        <p:nvGraphicFramePr>
          <p:cNvPr id="37" name="think-cell data - do not delete" hidden="1">
            <a:extLst>
              <a:ext uri="{FF2B5EF4-FFF2-40B4-BE49-F238E27FC236}">
                <a16:creationId xmlns:a16="http://schemas.microsoft.com/office/drawing/2014/main" id="{CEE1DDB8-5D43-E195-A5C8-3127CDEDAF1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77" imgH="377" progId="TCLayout.ActiveDocument.1">
                  <p:embed/>
                </p:oleObj>
              </mc:Choice>
              <mc:Fallback>
                <p:oleObj name="thinkcell Slide" r:id="rId4" imgW="377" imgH="377" progId="TCLayout.ActiveDocument.1">
                  <p:embed/>
                  <p:pic>
                    <p:nvPicPr>
                      <p:cNvPr id="37" name="think-cell data - do not delete" hidden="1">
                        <a:extLst>
                          <a:ext uri="{FF2B5EF4-FFF2-40B4-BE49-F238E27FC236}">
                            <a16:creationId xmlns:a16="http://schemas.microsoft.com/office/drawing/2014/main" id="{CEE1DDB8-5D43-E195-A5C8-3127CDEDAF1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EF59ABAC-8FC4-6C4A-988B-6E4D220BECB8}"/>
              </a:ext>
            </a:extLst>
          </p:cNvPr>
          <p:cNvSpPr>
            <a:spLocks noGrp="1"/>
          </p:cNvSpPr>
          <p:nvPr>
            <p:ph type="body" sz="quarter" idx="22"/>
          </p:nvPr>
        </p:nvSpPr>
        <p:spPr>
          <a:xfrm>
            <a:off x="377250" y="355600"/>
            <a:ext cx="11220109" cy="784231"/>
          </a:xfrm>
        </p:spPr>
        <p:txBody>
          <a:bodyPr/>
          <a:lstStyle/>
          <a:p>
            <a:r>
              <a:rPr lang="en-US" b="1"/>
              <a:t>Regional Strategy Overview | </a:t>
            </a:r>
            <a:r>
              <a:rPr lang="en-US"/>
              <a:t>AMER</a:t>
            </a:r>
            <a:endParaRPr lang="en-GB" noProof="0"/>
          </a:p>
        </p:txBody>
      </p:sp>
      <p:grpSp>
        <p:nvGrpSpPr>
          <p:cNvPr id="48" name="Group 47">
            <a:extLst>
              <a:ext uri="{FF2B5EF4-FFF2-40B4-BE49-F238E27FC236}">
                <a16:creationId xmlns:a16="http://schemas.microsoft.com/office/drawing/2014/main" id="{F90EE6C9-F6A4-29F2-0FDD-A2EEA2D203E4}"/>
              </a:ext>
            </a:extLst>
          </p:cNvPr>
          <p:cNvGrpSpPr/>
          <p:nvPr/>
        </p:nvGrpSpPr>
        <p:grpSpPr>
          <a:xfrm>
            <a:off x="1876926" y="1542335"/>
            <a:ext cx="9911888" cy="489377"/>
            <a:chOff x="226855" y="1618534"/>
            <a:chExt cx="11561959" cy="351749"/>
          </a:xfrm>
        </p:grpSpPr>
        <p:sp>
          <p:nvSpPr>
            <p:cNvPr id="33" name="Rectangle 32">
              <a:extLst>
                <a:ext uri="{FF2B5EF4-FFF2-40B4-BE49-F238E27FC236}">
                  <a16:creationId xmlns:a16="http://schemas.microsoft.com/office/drawing/2014/main" id="{F368C066-401E-EA9B-3167-C8BE29B974C3}"/>
                </a:ext>
              </a:extLst>
            </p:cNvPr>
            <p:cNvSpPr/>
            <p:nvPr/>
          </p:nvSpPr>
          <p:spPr>
            <a:xfrm>
              <a:off x="226855" y="1618534"/>
              <a:ext cx="3761619" cy="349620"/>
            </a:xfrm>
            <a:prstGeom prst="rect">
              <a:avLst/>
            </a:prstGeom>
            <a:solidFill>
              <a:schemeClr val="accent4"/>
            </a:solidFill>
            <a:ln w="12700" cap="flat" cmpd="sng" algn="ctr">
              <a:noFill/>
              <a:prstDash val="solid"/>
              <a:miter lim="800000"/>
            </a:ln>
            <a:effectLst/>
          </p:spPr>
          <p:txBody>
            <a:bodyPr tIns="36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FFFF"/>
                  </a:solidFill>
                  <a:effectLst/>
                  <a:uLnTx/>
                  <a:uFillTx/>
                  <a:latin typeface="Arial" panose="020B0604020202020204"/>
                  <a:ea typeface="+mn-ea"/>
                  <a:cs typeface="+mn-cs"/>
                </a:rPr>
                <a:t>Priorities</a:t>
              </a:r>
            </a:p>
          </p:txBody>
        </p:sp>
        <p:sp>
          <p:nvSpPr>
            <p:cNvPr id="34" name="Rectangle 33">
              <a:extLst>
                <a:ext uri="{FF2B5EF4-FFF2-40B4-BE49-F238E27FC236}">
                  <a16:creationId xmlns:a16="http://schemas.microsoft.com/office/drawing/2014/main" id="{905CA5B6-3185-5EC8-3FC9-84CEFBE9B441}"/>
                </a:ext>
              </a:extLst>
            </p:cNvPr>
            <p:cNvSpPr/>
            <p:nvPr/>
          </p:nvSpPr>
          <p:spPr>
            <a:xfrm>
              <a:off x="4181741" y="1629262"/>
              <a:ext cx="3723599" cy="341021"/>
            </a:xfrm>
            <a:prstGeom prst="rect">
              <a:avLst/>
            </a:prstGeom>
            <a:solidFill>
              <a:schemeClr val="tx2"/>
            </a:solidFill>
            <a:ln w="12700" cap="flat" cmpd="sng" algn="ctr">
              <a:noFill/>
              <a:prstDash val="solid"/>
              <a:miter lim="800000"/>
            </a:ln>
            <a:effectLst/>
          </p:spPr>
          <p:txBody>
            <a:bodyPr tIns="36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FFFF"/>
                  </a:solidFill>
                  <a:effectLst/>
                  <a:uLnTx/>
                  <a:uFillTx/>
                  <a:latin typeface="Arial" panose="020B0604020202020204"/>
                  <a:ea typeface="+mn-ea"/>
                  <a:cs typeface="+mn-cs"/>
                </a:rPr>
                <a:t>Approach</a:t>
              </a:r>
            </a:p>
          </p:txBody>
        </p:sp>
        <p:sp>
          <p:nvSpPr>
            <p:cNvPr id="38" name="Rectangle 37">
              <a:extLst>
                <a:ext uri="{FF2B5EF4-FFF2-40B4-BE49-F238E27FC236}">
                  <a16:creationId xmlns:a16="http://schemas.microsoft.com/office/drawing/2014/main" id="{00C4ADEC-CA9C-C58C-161D-F087F564CCD8}"/>
                </a:ext>
              </a:extLst>
            </p:cNvPr>
            <p:cNvSpPr/>
            <p:nvPr/>
          </p:nvSpPr>
          <p:spPr>
            <a:xfrm>
              <a:off x="8065215" y="1629262"/>
              <a:ext cx="3723599" cy="341021"/>
            </a:xfrm>
            <a:prstGeom prst="rect">
              <a:avLst/>
            </a:prstGeom>
            <a:solidFill>
              <a:schemeClr val="accent6"/>
            </a:solidFill>
            <a:ln w="12700" cap="flat" cmpd="sng" algn="ctr">
              <a:noFill/>
              <a:prstDash val="solid"/>
              <a:miter lim="800000"/>
            </a:ln>
            <a:effectLst/>
          </p:spPr>
          <p:txBody>
            <a:bodyPr tIns="36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FFFF"/>
                  </a:solidFill>
                  <a:effectLst/>
                  <a:uLnTx/>
                  <a:uFillTx/>
                  <a:latin typeface="Arial" panose="020B0604020202020204"/>
                  <a:ea typeface="+mn-ea"/>
                  <a:cs typeface="+mn-cs"/>
                </a:rPr>
                <a:t>Budget &amp; Dependencies</a:t>
              </a:r>
            </a:p>
          </p:txBody>
        </p:sp>
      </p:grpSp>
      <p:grpSp>
        <p:nvGrpSpPr>
          <p:cNvPr id="49" name="Group 48">
            <a:extLst>
              <a:ext uri="{FF2B5EF4-FFF2-40B4-BE49-F238E27FC236}">
                <a16:creationId xmlns:a16="http://schemas.microsoft.com/office/drawing/2014/main" id="{1B776756-0759-1E69-6C26-D8B941DD9167}"/>
              </a:ext>
            </a:extLst>
          </p:cNvPr>
          <p:cNvGrpSpPr/>
          <p:nvPr/>
        </p:nvGrpSpPr>
        <p:grpSpPr>
          <a:xfrm>
            <a:off x="1876926" y="2127298"/>
            <a:ext cx="9911888" cy="1956564"/>
            <a:chOff x="226855" y="1618534"/>
            <a:chExt cx="11561959" cy="351749"/>
          </a:xfrm>
          <a:solidFill>
            <a:schemeClr val="bg1">
              <a:lumMod val="95000"/>
            </a:schemeClr>
          </a:solidFill>
        </p:grpSpPr>
        <p:sp>
          <p:nvSpPr>
            <p:cNvPr id="50" name="Rectangle 49">
              <a:extLst>
                <a:ext uri="{FF2B5EF4-FFF2-40B4-BE49-F238E27FC236}">
                  <a16:creationId xmlns:a16="http://schemas.microsoft.com/office/drawing/2014/main" id="{641F9CA7-8CAC-7712-E778-B86F94EB9A20}"/>
                </a:ext>
              </a:extLst>
            </p:cNvPr>
            <p:cNvSpPr/>
            <p:nvPr/>
          </p:nvSpPr>
          <p:spPr>
            <a:xfrm>
              <a:off x="226855" y="1618534"/>
              <a:ext cx="3761619" cy="349620"/>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#1 US CMH estate (Operate: F&amp;B / OS&amp;E) – lift utilisation and compliance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#2 US pipeline and renovations (Build / Open: FF&amp;E / EME) – win earlier in the lifecycle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#3 Mexico and priority LAC markets – selective expansion where coverage and distribution are viable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Ambition: +$546m programme capture by 2030 (4.6% → ~7% share)</a:t>
              </a:r>
            </a:p>
          </p:txBody>
        </p:sp>
        <p:sp>
          <p:nvSpPr>
            <p:cNvPr id="51" name="Rectangle 50">
              <a:extLst>
                <a:ext uri="{FF2B5EF4-FFF2-40B4-BE49-F238E27FC236}">
                  <a16:creationId xmlns:a16="http://schemas.microsoft.com/office/drawing/2014/main" id="{EC54CAB7-F5E1-41BA-9D1E-4A81B254A197}"/>
                </a:ext>
              </a:extLst>
            </p:cNvPr>
            <p:cNvSpPr/>
            <p:nvPr/>
          </p:nvSpPr>
          <p:spPr>
            <a:xfrm>
              <a:off x="4181741" y="1629262"/>
              <a:ext cx="3723599" cy="341021"/>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Locked order guides beyond HIEX; P2P and utilisation reporting</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Compress FF&amp;E design-to-delivery from 19 to 9.5 months; transform the waiver process</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Activate EME (energy, renewables, engineering) – $163m by 2030</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Localise programmes, standards and distribution for Mexico / LAC; high-touch Premium and L&amp;L offer</a:t>
              </a:r>
            </a:p>
          </p:txBody>
        </p:sp>
        <p:sp>
          <p:nvSpPr>
            <p:cNvPr id="52" name="Rectangle 51">
              <a:extLst>
                <a:ext uri="{FF2B5EF4-FFF2-40B4-BE49-F238E27FC236}">
                  <a16:creationId xmlns:a16="http://schemas.microsoft.com/office/drawing/2014/main" id="{DC53BE54-6201-6CE3-6519-D2B94338F9C1}"/>
                </a:ext>
              </a:extLst>
            </p:cNvPr>
            <p:cNvSpPr/>
            <p:nvPr/>
          </p:nvSpPr>
          <p:spPr>
            <a:xfrm>
              <a:off x="8065215" y="1629262"/>
              <a:ext cx="3723599" cy="341021"/>
            </a:xfrm>
            <a:prstGeom prst="rect">
              <a:avLst/>
            </a:prstGeom>
            <a:grpFill/>
            <a:ln w="12700" cap="flat" cmpd="sng" algn="ctr">
              <a:noFill/>
              <a:prstDash val="solid"/>
              <a:miter lim="800000"/>
            </a:ln>
            <a:effectLst/>
          </p:spPr>
          <p:txBody>
            <a:bodyPr tIns="36000" rtlCol="0" anchor="t"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2026 CRF budget $21.0m; 2025 collected $21.7m (2.4% yield)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Accelerate adds ~$13.1m CRF a year by 2030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Needs design, waiver and category capacity; in-market sourcing and OHES for Mexico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Risk: $2.1m revenue shortfall YTD (distributor payments, outstanding H1 supplier data)</a:t>
              </a:r>
            </a:p>
          </p:txBody>
        </p:sp>
      </p:grpSp>
      <p:grpSp>
        <p:nvGrpSpPr>
          <p:cNvPr id="53" name="Group 52">
            <a:extLst>
              <a:ext uri="{FF2B5EF4-FFF2-40B4-BE49-F238E27FC236}">
                <a16:creationId xmlns:a16="http://schemas.microsoft.com/office/drawing/2014/main" id="{AB25C2AF-24F5-F1A2-86D8-06EF2D1486B7}"/>
              </a:ext>
            </a:extLst>
          </p:cNvPr>
          <p:cNvGrpSpPr/>
          <p:nvPr/>
        </p:nvGrpSpPr>
        <p:grpSpPr>
          <a:xfrm>
            <a:off x="1876926" y="4380319"/>
            <a:ext cx="9911888" cy="1956564"/>
            <a:chOff x="226855" y="1618534"/>
            <a:chExt cx="11561959" cy="351749"/>
          </a:xfrm>
          <a:solidFill>
            <a:schemeClr val="bg1">
              <a:lumMod val="95000"/>
            </a:schemeClr>
          </a:solidFill>
        </p:grpSpPr>
        <p:sp>
          <p:nvSpPr>
            <p:cNvPr id="56" name="Rectangle 55">
              <a:extLst>
                <a:ext uri="{FF2B5EF4-FFF2-40B4-BE49-F238E27FC236}">
                  <a16:creationId xmlns:a16="http://schemas.microsoft.com/office/drawing/2014/main" id="{A7A19445-62C5-F956-DF1F-A65D965CEE66}"/>
                </a:ext>
              </a:extLst>
            </p:cNvPr>
            <p:cNvSpPr/>
            <p:nvPr/>
          </p:nvSpPr>
          <p:spPr>
            <a:xfrm>
              <a:off x="226855" y="1618534"/>
              <a:ext cx="3761619" cy="349620"/>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Managed Estate: FDD reform to auto-enrolment / opt-out as AMER’s enforcement lever</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Commercial Engine: expand OHES from a US capability into the global owner-lifecycle model</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Scaling with Partners: evaluate a GPO / distribution model for Operate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PaaS: differentiated offer for Premium, L&amp;L and pre-opening needs</a:t>
              </a:r>
            </a:p>
          </p:txBody>
        </p:sp>
        <p:sp>
          <p:nvSpPr>
            <p:cNvPr id="57" name="Rectangle 56">
              <a:extLst>
                <a:ext uri="{FF2B5EF4-FFF2-40B4-BE49-F238E27FC236}">
                  <a16:creationId xmlns:a16="http://schemas.microsoft.com/office/drawing/2014/main" id="{F00D657A-74E6-016C-DD39-3BA175348768}"/>
                </a:ext>
              </a:extLst>
            </p:cNvPr>
            <p:cNvSpPr/>
            <p:nvPr/>
          </p:nvSpPr>
          <p:spPr>
            <a:xfrm>
              <a:off x="4181741" y="1629262"/>
              <a:ext cx="3723599" cy="341021"/>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Test FDD mandatory / opt-out language with Legal; locked order guides as the control</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Offer the FTO / small-scaling OHES playbook as the central segmentation template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Assess GPO options inside the central partner framework – protect owner data, control and economics</a:t>
              </a:r>
            </a:p>
          </p:txBody>
        </p:sp>
        <p:sp>
          <p:nvSpPr>
            <p:cNvPr id="58" name="Rectangle 57">
              <a:extLst>
                <a:ext uri="{FF2B5EF4-FFF2-40B4-BE49-F238E27FC236}">
                  <a16:creationId xmlns:a16="http://schemas.microsoft.com/office/drawing/2014/main" id="{251518DF-23A2-6FA5-557D-7494234D4CB6}"/>
                </a:ext>
              </a:extLst>
            </p:cNvPr>
            <p:cNvSpPr/>
            <p:nvPr/>
          </p:nvSpPr>
          <p:spPr>
            <a:xfrm>
              <a:off x="8065215" y="1629262"/>
              <a:ext cx="3723599" cy="341021"/>
            </a:xfrm>
            <a:prstGeom prst="rect">
              <a:avLst/>
            </a:prstGeom>
            <a:grpFill/>
            <a:ln w="12700" cap="flat" cmpd="sng" algn="ctr">
              <a:noFill/>
              <a:prstDash val="solid"/>
              <a:miter lim="800000"/>
            </a:ln>
            <a:effectLst/>
          </p:spPr>
          <p:txBody>
            <a:bodyPr tIns="36000" rtlCol="0" anchor="t"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Step-change adds $436m capture and ~$10.5m CRF by 2030 (→ ~10% share)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EC sponsorship and legal review for FDD reform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Commercial, legal and financial assessment of GPO choices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Central CRM, owner segmentation and utilisation insight</a:t>
              </a:r>
            </a:p>
          </p:txBody>
        </p:sp>
      </p:grpSp>
      <p:cxnSp>
        <p:nvCxnSpPr>
          <p:cNvPr id="60" name="Straight Connector 59">
            <a:extLst>
              <a:ext uri="{FF2B5EF4-FFF2-40B4-BE49-F238E27FC236}">
                <a16:creationId xmlns:a16="http://schemas.microsoft.com/office/drawing/2014/main" id="{98D08F16-CD72-F060-A531-C98FF9804AF0}"/>
              </a:ext>
            </a:extLst>
          </p:cNvPr>
          <p:cNvCxnSpPr/>
          <p:nvPr/>
        </p:nvCxnSpPr>
        <p:spPr>
          <a:xfrm>
            <a:off x="228600" y="4236264"/>
            <a:ext cx="11560214"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85C572B7-89FC-3D04-0DFE-F1A867D51B57}"/>
              </a:ext>
            </a:extLst>
          </p:cNvPr>
          <p:cNvSpPr txBox="1"/>
          <p:nvPr/>
        </p:nvSpPr>
        <p:spPr>
          <a:xfrm>
            <a:off x="110067" y="2132713"/>
            <a:ext cx="160117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000000"/>
                </a:solidFill>
                <a:effectLst/>
                <a:uLnTx/>
                <a:uFillTx/>
                <a:latin typeface="Arial" panose="020B0604020202020204"/>
                <a:ea typeface="+mn-ea"/>
                <a:cs typeface="+mn-cs"/>
              </a:rPr>
              <a:t>Regional Acceleration</a:t>
            </a:r>
          </a:p>
        </p:txBody>
      </p:sp>
      <p:sp>
        <p:nvSpPr>
          <p:cNvPr id="62" name="TextBox 61">
            <a:extLst>
              <a:ext uri="{FF2B5EF4-FFF2-40B4-BE49-F238E27FC236}">
                <a16:creationId xmlns:a16="http://schemas.microsoft.com/office/drawing/2014/main" id="{B386A51A-D7D0-2D4B-9707-633A1E43C086}"/>
              </a:ext>
            </a:extLst>
          </p:cNvPr>
          <p:cNvSpPr txBox="1"/>
          <p:nvPr/>
        </p:nvSpPr>
        <p:spPr>
          <a:xfrm>
            <a:off x="110067" y="4315325"/>
            <a:ext cx="1601175"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000000"/>
                </a:solidFill>
                <a:effectLst/>
                <a:uLnTx/>
                <a:uFillTx/>
                <a:latin typeface="Arial" panose="020B0604020202020204"/>
                <a:ea typeface="+mn-ea"/>
                <a:cs typeface="+mn-cs"/>
              </a:rPr>
              <a:t>Support for Central Enablement</a:t>
            </a:r>
          </a:p>
        </p:txBody>
      </p:sp>
      <p:sp>
        <p:nvSpPr>
          <p:cNvPr id="63" name="Rectangle 62">
            <a:extLst>
              <a:ext uri="{FF2B5EF4-FFF2-40B4-BE49-F238E27FC236}">
                <a16:creationId xmlns:a16="http://schemas.microsoft.com/office/drawing/2014/main" id="{4AE5CC13-BCEE-873B-266D-A4237BAEB3C3}"/>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How you will deliver</a:t>
            </a:r>
          </a:p>
        </p:txBody>
      </p:sp>
    </p:spTree>
    <p:extLst>
      <p:ext uri="{BB962C8B-B14F-4D97-AF65-F5344CB8AC3E}">
        <p14:creationId xmlns:p14="http://schemas.microsoft.com/office/powerpoint/2010/main" val="2323586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973C1-FD15-B321-0716-848AEF53BF37}"/>
            </a:ext>
          </a:extLst>
        </p:cNvPr>
        <p:cNvGrpSpPr/>
        <p:nvPr/>
      </p:nvGrpSpPr>
      <p:grpSpPr>
        <a:xfrm>
          <a:off x="0" y="0"/>
          <a:ext cx="0" cy="0"/>
          <a:chOff x="0" y="0"/>
          <a:chExt cx="0" cy="0"/>
        </a:xfrm>
      </p:grpSpPr>
      <p:cxnSp>
        <p:nvCxnSpPr>
          <p:cNvPr id="122" name="Straight Connector 121">
            <a:extLst>
              <a:ext uri="{FF2B5EF4-FFF2-40B4-BE49-F238E27FC236}">
                <a16:creationId xmlns:a16="http://schemas.microsoft.com/office/drawing/2014/main" id="{A86839CD-A135-C9FF-8CCB-A97B9CD492A4}"/>
              </a:ext>
            </a:extLst>
          </p:cNvPr>
          <p:cNvCxnSpPr>
            <a:cxnSpLocks/>
          </p:cNvCxnSpPr>
          <p:nvPr/>
        </p:nvCxnSpPr>
        <p:spPr>
          <a:xfrm>
            <a:off x="5005353" y="986097"/>
            <a:ext cx="0" cy="5262256"/>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23" name="Straight Connector 122">
            <a:extLst>
              <a:ext uri="{FF2B5EF4-FFF2-40B4-BE49-F238E27FC236}">
                <a16:creationId xmlns:a16="http://schemas.microsoft.com/office/drawing/2014/main" id="{CEEE4CCA-73C8-CCF2-CABE-ECEA01112771}"/>
              </a:ext>
            </a:extLst>
          </p:cNvPr>
          <p:cNvCxnSpPr>
            <a:cxnSpLocks/>
          </p:cNvCxnSpPr>
          <p:nvPr/>
        </p:nvCxnSpPr>
        <p:spPr>
          <a:xfrm>
            <a:off x="8537801" y="986096"/>
            <a:ext cx="0" cy="5262257"/>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sp>
        <p:nvSpPr>
          <p:cNvPr id="110" name="Rectangle 109">
            <a:extLst>
              <a:ext uri="{FF2B5EF4-FFF2-40B4-BE49-F238E27FC236}">
                <a16:creationId xmlns:a16="http://schemas.microsoft.com/office/drawing/2014/main" id="{24FDDD28-3625-946D-0DBD-0ED111887965}"/>
              </a:ext>
            </a:extLst>
          </p:cNvPr>
          <p:cNvSpPr/>
          <p:nvPr/>
        </p:nvSpPr>
        <p:spPr>
          <a:xfrm>
            <a:off x="232626" y="2407347"/>
            <a:ext cx="11726748" cy="2375797"/>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2" name="Rectangle 81">
            <a:extLst>
              <a:ext uri="{FF2B5EF4-FFF2-40B4-BE49-F238E27FC236}">
                <a16:creationId xmlns:a16="http://schemas.microsoft.com/office/drawing/2014/main" id="{D7C4C02E-B165-8B95-77B8-3BC5B766DA40}"/>
              </a:ext>
            </a:extLst>
          </p:cNvPr>
          <p:cNvSpPr/>
          <p:nvPr/>
        </p:nvSpPr>
        <p:spPr>
          <a:xfrm>
            <a:off x="132273" y="160019"/>
            <a:ext cx="2732432" cy="6112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aphicFrame>
        <p:nvGraphicFramePr>
          <p:cNvPr id="16" name="think-cell data - do not delete" hidden="1">
            <a:extLst>
              <a:ext uri="{FF2B5EF4-FFF2-40B4-BE49-F238E27FC236}">
                <a16:creationId xmlns:a16="http://schemas.microsoft.com/office/drawing/2014/main" id="{84570B9E-CDAA-F920-3FA3-1C9B00A6EC25}"/>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9" imgH="360" progId="TCLayout.ActiveDocument.1">
                  <p:embed/>
                </p:oleObj>
              </mc:Choice>
              <mc:Fallback>
                <p:oleObj name="thinkcell Slide" r:id="rId4" imgW="359" imgH="360" progId="TCLayout.ActiveDocument.1">
                  <p:embed/>
                  <p:pic>
                    <p:nvPicPr>
                      <p:cNvPr id="16" name="think-cell data - do not delete" hidden="1">
                        <a:extLst>
                          <a:ext uri="{FF2B5EF4-FFF2-40B4-BE49-F238E27FC236}">
                            <a16:creationId xmlns:a16="http://schemas.microsoft.com/office/drawing/2014/main" id="{84570B9E-CDAA-F920-3FA3-1C9B00A6EC2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7" name="Group 6">
            <a:extLst>
              <a:ext uri="{FF2B5EF4-FFF2-40B4-BE49-F238E27FC236}">
                <a16:creationId xmlns:a16="http://schemas.microsoft.com/office/drawing/2014/main" id="{CCC14461-8CED-1279-21CE-B58BC22893B9}"/>
              </a:ext>
            </a:extLst>
          </p:cNvPr>
          <p:cNvGrpSpPr/>
          <p:nvPr/>
        </p:nvGrpSpPr>
        <p:grpSpPr>
          <a:xfrm>
            <a:off x="1825087" y="772847"/>
            <a:ext cx="2700659" cy="1012038"/>
            <a:chOff x="1642385" y="3415926"/>
            <a:chExt cx="2700659" cy="1084856"/>
          </a:xfrm>
        </p:grpSpPr>
        <p:sp>
          <p:nvSpPr>
            <p:cNvPr id="14" name="Rectangle 13">
              <a:extLst>
                <a:ext uri="{FF2B5EF4-FFF2-40B4-BE49-F238E27FC236}">
                  <a16:creationId xmlns:a16="http://schemas.microsoft.com/office/drawing/2014/main" id="{B493117F-2FEE-BA05-7F10-B490A6C2A3A4}"/>
                </a:ext>
              </a:extLst>
            </p:cNvPr>
            <p:cNvSpPr/>
            <p:nvPr/>
          </p:nvSpPr>
          <p:spPr>
            <a:xfrm>
              <a:off x="1823044" y="3590299"/>
              <a:ext cx="2520000" cy="66518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rIns="25200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Latent potential &amp; leakage</a:t>
              </a:r>
            </a:p>
          </p:txBody>
        </p:sp>
        <p:sp>
          <p:nvSpPr>
            <p:cNvPr id="31" name="Oval 30">
              <a:extLst>
                <a:ext uri="{FF2B5EF4-FFF2-40B4-BE49-F238E27FC236}">
                  <a16:creationId xmlns:a16="http://schemas.microsoft.com/office/drawing/2014/main" id="{C4694AAA-7708-0CF5-38BA-B3EA0A2E2D76}"/>
                </a:ext>
              </a:extLst>
            </p:cNvPr>
            <p:cNvSpPr/>
            <p:nvPr/>
          </p:nvSpPr>
          <p:spPr>
            <a:xfrm>
              <a:off x="1642385" y="3415926"/>
              <a:ext cx="361317" cy="351918"/>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1</a:t>
              </a:r>
            </a:p>
          </p:txBody>
        </p:sp>
        <p:sp>
          <p:nvSpPr>
            <p:cNvPr id="41" name="Isosceles Triangle 40">
              <a:extLst>
                <a:ext uri="{FF2B5EF4-FFF2-40B4-BE49-F238E27FC236}">
                  <a16:creationId xmlns:a16="http://schemas.microsoft.com/office/drawing/2014/main" id="{E6F9225D-6661-FE71-1C1E-7DC6A5A1D6DC}"/>
                </a:ext>
              </a:extLst>
            </p:cNvPr>
            <p:cNvSpPr/>
            <p:nvPr/>
          </p:nvSpPr>
          <p:spPr>
            <a:xfrm rot="10800000">
              <a:off x="2750954" y="4255483"/>
              <a:ext cx="461261" cy="245299"/>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4" name="Oval 3">
            <a:extLst>
              <a:ext uri="{FF2B5EF4-FFF2-40B4-BE49-F238E27FC236}">
                <a16:creationId xmlns:a16="http://schemas.microsoft.com/office/drawing/2014/main" id="{781807B4-59CB-F94A-1C46-613C90133E65}"/>
              </a:ext>
            </a:extLst>
          </p:cNvPr>
          <p:cNvSpPr/>
          <p:nvPr/>
        </p:nvSpPr>
        <p:spPr>
          <a:xfrm>
            <a:off x="1825087" y="772848"/>
            <a:ext cx="361317" cy="360000"/>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1</a:t>
            </a:r>
          </a:p>
        </p:txBody>
      </p:sp>
      <p:sp>
        <p:nvSpPr>
          <p:cNvPr id="25" name="Rectangle 24">
            <a:extLst>
              <a:ext uri="{FF2B5EF4-FFF2-40B4-BE49-F238E27FC236}">
                <a16:creationId xmlns:a16="http://schemas.microsoft.com/office/drawing/2014/main" id="{E5940D9D-451A-1E86-FBBB-81C29EB0A23B}"/>
              </a:ext>
            </a:extLst>
          </p:cNvPr>
          <p:cNvSpPr/>
          <p:nvPr/>
        </p:nvSpPr>
        <p:spPr>
          <a:xfrm>
            <a:off x="1623275" y="1784886"/>
            <a:ext cx="3284942" cy="336040"/>
          </a:xfrm>
          <a:prstGeom prst="rect">
            <a:avLst/>
          </a:prstGeom>
          <a:solidFill>
            <a:schemeClr val="bg1"/>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Arial" panose="020B0604020202020204"/>
                <a:ea typeface="+mn-ea"/>
                <a:cs typeface="+mn-cs"/>
              </a:rPr>
              <a:t>Growth headroom for categories &amp; </a:t>
            </a:r>
            <a:r>
              <a:rPr kumimoji="0" lang="en-GB" sz="1200" b="1" i="0" u="none" strike="noStrike" kern="1200" cap="none" spc="0" normalizeH="0" baseline="0" noProof="0" err="1">
                <a:ln>
                  <a:noFill/>
                </a:ln>
                <a:solidFill>
                  <a:srgbClr val="000000"/>
                </a:solidFill>
                <a:effectLst/>
                <a:uLnTx/>
                <a:uFillTx/>
                <a:latin typeface="Arial" panose="020B0604020202020204"/>
                <a:ea typeface="+mn-ea"/>
                <a:cs typeface="+mn-cs"/>
              </a:rPr>
              <a:t>mkts</a:t>
            </a:r>
            <a:endParaRPr kumimoji="0" lang="en-GB" sz="1200" b="1"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43" name="Group 42">
            <a:extLst>
              <a:ext uri="{FF2B5EF4-FFF2-40B4-BE49-F238E27FC236}">
                <a16:creationId xmlns:a16="http://schemas.microsoft.com/office/drawing/2014/main" id="{B8307930-DC70-8FD5-EF8B-EDAE5D55B12D}"/>
              </a:ext>
            </a:extLst>
          </p:cNvPr>
          <p:cNvGrpSpPr/>
          <p:nvPr/>
        </p:nvGrpSpPr>
        <p:grpSpPr>
          <a:xfrm>
            <a:off x="5148854" y="744140"/>
            <a:ext cx="3284942" cy="1376786"/>
            <a:chOff x="1440573" y="3385152"/>
            <a:chExt cx="3284942" cy="1475849"/>
          </a:xfrm>
        </p:grpSpPr>
        <p:sp>
          <p:nvSpPr>
            <p:cNvPr id="44" name="Rectangle 43">
              <a:extLst>
                <a:ext uri="{FF2B5EF4-FFF2-40B4-BE49-F238E27FC236}">
                  <a16:creationId xmlns:a16="http://schemas.microsoft.com/office/drawing/2014/main" id="{096BAB59-E7D8-8E81-12F2-C07BB7D75AFA}"/>
                </a:ext>
              </a:extLst>
            </p:cNvPr>
            <p:cNvSpPr/>
            <p:nvPr/>
          </p:nvSpPr>
          <p:spPr>
            <a:xfrm>
              <a:off x="1823044" y="3590299"/>
              <a:ext cx="2520000" cy="665184"/>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rIns="25200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Gaps &amp;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whitespace</a:t>
              </a:r>
            </a:p>
          </p:txBody>
        </p:sp>
        <p:sp>
          <p:nvSpPr>
            <p:cNvPr id="45" name="Oval 44">
              <a:extLst>
                <a:ext uri="{FF2B5EF4-FFF2-40B4-BE49-F238E27FC236}">
                  <a16:creationId xmlns:a16="http://schemas.microsoft.com/office/drawing/2014/main" id="{2EA2AC7F-833F-5FC1-DA5F-74BC760CB605}"/>
                </a:ext>
              </a:extLst>
            </p:cNvPr>
            <p:cNvSpPr/>
            <p:nvPr/>
          </p:nvSpPr>
          <p:spPr>
            <a:xfrm>
              <a:off x="1625818" y="3385152"/>
              <a:ext cx="361317" cy="385903"/>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2</a:t>
              </a:r>
            </a:p>
          </p:txBody>
        </p:sp>
        <p:sp>
          <p:nvSpPr>
            <p:cNvPr id="47" name="Rectangle 46">
              <a:extLst>
                <a:ext uri="{FF2B5EF4-FFF2-40B4-BE49-F238E27FC236}">
                  <a16:creationId xmlns:a16="http://schemas.microsoft.com/office/drawing/2014/main" id="{8B070F69-FAC0-2C0C-3BA4-1A5F6344952C}"/>
                </a:ext>
              </a:extLst>
            </p:cNvPr>
            <p:cNvSpPr/>
            <p:nvPr/>
          </p:nvSpPr>
          <p:spPr>
            <a:xfrm>
              <a:off x="1440573" y="4500783"/>
              <a:ext cx="3284942" cy="360218"/>
            </a:xfrm>
            <a:prstGeom prst="rect">
              <a:avLst/>
            </a:prstGeom>
            <a:solidFill>
              <a:schemeClr val="bg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Arial" panose="020B0604020202020204"/>
                  <a:ea typeface="+mn-ea"/>
                  <a:cs typeface="+mn-cs"/>
                </a:rPr>
                <a:t>Category / market ‘white spaces’</a:t>
              </a:r>
            </a:p>
          </p:txBody>
        </p:sp>
        <p:sp>
          <p:nvSpPr>
            <p:cNvPr id="48" name="Isosceles Triangle 47">
              <a:extLst>
                <a:ext uri="{FF2B5EF4-FFF2-40B4-BE49-F238E27FC236}">
                  <a16:creationId xmlns:a16="http://schemas.microsoft.com/office/drawing/2014/main" id="{E5147B2A-638D-DB3C-E638-8BBF55AB679C}"/>
                </a:ext>
              </a:extLst>
            </p:cNvPr>
            <p:cNvSpPr/>
            <p:nvPr/>
          </p:nvSpPr>
          <p:spPr>
            <a:xfrm rot="10800000">
              <a:off x="2750954" y="4255483"/>
              <a:ext cx="461261" cy="245299"/>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nvGrpSpPr>
          <p:cNvPr id="49" name="Group 48">
            <a:extLst>
              <a:ext uri="{FF2B5EF4-FFF2-40B4-BE49-F238E27FC236}">
                <a16:creationId xmlns:a16="http://schemas.microsoft.com/office/drawing/2014/main" id="{67D7EEDD-8500-DAAE-BE1A-848F802B842B}"/>
              </a:ext>
            </a:extLst>
          </p:cNvPr>
          <p:cNvGrpSpPr/>
          <p:nvPr/>
        </p:nvGrpSpPr>
        <p:grpSpPr>
          <a:xfrm>
            <a:off x="8674433" y="772848"/>
            <a:ext cx="3284942" cy="1348078"/>
            <a:chOff x="1440573" y="3415926"/>
            <a:chExt cx="3284942" cy="1445075"/>
          </a:xfrm>
        </p:grpSpPr>
        <p:sp>
          <p:nvSpPr>
            <p:cNvPr id="50" name="Rectangle 49">
              <a:extLst>
                <a:ext uri="{FF2B5EF4-FFF2-40B4-BE49-F238E27FC236}">
                  <a16:creationId xmlns:a16="http://schemas.microsoft.com/office/drawing/2014/main" id="{96C91CDA-72EC-9BAC-F6E9-FFFF55496E82}"/>
                </a:ext>
              </a:extLst>
            </p:cNvPr>
            <p:cNvSpPr/>
            <p:nvPr/>
          </p:nvSpPr>
          <p:spPr>
            <a:xfrm>
              <a:off x="1823044" y="3590297"/>
              <a:ext cx="2520000" cy="6651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rIns="25200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Central enablement &amp; dependencies</a:t>
              </a:r>
            </a:p>
          </p:txBody>
        </p:sp>
        <p:sp>
          <p:nvSpPr>
            <p:cNvPr id="51" name="Oval 50">
              <a:extLst>
                <a:ext uri="{FF2B5EF4-FFF2-40B4-BE49-F238E27FC236}">
                  <a16:creationId xmlns:a16="http://schemas.microsoft.com/office/drawing/2014/main" id="{AE897209-1B92-DF1E-324B-1DE5B20928D8}"/>
                </a:ext>
              </a:extLst>
            </p:cNvPr>
            <p:cNvSpPr/>
            <p:nvPr/>
          </p:nvSpPr>
          <p:spPr>
            <a:xfrm>
              <a:off x="1642385" y="3415926"/>
              <a:ext cx="361317" cy="385903"/>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3</a:t>
              </a:r>
            </a:p>
          </p:txBody>
        </p:sp>
        <p:sp>
          <p:nvSpPr>
            <p:cNvPr id="53" name="Rectangle 52">
              <a:extLst>
                <a:ext uri="{FF2B5EF4-FFF2-40B4-BE49-F238E27FC236}">
                  <a16:creationId xmlns:a16="http://schemas.microsoft.com/office/drawing/2014/main" id="{C4850EDA-488A-55BD-F52E-B0FAAD066C1A}"/>
                </a:ext>
              </a:extLst>
            </p:cNvPr>
            <p:cNvSpPr/>
            <p:nvPr/>
          </p:nvSpPr>
          <p:spPr>
            <a:xfrm>
              <a:off x="1440573" y="4500783"/>
              <a:ext cx="3284942" cy="360218"/>
            </a:xfrm>
            <a:prstGeom prst="rect">
              <a:avLst/>
            </a:prstGeom>
            <a:solidFill>
              <a:schemeClr val="bg1"/>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Central Requirements &amp; Support Allocated</a:t>
              </a:r>
            </a:p>
          </p:txBody>
        </p:sp>
        <p:sp>
          <p:nvSpPr>
            <p:cNvPr id="54" name="Isosceles Triangle 53">
              <a:extLst>
                <a:ext uri="{FF2B5EF4-FFF2-40B4-BE49-F238E27FC236}">
                  <a16:creationId xmlns:a16="http://schemas.microsoft.com/office/drawing/2014/main" id="{499E3FF1-1DF9-7C3A-8DED-1AC592DC563B}"/>
                </a:ext>
              </a:extLst>
            </p:cNvPr>
            <p:cNvSpPr/>
            <p:nvPr/>
          </p:nvSpPr>
          <p:spPr>
            <a:xfrm rot="10800000">
              <a:off x="2750954" y="4255483"/>
              <a:ext cx="461261" cy="245299"/>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5" name="TextBox 4">
            <a:extLst>
              <a:ext uri="{FF2B5EF4-FFF2-40B4-BE49-F238E27FC236}">
                <a16:creationId xmlns:a16="http://schemas.microsoft.com/office/drawing/2014/main" id="{B35A95A2-3411-67C8-0855-475E00BF57B2}"/>
              </a:ext>
            </a:extLst>
          </p:cNvPr>
          <p:cNvSpPr txBox="1"/>
          <p:nvPr/>
        </p:nvSpPr>
        <p:spPr>
          <a:xfrm>
            <a:off x="310986" y="2532102"/>
            <a:ext cx="1186561"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Opportunities &amp; initiatives</a:t>
            </a:r>
          </a:p>
        </p:txBody>
      </p:sp>
      <p:sp>
        <p:nvSpPr>
          <p:cNvPr id="6" name="TextBox 5">
            <a:extLst>
              <a:ext uri="{FF2B5EF4-FFF2-40B4-BE49-F238E27FC236}">
                <a16:creationId xmlns:a16="http://schemas.microsoft.com/office/drawing/2014/main" id="{88FFB2BC-2C2B-96F6-CE9B-EA62F8DCDC5C}"/>
              </a:ext>
            </a:extLst>
          </p:cNvPr>
          <p:cNvSpPr txBox="1"/>
          <p:nvPr/>
        </p:nvSpPr>
        <p:spPr>
          <a:xfrm>
            <a:off x="310986" y="5069201"/>
            <a:ext cx="1295547"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Costs, investment &amp; resource allocation</a:t>
            </a:r>
          </a:p>
        </p:txBody>
      </p:sp>
      <p:sp>
        <p:nvSpPr>
          <p:cNvPr id="79" name="TextBox 78">
            <a:extLst>
              <a:ext uri="{FF2B5EF4-FFF2-40B4-BE49-F238E27FC236}">
                <a16:creationId xmlns:a16="http://schemas.microsoft.com/office/drawing/2014/main" id="{AE5943FD-084C-E566-F13C-51E178E8F927}"/>
              </a:ext>
            </a:extLst>
          </p:cNvPr>
          <p:cNvSpPr txBox="1"/>
          <p:nvPr/>
        </p:nvSpPr>
        <p:spPr>
          <a:xfrm>
            <a:off x="1504474" y="2521405"/>
            <a:ext cx="3446721"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US Operate captures 14.6%, but FDD and waivers cap participation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OHES lifted small-owner F&amp;B participation by 14–24%</a:t>
            </a:r>
          </a:p>
        </p:txBody>
      </p:sp>
      <p:sp>
        <p:nvSpPr>
          <p:cNvPr id="87" name="TextBox 86">
            <a:extLst>
              <a:ext uri="{FF2B5EF4-FFF2-40B4-BE49-F238E27FC236}">
                <a16:creationId xmlns:a16="http://schemas.microsoft.com/office/drawing/2014/main" id="{1D79D423-AB2E-6497-74F0-4D1969DB9525}"/>
              </a:ext>
            </a:extLst>
          </p:cNvPr>
          <p:cNvSpPr txBox="1"/>
          <p:nvPr/>
        </p:nvSpPr>
        <p:spPr>
          <a:xfrm>
            <a:off x="5091604" y="3832262"/>
            <a:ext cx="3181019" cy="577081"/>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EME activation ($163m by 2030); FF&amp;E 19 → 9.5 months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Construction and labour – currently legally constrained</a:t>
            </a:r>
          </a:p>
        </p:txBody>
      </p:sp>
      <p:sp>
        <p:nvSpPr>
          <p:cNvPr id="86" name="Text Placeholder 2">
            <a:extLst>
              <a:ext uri="{FF2B5EF4-FFF2-40B4-BE49-F238E27FC236}">
                <a16:creationId xmlns:a16="http://schemas.microsoft.com/office/drawing/2014/main" id="{30DC6511-87E2-9307-EC98-BBA8DCC46037}"/>
              </a:ext>
            </a:extLst>
          </p:cNvPr>
          <p:cNvSpPr txBox="1">
            <a:spLocks/>
          </p:cNvSpPr>
          <p:nvPr/>
        </p:nvSpPr>
        <p:spPr>
          <a:xfrm>
            <a:off x="400390" y="183008"/>
            <a:ext cx="11449125" cy="991282"/>
          </a:xfrm>
          <a:prstGeom prst="rect">
            <a:avLst/>
          </a:prstGeom>
        </p:spPr>
        <p:txBody>
          <a:bodyPr vert="horz" lIns="0" tIns="0" rIns="0" bIns="0" rtlCol="0" anchor="t">
            <a:noAutofit/>
          </a:bodyPr>
          <a:lstStyle>
            <a:lvl1pPr marL="0" indent="0" algn="l" defTabSz="914400" rtl="0" eaLnBrk="1" latinLnBrk="0" hangingPunct="1">
              <a:lnSpc>
                <a:spcPct val="90000"/>
              </a:lnSpc>
              <a:spcBef>
                <a:spcPts val="0"/>
              </a:spcBef>
              <a:spcAft>
                <a:spcPts val="600"/>
              </a:spcAft>
              <a:buClr>
                <a:schemeClr val="tx1"/>
              </a:buClr>
              <a:buFont typeface="Arial" panose="020B0604020202020204" pitchFamily="34" charset="0"/>
              <a:buNone/>
              <a:defRPr sz="30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600"/>
              </a:spcAft>
              <a:buClr>
                <a:srgbClr val="262626"/>
              </a:buClr>
              <a:buSzTx/>
              <a:buFont typeface="Arial" panose="020B0604020202020204" pitchFamily="34" charset="0"/>
              <a:buNone/>
              <a:tabLst/>
              <a:defRPr/>
            </a:pPr>
            <a:r>
              <a:rPr kumimoji="0" lang="en-US" sz="3000" b="1" i="0" u="none" strike="noStrike" kern="1200" cap="none" spc="0" normalizeH="0" baseline="0" noProof="0">
                <a:ln>
                  <a:noFill/>
                </a:ln>
                <a:solidFill>
                  <a:srgbClr val="262626"/>
                </a:solidFill>
                <a:effectLst/>
                <a:uLnTx/>
                <a:uFillTx/>
                <a:latin typeface="Arial" panose="020B0604020202020204" pitchFamily="34" charset="0"/>
                <a:ea typeface="+mn-ea"/>
                <a:cs typeface="Arial" panose="020B0604020202020204" pitchFamily="34" charset="0"/>
              </a:rPr>
              <a:t>Proposed approach |</a:t>
            </a:r>
            <a:r>
              <a:rPr kumimoji="0" lang="en-US" sz="3000" b="0" i="0" u="none" strike="noStrike" kern="1200" cap="none" spc="0" normalizeH="0" baseline="0" noProof="0">
                <a:ln>
                  <a:noFill/>
                </a:ln>
                <a:solidFill>
                  <a:srgbClr val="262626"/>
                </a:solidFill>
                <a:effectLst/>
                <a:uLnTx/>
                <a:uFillTx/>
                <a:latin typeface="Arial" panose="020B0604020202020204" pitchFamily="34" charset="0"/>
                <a:ea typeface="+mn-ea"/>
                <a:cs typeface="Arial" panose="020B0604020202020204" pitchFamily="34" charset="0"/>
              </a:rPr>
              <a:t> AMER</a:t>
            </a:r>
            <a:endParaRPr kumimoji="0" lang="en-GB" sz="3000" b="0" i="0" u="none" strike="noStrike" kern="1200" cap="none" spc="0" normalizeH="0" baseline="0" noProof="0">
              <a:ln>
                <a:noFill/>
              </a:ln>
              <a:solidFill>
                <a:srgbClr val="262626"/>
              </a:solidFill>
              <a:effectLst/>
              <a:uLnTx/>
              <a:uFillTx/>
              <a:latin typeface="Arial" panose="020B0604020202020204" pitchFamily="34" charset="0"/>
              <a:ea typeface="+mn-ea"/>
              <a:cs typeface="Arial" panose="020B0604020202020204" pitchFamily="34" charset="0"/>
            </a:endParaRPr>
          </a:p>
        </p:txBody>
      </p:sp>
      <p:sp>
        <p:nvSpPr>
          <p:cNvPr id="90" name="TextBox 89">
            <a:extLst>
              <a:ext uri="{FF2B5EF4-FFF2-40B4-BE49-F238E27FC236}">
                <a16:creationId xmlns:a16="http://schemas.microsoft.com/office/drawing/2014/main" id="{10112E91-BA11-4DE8-F232-EEF4B133F3FA}"/>
              </a:ext>
            </a:extLst>
          </p:cNvPr>
          <p:cNvSpPr txBox="1"/>
          <p:nvPr/>
        </p:nvSpPr>
        <p:spPr>
          <a:xfrm>
            <a:off x="1504473" y="3639734"/>
            <a:ext cx="3487401"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Locked order guides; grow utilisation in L&amp;L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 Managed Estate: FDD opt-out as AMER’s enforcement route</a:t>
            </a:r>
          </a:p>
        </p:txBody>
      </p:sp>
      <p:sp>
        <p:nvSpPr>
          <p:cNvPr id="3" name="TextBox 2">
            <a:extLst>
              <a:ext uri="{FF2B5EF4-FFF2-40B4-BE49-F238E27FC236}">
                <a16:creationId xmlns:a16="http://schemas.microsoft.com/office/drawing/2014/main" id="{FE669AE6-EF6B-E546-AC4E-2CBADFC3AC16}"/>
              </a:ext>
            </a:extLst>
          </p:cNvPr>
          <p:cNvSpPr txBox="1"/>
          <p:nvPr/>
        </p:nvSpPr>
        <p:spPr>
          <a:xfrm>
            <a:off x="5096805" y="4999247"/>
            <a:ext cx="3567788"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Design, waiver and category capacity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In-market sourcing and distribution for Mexico / LAC</a:t>
            </a:r>
          </a:p>
        </p:txBody>
      </p:sp>
      <p:sp>
        <p:nvSpPr>
          <p:cNvPr id="94" name="TextBox 93">
            <a:extLst>
              <a:ext uri="{FF2B5EF4-FFF2-40B4-BE49-F238E27FC236}">
                <a16:creationId xmlns:a16="http://schemas.microsoft.com/office/drawing/2014/main" id="{3CF1E993-5CA1-8643-07A6-07F832EDDCC4}"/>
              </a:ext>
            </a:extLst>
          </p:cNvPr>
          <p:cNvSpPr txBox="1"/>
          <p:nvPr/>
        </p:nvSpPr>
        <p:spPr>
          <a:xfrm>
            <a:off x="1498489" y="5028112"/>
            <a:ext cx="3446721"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Existing teams; P2P and utilisation reporting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Legal review and EC sponsorship for FDD reform</a:t>
            </a:r>
          </a:p>
        </p:txBody>
      </p:sp>
      <p:sp>
        <p:nvSpPr>
          <p:cNvPr id="111" name="TextBox 110">
            <a:extLst>
              <a:ext uri="{FF2B5EF4-FFF2-40B4-BE49-F238E27FC236}">
                <a16:creationId xmlns:a16="http://schemas.microsoft.com/office/drawing/2014/main" id="{E7DA1BCC-EF88-173B-1C1A-E608C41CC544}"/>
              </a:ext>
            </a:extLst>
          </p:cNvPr>
          <p:cNvSpPr txBox="1"/>
          <p:nvPr/>
        </p:nvSpPr>
        <p:spPr>
          <a:xfrm>
            <a:off x="8641569" y="4999247"/>
            <a:ext cx="3306679"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Commercial, legal and financial GPO assessment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Central CRM and owner-intelligence platform</a:t>
            </a:r>
          </a:p>
        </p:txBody>
      </p:sp>
      <p:sp>
        <p:nvSpPr>
          <p:cNvPr id="115" name="TextBox 114">
            <a:extLst>
              <a:ext uri="{FF2B5EF4-FFF2-40B4-BE49-F238E27FC236}">
                <a16:creationId xmlns:a16="http://schemas.microsoft.com/office/drawing/2014/main" id="{2754B3EF-FCC9-0907-187B-23115BE2BF64}"/>
              </a:ext>
            </a:extLst>
          </p:cNvPr>
          <p:cNvSpPr txBox="1"/>
          <p:nvPr/>
        </p:nvSpPr>
        <p:spPr>
          <a:xfrm>
            <a:off x="8641570" y="2532102"/>
            <a:ext cx="2935334" cy="900246"/>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Rebate opacity puts small owners off</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GPOs are strengthening owner relationships</a:t>
            </a:r>
          </a:p>
        </p:txBody>
      </p:sp>
      <p:sp>
        <p:nvSpPr>
          <p:cNvPr id="27" name="Isosceles Triangle 26">
            <a:extLst>
              <a:ext uri="{FF2B5EF4-FFF2-40B4-BE49-F238E27FC236}">
                <a16:creationId xmlns:a16="http://schemas.microsoft.com/office/drawing/2014/main" id="{70E05CB7-EC81-F8BF-5983-1E37BD3B54C2}"/>
              </a:ext>
            </a:extLst>
          </p:cNvPr>
          <p:cNvSpPr/>
          <p:nvPr/>
        </p:nvSpPr>
        <p:spPr>
          <a:xfrm rot="10800000">
            <a:off x="2933656" y="1556052"/>
            <a:ext cx="461261" cy="228834"/>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4" name="Rectangle 113">
            <a:extLst>
              <a:ext uri="{FF2B5EF4-FFF2-40B4-BE49-F238E27FC236}">
                <a16:creationId xmlns:a16="http://schemas.microsoft.com/office/drawing/2014/main" id="{AB1FC012-4B9C-CA5A-EC81-E572F22B7AFE}"/>
              </a:ext>
            </a:extLst>
          </p:cNvPr>
          <p:cNvSpPr/>
          <p:nvPr/>
        </p:nvSpPr>
        <p:spPr>
          <a:xfrm>
            <a:off x="232626" y="4930777"/>
            <a:ext cx="11726748" cy="131757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1" name="TextBox 120">
            <a:extLst>
              <a:ext uri="{FF2B5EF4-FFF2-40B4-BE49-F238E27FC236}">
                <a16:creationId xmlns:a16="http://schemas.microsoft.com/office/drawing/2014/main" id="{F91CAD82-30B0-57D3-C03A-58BDBF7DB2EA}"/>
              </a:ext>
            </a:extLst>
          </p:cNvPr>
          <p:cNvSpPr txBox="1"/>
          <p:nvPr/>
        </p:nvSpPr>
        <p:spPr>
          <a:xfrm>
            <a:off x="5091604" y="2521405"/>
            <a:ext cx="3181019"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Build and Open: $13.5bn addressable; Build capture 0.2%</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Mexico and LAC under-covered; Avendra unpopular with owners</a:t>
            </a:r>
          </a:p>
        </p:txBody>
      </p:sp>
      <p:sp>
        <p:nvSpPr>
          <p:cNvPr id="124" name="TextBox 123">
            <a:extLst>
              <a:ext uri="{FF2B5EF4-FFF2-40B4-BE49-F238E27FC236}">
                <a16:creationId xmlns:a16="http://schemas.microsoft.com/office/drawing/2014/main" id="{2DF69B8C-0623-BE1E-B410-3527642311F7}"/>
              </a:ext>
            </a:extLst>
          </p:cNvPr>
          <p:cNvSpPr txBox="1"/>
          <p:nvPr/>
        </p:nvSpPr>
        <p:spPr>
          <a:xfrm>
            <a:off x="8641570" y="3830135"/>
            <a:ext cx="2935334"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err="1">
                <a:ln>
                  <a:noFill/>
                </a:ln>
                <a:solidFill>
                  <a:srgbClr val="000000"/>
                </a:solidFill>
                <a:effectLst/>
                <a:uLnTx/>
                <a:uFillTx/>
                <a:latin typeface="Arial" panose="020B0604020202020204"/>
                <a:ea typeface="+mn-ea"/>
                <a:cs typeface="+mn-cs"/>
              </a:rPr>
              <a:t>→ Commercial Engine: OHES model, CRM, segmentation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err="1">
                <a:ln>
                  <a:noFill/>
                </a:ln>
                <a:solidFill>
                  <a:srgbClr val="000000"/>
                </a:solidFill>
                <a:effectLst/>
                <a:uLnTx/>
                <a:uFillTx/>
                <a:latin typeface="Arial" panose="020B0604020202020204"/>
                <a:ea typeface="+mn-ea"/>
                <a:cs typeface="+mn-cs"/>
              </a:rPr>
              <a:t>→ Scaling with Partners: GPO / Operate shift assessed centrally</a:t>
            </a:r>
          </a:p>
        </p:txBody>
      </p:sp>
      <p:sp>
        <p:nvSpPr>
          <p:cNvPr id="8" name="Rectangle 7">
            <a:extLst>
              <a:ext uri="{FF2B5EF4-FFF2-40B4-BE49-F238E27FC236}">
                <a16:creationId xmlns:a16="http://schemas.microsoft.com/office/drawing/2014/main" id="{CDA7D81B-3FB7-6B99-92CF-3D4B491B212F}"/>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Detail &amp; Trade-offs</a:t>
            </a:r>
          </a:p>
        </p:txBody>
      </p:sp>
    </p:spTree>
    <p:extLst>
      <p:ext uri="{BB962C8B-B14F-4D97-AF65-F5344CB8AC3E}">
        <p14:creationId xmlns:p14="http://schemas.microsoft.com/office/powerpoint/2010/main" val="11917202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Text"/>
          <p:cNvSpPr txBox="1"/>
          <p:nvPr/>
        </p:nvSpPr>
        <p:spPr>
          <a:xfrm>
            <a:off x="246342" y="488720"/>
            <a:ext cx="11150000" cy="7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all" spc="0" normalizeH="0" baseline="0" noProof="0">
                <a:ln>
                  <a:noFill/>
                </a:ln>
                <a:solidFill>
                  <a:srgbClr val="000000"/>
                </a:solidFill>
                <a:effectLst/>
                <a:uLnTx/>
                <a:uFillTx/>
                <a:latin typeface="Arial" panose="020B0604020202020204"/>
                <a:ea typeface="+mn-ea"/>
                <a:cs typeface="+mn-cs"/>
              </a:rPr>
              <a:t>Sequencing &amp; Dependencies | </a:t>
            </a:r>
            <a:r>
              <a:rPr kumimoji="0" lang="en-GB" sz="2000" b="0" i="0" u="none" strike="noStrike" kern="1200" cap="none" spc="0" normalizeH="0" baseline="0" noProof="0">
                <a:ln>
                  <a:noFill/>
                </a:ln>
                <a:solidFill>
                  <a:srgbClr val="000000"/>
                </a:solidFill>
                <a:effectLst/>
                <a:uLnTx/>
                <a:uFillTx/>
                <a:latin typeface="Arial" panose="020B0604020202020204"/>
                <a:ea typeface="+mn-ea"/>
                <a:cs typeface="+mn-cs"/>
              </a:rPr>
              <a:t>AMER</a:t>
            </a:r>
          </a:p>
        </p:txBody>
      </p:sp>
      <p:graphicFrame>
        <p:nvGraphicFramePr>
          <p:cNvPr id="20" name="Assumptions Table"/>
          <p:cNvGraphicFramePr>
            <a:graphicFrameLocks noGrp="1"/>
          </p:cNvGraphicFramePr>
          <p:nvPr/>
        </p:nvGraphicFramePr>
        <p:xfrm>
          <a:off x="246343" y="1188720"/>
          <a:ext cx="11699315" cy="4897119"/>
        </p:xfrm>
        <a:graphic>
          <a:graphicData uri="http://schemas.openxmlformats.org/drawingml/2006/table">
            <a:tbl>
              <a:tblPr firstRow="1">
                <a:tableStyleId>{5C22544A-7EE6-4342-B048-85BDC9FD1C3A}</a:tableStyleId>
              </a:tblPr>
              <a:tblGrid>
                <a:gridCol w="1700000">
                  <a:extLst>
                    <a:ext uri="{9D8B030D-6E8A-4147-A177-3AD203B41FA5}">
                      <a16:colId xmlns:a16="http://schemas.microsoft.com/office/drawing/2014/main" val="20000"/>
                    </a:ext>
                  </a:extLst>
                </a:gridCol>
                <a:gridCol w="1111035">
                  <a:extLst>
                    <a:ext uri="{9D8B030D-6E8A-4147-A177-3AD203B41FA5}">
                      <a16:colId xmlns:a16="http://schemas.microsoft.com/office/drawing/2014/main" val="20001"/>
                    </a:ext>
                  </a:extLst>
                </a:gridCol>
                <a:gridCol w="1111035">
                  <a:extLst>
                    <a:ext uri="{9D8B030D-6E8A-4147-A177-3AD203B41FA5}">
                      <a16:colId xmlns:a16="http://schemas.microsoft.com/office/drawing/2014/main" val="718993024"/>
                    </a:ext>
                  </a:extLst>
                </a:gridCol>
                <a:gridCol w="1111035">
                  <a:extLst>
                    <a:ext uri="{9D8B030D-6E8A-4147-A177-3AD203B41FA5}">
                      <a16:colId xmlns:a16="http://schemas.microsoft.com/office/drawing/2014/main" val="740929758"/>
                    </a:ext>
                  </a:extLst>
                </a:gridCol>
                <a:gridCol w="1111035">
                  <a:extLst>
                    <a:ext uri="{9D8B030D-6E8A-4147-A177-3AD203B41FA5}">
                      <a16:colId xmlns:a16="http://schemas.microsoft.com/office/drawing/2014/main" val="118497269"/>
                    </a:ext>
                  </a:extLst>
                </a:gridCol>
                <a:gridCol w="1111035">
                  <a:extLst>
                    <a:ext uri="{9D8B030D-6E8A-4147-A177-3AD203B41FA5}">
                      <a16:colId xmlns:a16="http://schemas.microsoft.com/office/drawing/2014/main" val="189961642"/>
                    </a:ext>
                  </a:extLst>
                </a:gridCol>
                <a:gridCol w="1111035">
                  <a:extLst>
                    <a:ext uri="{9D8B030D-6E8A-4147-A177-3AD203B41FA5}">
                      <a16:colId xmlns:a16="http://schemas.microsoft.com/office/drawing/2014/main" val="20002"/>
                    </a:ext>
                  </a:extLst>
                </a:gridCol>
                <a:gridCol w="1111035">
                  <a:extLst>
                    <a:ext uri="{9D8B030D-6E8A-4147-A177-3AD203B41FA5}">
                      <a16:colId xmlns:a16="http://schemas.microsoft.com/office/drawing/2014/main" val="307328310"/>
                    </a:ext>
                  </a:extLst>
                </a:gridCol>
                <a:gridCol w="1111035">
                  <a:extLst>
                    <a:ext uri="{9D8B030D-6E8A-4147-A177-3AD203B41FA5}">
                      <a16:colId xmlns:a16="http://schemas.microsoft.com/office/drawing/2014/main" val="20003"/>
                    </a:ext>
                  </a:extLst>
                </a:gridCol>
                <a:gridCol w="1111035">
                  <a:extLst>
                    <a:ext uri="{9D8B030D-6E8A-4147-A177-3AD203B41FA5}">
                      <a16:colId xmlns:a16="http://schemas.microsoft.com/office/drawing/2014/main" val="3935873405"/>
                    </a:ext>
                  </a:extLst>
                </a:gridCol>
              </a:tblGrid>
              <a:tr h="353596">
                <a:tc>
                  <a:txBody>
                    <a:bodyPr/>
                    <a:lstStyle/>
                    <a:p>
                      <a:pPr marL="0" indent="0" algn="l">
                        <a:lnSpc>
                          <a:spcPct val="90000"/>
                        </a:lnSpc>
                        <a:spcBef>
                          <a:spcPts val="100"/>
                        </a:spcBef>
                        <a:spcAft>
                          <a:spcPts val="100"/>
                        </a:spcAft>
                        <a:buNone/>
                      </a:pPr>
                      <a:r>
                        <a:rPr lang="en-GB" sz="1100" b="1" i="0">
                          <a:solidFill>
                            <a:srgbClr val="FFFFFF"/>
                          </a:solidFill>
                          <a:latin typeface="+mn-lt"/>
                        </a:rPr>
                        <a:t>Regional Plan</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26-Q4</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27-Q1</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27-Q2</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27-Q3</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27-Q4</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2028 H1</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2028 H2</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2029</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2030</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extLst>
                  <a:ext uri="{0D108BD9-81ED-4DB2-BD59-A6C34878D82A}">
                    <a16:rowId xmlns:a16="http://schemas.microsoft.com/office/drawing/2014/main" val="10000"/>
                  </a:ext>
                </a:extLst>
              </a:tr>
              <a:tr h="691120">
                <a:tc>
                  <a:txBody>
                    <a:bodyPr/>
                    <a:lstStyle/>
                    <a:p>
                      <a:pPr marL="0" indent="0" algn="l">
                        <a:lnSpc>
                          <a:spcPct val="90000"/>
                        </a:lnSpc>
                        <a:spcBef>
                          <a:spcPts val="100"/>
                        </a:spcBef>
                        <a:spcAft>
                          <a:spcPts val="100"/>
                        </a:spcAft>
                        <a:buNone/>
                      </a:pPr>
                      <a:r>
                        <a:rPr lang="en-GB" sz="1100" b="1" i="0">
                          <a:solidFill>
                            <a:srgbClr val="1F4456"/>
                          </a:solidFill>
                          <a:latin typeface="+mn-lt"/>
                        </a:rPr>
                        <a:t>US Operate compliance (CMH)</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2"/>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Central: Managed Estate – FDD reform</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3"/>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FF&amp;E timeline and waivers</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4"/>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EME activation</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5"/>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Mexico &amp; LAC localisation</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6"/>
                  </a:ext>
                </a:extLst>
              </a:tr>
              <a:tr h="482176">
                <a:tc>
                  <a:txBody>
                    <a:bodyPr/>
                    <a:lstStyle/>
                    <a:p>
                      <a:pPr marL="0" marR="0" lvl="0" indent="0" algn="l" defTabSz="914400" rtl="0" eaLnBrk="1" fontAlgn="auto" latinLnBrk="0" hangingPunct="1">
                        <a:lnSpc>
                          <a:spcPct val="90000"/>
                        </a:lnSpc>
                        <a:spcBef>
                          <a:spcPts val="100"/>
                        </a:spcBef>
                        <a:spcAft>
                          <a:spcPts val="100"/>
                        </a:spcAft>
                        <a:buClrTx/>
                        <a:buSzTx/>
                        <a:buFontTx/>
                        <a:buNone/>
                        <a:tabLst/>
                        <a:defRPr/>
                      </a:pPr>
                      <a:r>
                        <a:rPr kumimoji="0" lang="en-GB" sz="1100" b="1" i="0" u="none" strike="noStrike" kern="1200" cap="none" spc="0" normalizeH="0" baseline="0" noProof="0">
                          <a:ln>
                            <a:noFill/>
                          </a:ln>
                          <a:solidFill>
                            <a:srgbClr val="1F4456"/>
                          </a:solidFill>
                          <a:effectLst/>
                          <a:uLnTx/>
                          <a:uFillTx/>
                          <a:latin typeface="Arial" panose="020B0604020202020204"/>
                          <a:ea typeface="+mn-ea"/>
                          <a:cs typeface="+mn-cs"/>
                        </a:rPr>
                        <a:t>Central: Commercial Engine / OHES</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7"/>
                  </a:ext>
                </a:extLst>
              </a:tr>
              <a:tr h="482176">
                <a:tc>
                  <a:txBody>
                    <a:bodyPr/>
                    <a:lstStyle/>
                    <a:p>
                      <a:pPr marL="0" marR="0" lvl="0" indent="0" algn="l" defTabSz="914400" rtl="0" eaLnBrk="1" fontAlgn="auto" latinLnBrk="0" hangingPunct="1">
                        <a:lnSpc>
                          <a:spcPct val="90000"/>
                        </a:lnSpc>
                        <a:spcBef>
                          <a:spcPts val="100"/>
                        </a:spcBef>
                        <a:spcAft>
                          <a:spcPts val="100"/>
                        </a:spcAft>
                        <a:buClrTx/>
                        <a:buSzTx/>
                        <a:buFontTx/>
                        <a:buNone/>
                        <a:tabLst/>
                        <a:defRPr/>
                      </a:pPr>
                      <a:r>
                        <a:rPr kumimoji="0" lang="en-GB" sz="1100" b="1" i="0" u="none" strike="noStrike" kern="1200" cap="none" spc="0" normalizeH="0" baseline="0" noProof="0">
                          <a:ln>
                            <a:noFill/>
                          </a:ln>
                          <a:solidFill>
                            <a:srgbClr val="1F4456"/>
                          </a:solidFill>
                          <a:effectLst/>
                          <a:uLnTx/>
                          <a:uFillTx/>
                          <a:latin typeface="Arial" panose="020B0604020202020204"/>
                          <a:ea typeface="+mn-ea"/>
                          <a:cs typeface="+mn-cs"/>
                        </a:rPr>
                        <a:t>Central: Scaling with Partners (GPO)</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8"/>
                  </a:ext>
                </a:extLst>
              </a:tr>
              <a:tr h="959347">
                <a:tc>
                  <a:txBody>
                    <a:bodyPr/>
                    <a:lstStyle/>
                    <a:p>
                      <a:pPr marL="0" indent="0" algn="l">
                        <a:lnSpc>
                          <a:spcPct val="90000"/>
                        </a:lnSpc>
                        <a:spcBef>
                          <a:spcPts val="100"/>
                        </a:spcBef>
                        <a:spcAft>
                          <a:spcPts val="100"/>
                        </a:spcAft>
                        <a:buNone/>
                      </a:pPr>
                      <a:r>
                        <a:rPr lang="en-GB" sz="1000" b="1" i="0">
                          <a:solidFill>
                            <a:srgbClr val="FFFFFF"/>
                          </a:solidFill>
                          <a:latin typeface="+mn-lt"/>
                        </a:rPr>
                        <a:t>HOW IT ROLLS UP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gridSpan="5">
                  <a:txBody>
                    <a:bodyPr/>
                    <a:lstStyle/>
                    <a:p>
                      <a:pPr marL="0" indent="0" algn="l">
                        <a:lnSpc>
                          <a:spcPct val="90000"/>
                        </a:lnSpc>
                        <a:spcBef>
                          <a:spcPts val="100"/>
                        </a:spcBef>
                        <a:spcAft>
                          <a:spcPts val="100"/>
                        </a:spcAft>
                        <a:buNone/>
                      </a:pPr>
                      <a:r>
                        <a:rPr lang="en-GB" sz="900" b="0" i="0">
                          <a:solidFill>
                            <a:srgbClr val="FFFFFF"/>
                          </a:solidFill>
                          <a:latin typeface="+mn-lt"/>
                        </a:rPr>
                        <a:t>Baseline is 2025 actual: $902m programme capture on $18.9bn addressable spend, a 4.8% capture rate. Accelerate adds $546m and step-change $436m by 2030, taking share to ~10%. CRF is earned at a flat 2.4% yield and rises from $21.7m to ~$47m.</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indent="0" algn="l">
                        <a:lnSpc>
                          <a:spcPct val="90000"/>
                        </a:lnSpc>
                        <a:spcBef>
                          <a:spcPts val="100"/>
                        </a:spcBef>
                        <a:spcAft>
                          <a:spcPts val="100"/>
                        </a:spcAft>
                        <a:buNone/>
                      </a:pPr>
                      <a:endParaRPr lang="en-GB" sz="900" b="0" i="0">
                        <a:solidFill>
                          <a:srgbClr val="FFFFFF"/>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hMerge="1">
                  <a:txBody>
                    <a:bodyPr/>
                    <a:lstStyle/>
                    <a:p>
                      <a:endParaRPr lang="en-US"/>
                    </a:p>
                  </a:txBody>
                  <a:tcPr/>
                </a:tc>
                <a:tc gridSpan="2">
                  <a:txBody>
                    <a:bodyPr/>
                    <a:lstStyle/>
                    <a:p>
                      <a:pPr marL="0" indent="0" algn="l">
                        <a:lnSpc>
                          <a:spcPct val="90000"/>
                        </a:lnSpc>
                        <a:spcBef>
                          <a:spcPts val="100"/>
                        </a:spcBef>
                        <a:spcAft>
                          <a:spcPts val="100"/>
                        </a:spcAft>
                        <a:buNone/>
                      </a:pPr>
                      <a:endParaRPr lang="en-GB" sz="900" b="0" i="0">
                        <a:solidFill>
                          <a:srgbClr val="FFFFFF"/>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hMerge="1">
                  <a:txBody>
                    <a:bodyPr/>
                    <a:lstStyle/>
                    <a:p>
                      <a:endParaRPr lang="en-US"/>
                    </a:p>
                  </a:txBody>
                  <a:tcPr/>
                </a:tc>
                <a:extLst>
                  <a:ext uri="{0D108BD9-81ED-4DB2-BD59-A6C34878D82A}">
                    <a16:rowId xmlns:a16="http://schemas.microsoft.com/office/drawing/2014/main" val="10011"/>
                  </a:ext>
                </a:extLst>
              </a:tr>
            </a:tbl>
          </a:graphicData>
        </a:graphic>
      </p:graphicFrame>
      <p:sp>
        <p:nvSpPr>
          <p:cNvPr id="2" name="Arrow: Pentagon 1">
            <a:extLst>
              <a:ext uri="{FF2B5EF4-FFF2-40B4-BE49-F238E27FC236}">
                <a16:creationId xmlns:a16="http://schemas.microsoft.com/office/drawing/2014/main" id="{C13DDCFD-4285-B9CA-8852-F90D0ADFCCFC}"/>
              </a:ext>
            </a:extLst>
          </p:cNvPr>
          <p:cNvSpPr/>
          <p:nvPr/>
        </p:nvSpPr>
        <p:spPr>
          <a:xfrm>
            <a:off x="1991563" y="1778507"/>
            <a:ext cx="5463540"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Locked order guides, P2P utilisation</a:t>
            </a:r>
          </a:p>
        </p:txBody>
      </p:sp>
      <p:sp>
        <p:nvSpPr>
          <p:cNvPr id="3" name="Arrow: Pentagon 2">
            <a:extLst>
              <a:ext uri="{FF2B5EF4-FFF2-40B4-BE49-F238E27FC236}">
                <a16:creationId xmlns:a16="http://schemas.microsoft.com/office/drawing/2014/main" id="{0210F5CD-073B-07B8-BAE4-C05D5F55BB35}"/>
              </a:ext>
            </a:extLst>
          </p:cNvPr>
          <p:cNvSpPr/>
          <p:nvPr/>
        </p:nvSpPr>
        <p:spPr>
          <a:xfrm>
            <a:off x="3102559" y="2365095"/>
            <a:ext cx="4352544"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FDD legal review → opt-out</a:t>
            </a:r>
          </a:p>
        </p:txBody>
      </p:sp>
      <p:sp>
        <p:nvSpPr>
          <p:cNvPr id="4" name="Arrow: Pentagon 3">
            <a:extLst>
              <a:ext uri="{FF2B5EF4-FFF2-40B4-BE49-F238E27FC236}">
                <a16:creationId xmlns:a16="http://schemas.microsoft.com/office/drawing/2014/main" id="{D1395241-DB52-9BFD-2184-AE8F136DD879}"/>
              </a:ext>
            </a:extLst>
          </p:cNvPr>
          <p:cNvSpPr/>
          <p:nvPr/>
        </p:nvSpPr>
        <p:spPr>
          <a:xfrm>
            <a:off x="3102559" y="2846984"/>
            <a:ext cx="4352544"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19 → 9.5 months; new waivers</a:t>
            </a:r>
          </a:p>
        </p:txBody>
      </p:sp>
      <p:sp>
        <p:nvSpPr>
          <p:cNvPr id="5" name="Arrow: Pentagon 4">
            <a:extLst>
              <a:ext uri="{FF2B5EF4-FFF2-40B4-BE49-F238E27FC236}">
                <a16:creationId xmlns:a16="http://schemas.microsoft.com/office/drawing/2014/main" id="{84FE7DC6-9EC5-D7F9-7D4B-980ADCF7E27D}"/>
              </a:ext>
            </a:extLst>
          </p:cNvPr>
          <p:cNvSpPr/>
          <p:nvPr/>
        </p:nvSpPr>
        <p:spPr>
          <a:xfrm>
            <a:off x="4213555" y="3328873"/>
            <a:ext cx="5463540"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Energy, renewables, engineering</a:t>
            </a:r>
          </a:p>
        </p:txBody>
      </p:sp>
      <p:sp>
        <p:nvSpPr>
          <p:cNvPr id="6" name="Arrow: Pentagon 5">
            <a:extLst>
              <a:ext uri="{FF2B5EF4-FFF2-40B4-BE49-F238E27FC236}">
                <a16:creationId xmlns:a16="http://schemas.microsoft.com/office/drawing/2014/main" id="{CCBD0C76-5B0C-6C07-287B-0A7101240718}"/>
              </a:ext>
            </a:extLst>
          </p:cNvPr>
          <p:cNvSpPr/>
          <p:nvPr/>
        </p:nvSpPr>
        <p:spPr>
          <a:xfrm>
            <a:off x="5324551" y="3810761"/>
            <a:ext cx="5463540"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Local standards, suppliers, distribution</a:t>
            </a:r>
          </a:p>
        </p:txBody>
      </p:sp>
      <p:sp>
        <p:nvSpPr>
          <p:cNvPr id="7" name="Arrow: Pentagon 6">
            <a:extLst>
              <a:ext uri="{FF2B5EF4-FFF2-40B4-BE49-F238E27FC236}">
                <a16:creationId xmlns:a16="http://schemas.microsoft.com/office/drawing/2014/main" id="{F0B880E5-3D4E-8F6F-7A92-A82AE5EF27F9}"/>
              </a:ext>
            </a:extLst>
          </p:cNvPr>
          <p:cNvSpPr/>
          <p:nvPr/>
        </p:nvSpPr>
        <p:spPr>
          <a:xfrm>
            <a:off x="1991563" y="4292650"/>
            <a:ext cx="6574536"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Owner insight → CRM and OHES live</a:t>
            </a:r>
          </a:p>
        </p:txBody>
      </p:sp>
      <p:sp>
        <p:nvSpPr>
          <p:cNvPr id="8" name="Arrow: Pentagon 7">
            <a:extLst>
              <a:ext uri="{FF2B5EF4-FFF2-40B4-BE49-F238E27FC236}">
                <a16:creationId xmlns:a16="http://schemas.microsoft.com/office/drawing/2014/main" id="{0267E437-5FA6-93CD-6D9A-5427183B9530}"/>
              </a:ext>
            </a:extLst>
          </p:cNvPr>
          <p:cNvSpPr/>
          <p:nvPr/>
        </p:nvSpPr>
        <p:spPr>
          <a:xfrm>
            <a:off x="3102559" y="4774539"/>
            <a:ext cx="4352544"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GPO options and safeguards</a:t>
            </a:r>
          </a:p>
        </p:txBody>
      </p:sp>
      <p:sp>
        <p:nvSpPr>
          <p:cNvPr id="9" name="Flowchart: Decision 8">
            <a:extLst>
              <a:ext uri="{FF2B5EF4-FFF2-40B4-BE49-F238E27FC236}">
                <a16:creationId xmlns:a16="http://schemas.microsoft.com/office/drawing/2014/main" id="{10903787-D48A-6F09-91B1-C937ABA2730E}"/>
              </a:ext>
            </a:extLst>
          </p:cNvPr>
          <p:cNvSpPr/>
          <p:nvPr/>
        </p:nvSpPr>
        <p:spPr>
          <a:xfrm>
            <a:off x="7519111" y="2365095"/>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Flowchart: Decision 9">
            <a:extLst>
              <a:ext uri="{FF2B5EF4-FFF2-40B4-BE49-F238E27FC236}">
                <a16:creationId xmlns:a16="http://schemas.microsoft.com/office/drawing/2014/main" id="{89898198-E26F-7E3C-9EE1-B94E439A43A6}"/>
              </a:ext>
            </a:extLst>
          </p:cNvPr>
          <p:cNvSpPr/>
          <p:nvPr/>
        </p:nvSpPr>
        <p:spPr>
          <a:xfrm>
            <a:off x="8630107" y="4292650"/>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 name="Flowchart: Decision 10">
            <a:extLst>
              <a:ext uri="{FF2B5EF4-FFF2-40B4-BE49-F238E27FC236}">
                <a16:creationId xmlns:a16="http://schemas.microsoft.com/office/drawing/2014/main" id="{CCFA6253-2797-AAA4-107D-7A435D0921D1}"/>
              </a:ext>
            </a:extLst>
          </p:cNvPr>
          <p:cNvSpPr/>
          <p:nvPr/>
        </p:nvSpPr>
        <p:spPr>
          <a:xfrm>
            <a:off x="7519111" y="4774539"/>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Rectangle 14">
            <a:extLst>
              <a:ext uri="{FF2B5EF4-FFF2-40B4-BE49-F238E27FC236}">
                <a16:creationId xmlns:a16="http://schemas.microsoft.com/office/drawing/2014/main" id="{3DFF9D1C-BAC3-7E3B-19B9-C6D1834A7F3B}"/>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Sequencing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AECDD-61CF-5A31-7DF5-7821AE35BC46}"/>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2F9DBEF-F304-A3FA-A6D6-8A1B3AC96E3B}"/>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3" imgW="395" imgH="394" progId="TCLayout.ActiveDocument.1">
                  <p:embed/>
                </p:oleObj>
              </mc:Choice>
              <mc:Fallback>
                <p:oleObj name="thinkcell Slide" r:id="rId43" imgW="395" imgH="394" progId="TCLayout.ActiveDocument.1">
                  <p:embed/>
                  <p:pic>
                    <p:nvPicPr>
                      <p:cNvPr id="6" name="think-cell data - do not delete" hidden="1">
                        <a:extLst>
                          <a:ext uri="{FF2B5EF4-FFF2-40B4-BE49-F238E27FC236}">
                            <a16:creationId xmlns:a16="http://schemas.microsoft.com/office/drawing/2014/main" id="{32F9DBEF-F304-A3FA-A6D6-8A1B3AC96E3B}"/>
                          </a:ext>
                        </a:extLst>
                      </p:cNvPr>
                      <p:cNvPicPr/>
                      <p:nvPr/>
                    </p:nvPicPr>
                    <p:blipFill>
                      <a:blip r:embed="rId44"/>
                      <a:stretch>
                        <a:fillRect/>
                      </a:stretch>
                    </p:blipFill>
                    <p:spPr>
                      <a:xfrm>
                        <a:off x="1588" y="1588"/>
                        <a:ext cx="1588" cy="1588"/>
                      </a:xfrm>
                      <a:prstGeom prst="rect">
                        <a:avLst/>
                      </a:prstGeom>
                    </p:spPr>
                  </p:pic>
                </p:oleObj>
              </mc:Fallback>
            </mc:AlternateContent>
          </a:graphicData>
        </a:graphic>
      </p:graphicFrame>
      <p:cxnSp>
        <p:nvCxnSpPr>
          <p:cNvPr id="177" name="Straight Connector 176">
            <a:extLst>
              <a:ext uri="{FF2B5EF4-FFF2-40B4-BE49-F238E27FC236}">
                <a16:creationId xmlns:a16="http://schemas.microsoft.com/office/drawing/2014/main" id="{3239CCFB-2568-30F8-0108-7AF34F7F9A6C}"/>
              </a:ext>
            </a:extLst>
          </p:cNvPr>
          <p:cNvCxnSpPr>
            <a:cxnSpLocks/>
          </p:cNvCxnSpPr>
          <p:nvPr/>
        </p:nvCxnSpPr>
        <p:spPr>
          <a:xfrm>
            <a:off x="126710" y="1471032"/>
            <a:ext cx="11476711" cy="0"/>
          </a:xfrm>
          <a:prstGeom prst="line">
            <a:avLst/>
          </a:prstGeom>
        </p:spPr>
        <p:style>
          <a:lnRef idx="1">
            <a:schemeClr val="dk1"/>
          </a:lnRef>
          <a:fillRef idx="0">
            <a:schemeClr val="dk1"/>
          </a:fillRef>
          <a:effectRef idx="0">
            <a:schemeClr val="dk1"/>
          </a:effectRef>
          <a:fontRef idx="minor">
            <a:schemeClr val="tx1"/>
          </a:fontRef>
        </p:style>
      </p:cxnSp>
      <p:sp>
        <p:nvSpPr>
          <p:cNvPr id="383" name="Rectangle 382">
            <a:extLst>
              <a:ext uri="{FF2B5EF4-FFF2-40B4-BE49-F238E27FC236}">
                <a16:creationId xmlns:a16="http://schemas.microsoft.com/office/drawing/2014/main" id="{6DEB1B47-01FF-3F75-9C5C-3E86D90C9177}"/>
              </a:ext>
            </a:extLst>
          </p:cNvPr>
          <p:cNvSpPr/>
          <p:nvPr/>
        </p:nvSpPr>
        <p:spPr>
          <a:xfrm>
            <a:off x="2542489" y="1742989"/>
            <a:ext cx="657203" cy="209456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36DC82DC-2F13-2DA0-6359-735E11C58C12}"/>
              </a:ext>
            </a:extLst>
          </p:cNvPr>
          <p:cNvSpPr>
            <a:spLocks noGrp="1"/>
          </p:cNvSpPr>
          <p:nvPr>
            <p:ph type="title"/>
          </p:nvPr>
        </p:nvSpPr>
        <p:spPr>
          <a:xfrm>
            <a:off x="189781" y="201794"/>
            <a:ext cx="11764875" cy="991282"/>
          </a:xfrm>
        </p:spPr>
        <p:txBody>
          <a:bodyPr vert="horz" rIns="0"/>
          <a:lstStyle/>
          <a:p>
            <a:r>
              <a:rPr lang="en-GB" sz="2800" b="1">
                <a:sym typeface="Trebuchet MS" panose="020B0603020202020204" pitchFamily="34" charset="0"/>
              </a:rPr>
              <a:t>2027 - 2030 Budgeting | </a:t>
            </a:r>
            <a:r>
              <a:rPr lang="en-GB" sz="2800">
                <a:sym typeface="Trebuchet MS" panose="020B0603020202020204" pitchFamily="34" charset="0"/>
              </a:rPr>
              <a:t>AMER</a:t>
            </a:r>
            <a:endParaRPr lang="en-GB" sz="2800" b="1"/>
          </a:p>
        </p:txBody>
      </p:sp>
      <p:graphicFrame>
        <p:nvGraphicFramePr>
          <p:cNvPr id="278" name="Chart 277">
            <a:extLst>
              <a:ext uri="{FF2B5EF4-FFF2-40B4-BE49-F238E27FC236}">
                <a16:creationId xmlns:a16="http://schemas.microsoft.com/office/drawing/2014/main" id="{892A087B-CD29-61C2-C95B-76B91E7A050D}"/>
              </a:ext>
            </a:extLst>
          </p:cNvPr>
          <p:cNvGraphicFramePr/>
          <p:nvPr>
            <p:custDataLst>
              <p:tags r:id="rId16"/>
            </p:custDataLst>
          </p:nvPr>
        </p:nvGraphicFramePr>
        <p:xfrm>
          <a:off x="1654175" y="2192338"/>
          <a:ext cx="3921125" cy="1519237"/>
        </p:xfrm>
        <a:graphic>
          <a:graphicData uri="http://schemas.openxmlformats.org/drawingml/2006/chart">
            <c:chart xmlns:c="http://schemas.openxmlformats.org/drawingml/2006/chart" xmlns:r="http://schemas.openxmlformats.org/officeDocument/2006/relationships" r:id="rId45"/>
          </a:graphicData>
        </a:graphic>
      </p:graphicFrame>
      <p:sp>
        <p:nvSpPr>
          <p:cNvPr id="365" name="Text Placeholder 2">
            <a:extLst>
              <a:ext uri="{FF2B5EF4-FFF2-40B4-BE49-F238E27FC236}">
                <a16:creationId xmlns:a16="http://schemas.microsoft.com/office/drawing/2014/main" id="{49FAC6E5-9045-C6CF-CDD8-CF5B99CE4FAA}"/>
              </a:ext>
            </a:extLst>
          </p:cNvPr>
          <p:cNvSpPr>
            <a:spLocks/>
          </p:cNvSpPr>
          <p:nvPr>
            <p:custDataLst>
              <p:tags r:id="rId18"/>
            </p:custDataLst>
          </p:nvPr>
        </p:nvSpPr>
        <p:spPr bwMode="gray">
          <a:xfrm>
            <a:off x="2701925" y="2897746"/>
            <a:ext cx="320675" cy="150813"/>
          </a:xfrm>
          <a:prstGeom prst="rect">
            <a:avLst/>
          </a:prstGeom>
          <a:solidFill>
            <a:schemeClr val="accent5"/>
          </a:solidFill>
          <a:ln>
            <a:noFill/>
          </a:ln>
          <a:effec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21A524C1-D688-4DA6-B78C-538DD1A0057C}" type="datetime'''''''''''''''''''''''''18''''''''''''''%'''">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7" name="Text Placeholder 2">
            <a:extLst>
              <a:ext uri="{FF2B5EF4-FFF2-40B4-BE49-F238E27FC236}">
                <a16:creationId xmlns:a16="http://schemas.microsoft.com/office/drawing/2014/main" id="{F7DE6F26-40D5-BDA7-631F-139CA923E104}"/>
              </a:ext>
            </a:extLst>
          </p:cNvPr>
          <p:cNvSpPr>
            <a:spLocks/>
          </p:cNvSpPr>
          <p:nvPr>
            <p:custDataLst>
              <p:tags r:id="rId19"/>
            </p:custDataLst>
          </p:nvPr>
        </p:nvSpPr>
        <p:spPr bwMode="gray">
          <a:xfrm>
            <a:off x="4956175" y="3215948"/>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7905E31E-16A7-4617-8D5A-4B3FA9EBFD09}" type="datetime'''''''''''''''''''''''''''''''3''''''''''''''''''''''''5''%'">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50%</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68" name="Text Placeholder 2">
            <a:extLst>
              <a:ext uri="{FF2B5EF4-FFF2-40B4-BE49-F238E27FC236}">
                <a16:creationId xmlns:a16="http://schemas.microsoft.com/office/drawing/2014/main" id="{426F8ACC-FED6-4C43-74C3-FAF612C6BE93}"/>
              </a:ext>
            </a:extLst>
          </p:cNvPr>
          <p:cNvSpPr>
            <a:spLocks/>
          </p:cNvSpPr>
          <p:nvPr>
            <p:custDataLst>
              <p:tags r:id="rId20"/>
            </p:custDataLst>
          </p:nvPr>
        </p:nvSpPr>
        <p:spPr bwMode="gray">
          <a:xfrm>
            <a:off x="4956175" y="2689911"/>
            <a:ext cx="320675" cy="150813"/>
          </a:xfrm>
          <a:prstGeom prst="rect">
            <a:avLst/>
          </a:prstGeom>
          <a:noFill/>
          <a:ln>
            <a:noFill/>
          </a:ln>
          <a:effectLst/>
          <a:extLst>
            <a:ext uri="{909E8E84-426E-40DD-AFC4-6F175D3DCCD1}">
              <a14:hiddenFill xmlns:a14="http://schemas.microsoft.com/office/drawing/2010/main">
                <a:solidFill>
                  <a:srgbClr val="4C6C9C"/>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014AF296-3A08-4D60-BCA8-487F4EADCF4D}" type="datetime'''''5''2''''''''''''''''''''''''''''''''''%'''">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28%</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41" name="Text Placeholder 2">
            <a:extLst>
              <a:ext uri="{FF2B5EF4-FFF2-40B4-BE49-F238E27FC236}">
                <a16:creationId xmlns:a16="http://schemas.microsoft.com/office/drawing/2014/main" id="{EA7B61B1-F0B9-ED0B-D8BA-2C80349724B1}"/>
              </a:ext>
            </a:extLst>
          </p:cNvPr>
          <p:cNvSpPr>
            <a:spLocks/>
          </p:cNvSpPr>
          <p:nvPr>
            <p:custDataLst>
              <p:tags r:id="rId21"/>
            </p:custDataLst>
          </p:nvPr>
        </p:nvSpPr>
        <p:spPr bwMode="gray">
          <a:xfrm>
            <a:off x="4956175" y="2351642"/>
            <a:ext cx="320675"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A5BC7C2C-7698-406C-82EB-724E5ED8CAA8}" type="datetime'''''''''''1''''3''''''''''''''''''''''%'">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22%</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5" name="Text Placeholder 2">
            <a:extLst>
              <a:ext uri="{FF2B5EF4-FFF2-40B4-BE49-F238E27FC236}">
                <a16:creationId xmlns:a16="http://schemas.microsoft.com/office/drawing/2014/main" id="{68B8ADEB-5583-C8DC-6BE9-F497F0CA66C5}"/>
              </a:ext>
            </a:extLst>
          </p:cNvPr>
          <p:cNvSpPr>
            <a:spLocks/>
          </p:cNvSpPr>
          <p:nvPr>
            <p:custDataLst>
              <p:tags r:id="rId22"/>
            </p:custDataLst>
          </p:nvPr>
        </p:nvSpPr>
        <p:spPr bwMode="gray">
          <a:xfrm>
            <a:off x="4205287" y="3225982"/>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A1C46BED-95AC-4FEB-A187-B16CF4E6B861}" type="datetime'''''''''''''''''''''''''''''4''''''''''''4''''''''''''%'''">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58%</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67" name="Text Placeholder 2">
            <a:extLst>
              <a:ext uri="{FF2B5EF4-FFF2-40B4-BE49-F238E27FC236}">
                <a16:creationId xmlns:a16="http://schemas.microsoft.com/office/drawing/2014/main" id="{56AB1C48-CACD-CAF6-849A-C64524CD946B}"/>
              </a:ext>
            </a:extLst>
          </p:cNvPr>
          <p:cNvSpPr>
            <a:spLocks/>
          </p:cNvSpPr>
          <p:nvPr>
            <p:custDataLst>
              <p:tags r:id="rId23"/>
            </p:custDataLst>
          </p:nvPr>
        </p:nvSpPr>
        <p:spPr bwMode="gray">
          <a:xfrm>
            <a:off x="4205287" y="2765878"/>
            <a:ext cx="320675" cy="150813"/>
          </a:xfrm>
          <a:prstGeom prst="rect">
            <a:avLst/>
          </a:prstGeom>
          <a:noFill/>
          <a:ln>
            <a:noFill/>
          </a:ln>
          <a:effectLst/>
          <a:extLst>
            <a:ext uri="{909E8E84-426E-40DD-AFC4-6F175D3DCCD1}">
              <a14:hiddenFill xmlns:a14="http://schemas.microsoft.com/office/drawing/2010/main">
                <a:solidFill>
                  <a:schemeClr val="accent5"/>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EEE94C3E-08EB-4A25-89B9-93DE9435A694}" type="datetime'''''''''''''''''''''''''''4''6''''''''''''''''%'">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23%</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1" name="Text Placeholder 2">
            <a:extLst>
              <a:ext uri="{FF2B5EF4-FFF2-40B4-BE49-F238E27FC236}">
                <a16:creationId xmlns:a16="http://schemas.microsoft.com/office/drawing/2014/main" id="{74FC4418-B49A-CFF1-5486-4C865DD57396}"/>
              </a:ext>
            </a:extLst>
          </p:cNvPr>
          <p:cNvSpPr>
            <a:spLocks/>
          </p:cNvSpPr>
          <p:nvPr>
            <p:custDataLst>
              <p:tags r:id="rId24"/>
            </p:custDataLst>
          </p:nvPr>
        </p:nvSpPr>
        <p:spPr bwMode="gray">
          <a:xfrm>
            <a:off x="4205287" y="2530810"/>
            <a:ext cx="320675" cy="150813"/>
          </a:xfrm>
          <a:prstGeom prst="rect">
            <a:avLst/>
          </a:prstGeom>
          <a:solidFill>
            <a:schemeClr val="accent1"/>
          </a:solidFill>
          <a:ln>
            <a:noFill/>
          </a:ln>
          <a:effec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1D57E550-FD50-4F32-92A5-80BEA2C1FB18}" type="datetime'''''''''''''''''''''''''''''''''''''''''''''''1''''''0''''''%'">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18%</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2" name="Text Placeholder 2">
            <a:extLst>
              <a:ext uri="{FF2B5EF4-FFF2-40B4-BE49-F238E27FC236}">
                <a16:creationId xmlns:a16="http://schemas.microsoft.com/office/drawing/2014/main" id="{D33BA812-2961-DBDF-E193-C36677E23D99}"/>
              </a:ext>
            </a:extLst>
          </p:cNvPr>
          <p:cNvSpPr>
            <a:spLocks/>
          </p:cNvSpPr>
          <p:nvPr>
            <p:custDataLst>
              <p:tags r:id="rId25"/>
            </p:custDataLst>
          </p:nvPr>
        </p:nvSpPr>
        <p:spPr bwMode="gray">
          <a:xfrm>
            <a:off x="3454400" y="3236015"/>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EDEB9CB7-95AE-483B-BE6D-10E4DDCEF556}" type="datetime'''''''''''''''''''''''''5''''''''''''''''''9''''%'">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71%</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5" name="Text Placeholder 2">
            <a:extLst>
              <a:ext uri="{FF2B5EF4-FFF2-40B4-BE49-F238E27FC236}">
                <a16:creationId xmlns:a16="http://schemas.microsoft.com/office/drawing/2014/main" id="{155E1D01-3F06-9DD9-D362-2051836BF52F}"/>
              </a:ext>
            </a:extLst>
          </p:cNvPr>
          <p:cNvSpPr>
            <a:spLocks/>
          </p:cNvSpPr>
          <p:nvPr>
            <p:custDataLst>
              <p:tags r:id="rId26"/>
            </p:custDataLst>
          </p:nvPr>
        </p:nvSpPr>
        <p:spPr bwMode="gray">
          <a:xfrm>
            <a:off x="1993899" y="2849752"/>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224FC2FE-6300-4AC8-AED0-A4AEAE429362}" type="datetime'''0.''''''''''''''''''''''''''2'''''''">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0.9</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59" name="Text Placeholder 2">
            <a:extLst>
              <a:ext uri="{FF2B5EF4-FFF2-40B4-BE49-F238E27FC236}">
                <a16:creationId xmlns:a16="http://schemas.microsoft.com/office/drawing/2014/main" id="{1E20326E-930C-BFDF-EA26-B34C19B3A17C}"/>
              </a:ext>
            </a:extLst>
          </p:cNvPr>
          <p:cNvSpPr>
            <a:spLocks/>
          </p:cNvSpPr>
          <p:nvPr>
            <p:custDataLst>
              <p:tags r:id="rId27"/>
            </p:custDataLst>
          </p:nvPr>
        </p:nvSpPr>
        <p:spPr bwMode="gray">
          <a:xfrm>
            <a:off x="2744788" y="2700684"/>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B80BE87C-33E5-4454-85EF-B5ABE3DB13A3}" type="datetime'''''''''''''''''''''0''''''''''''''''.''''''''3'''''''''''''''">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1.1</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62" name="Text Placeholder 2">
            <a:extLst>
              <a:ext uri="{FF2B5EF4-FFF2-40B4-BE49-F238E27FC236}">
                <a16:creationId xmlns:a16="http://schemas.microsoft.com/office/drawing/2014/main" id="{418FA038-AD43-CF0D-D98C-AB80055FEC9D}"/>
              </a:ext>
            </a:extLst>
          </p:cNvPr>
          <p:cNvSpPr>
            <a:spLocks/>
          </p:cNvSpPr>
          <p:nvPr>
            <p:custDataLst>
              <p:tags r:id="rId28"/>
            </p:custDataLst>
          </p:nvPr>
        </p:nvSpPr>
        <p:spPr bwMode="gray">
          <a:xfrm>
            <a:off x="3497263" y="2551616"/>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FE0CA7AC-29DE-4A73-B9F5-F90891E67E28}" type="datetime'''''''''''0''''''''''''''''''.''''''''''''''4'''">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1.3</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129" name="Text Placeholder 2">
            <a:extLst>
              <a:ext uri="{FF2B5EF4-FFF2-40B4-BE49-F238E27FC236}">
                <a16:creationId xmlns:a16="http://schemas.microsoft.com/office/drawing/2014/main" id="{71A8DCD9-C98E-2E2F-EAE0-B5B35E5C2A75}"/>
              </a:ext>
            </a:extLst>
          </p:cNvPr>
          <p:cNvSpPr>
            <a:spLocks/>
          </p:cNvSpPr>
          <p:nvPr>
            <p:custDataLst>
              <p:tags r:id="rId29"/>
            </p:custDataLst>
          </p:nvPr>
        </p:nvSpPr>
        <p:spPr bwMode="gray">
          <a:xfrm>
            <a:off x="4248150" y="2325148"/>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50948907-3717-46DD-9075-3C0AF7AC6B9A}" type="datetime'''''''''''0''''''''''''''''''''''.''''''''''''''6'''''">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1.6</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135" name="Text Placeholder 2">
            <a:extLst>
              <a:ext uri="{FF2B5EF4-FFF2-40B4-BE49-F238E27FC236}">
                <a16:creationId xmlns:a16="http://schemas.microsoft.com/office/drawing/2014/main" id="{6110088C-AD89-08F9-FC37-05FA0BD29DDF}"/>
              </a:ext>
            </a:extLst>
          </p:cNvPr>
          <p:cNvSpPr>
            <a:spLocks/>
          </p:cNvSpPr>
          <p:nvPr>
            <p:custDataLst>
              <p:tags r:id="rId30"/>
            </p:custDataLst>
          </p:nvPr>
        </p:nvSpPr>
        <p:spPr bwMode="gray">
          <a:xfrm>
            <a:off x="4999038" y="2098679"/>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EF587A58-2BF9-4713-B6AA-69720440BC80}" type="datetime'''''''''''0''''''''''.''''''''7'''''''''''''''">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2.0</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6" name="Text Placeholder 2">
            <a:extLst>
              <a:ext uri="{FF2B5EF4-FFF2-40B4-BE49-F238E27FC236}">
                <a16:creationId xmlns:a16="http://schemas.microsoft.com/office/drawing/2014/main" id="{A5B2BF6A-DC26-C364-4E4B-6300E337667E}"/>
              </a:ext>
            </a:extLst>
          </p:cNvPr>
          <p:cNvSpPr>
            <a:spLocks/>
          </p:cNvSpPr>
          <p:nvPr>
            <p:custDataLst>
              <p:tags r:id="rId31"/>
            </p:custDataLst>
          </p:nvPr>
        </p:nvSpPr>
        <p:spPr bwMode="gray">
          <a:xfrm>
            <a:off x="3454400" y="2843279"/>
            <a:ext cx="320675" cy="150813"/>
          </a:xfrm>
          <a:prstGeom prst="rect">
            <a:avLst/>
          </a:prstGeom>
          <a:noFill/>
          <a:ln>
            <a:noFill/>
          </a:ln>
          <a:effectLst/>
          <a:extLst>
            <a:ext uri="{909E8E84-426E-40DD-AFC4-6F175D3DCCD1}">
              <a14:hiddenFill xmlns:a14="http://schemas.microsoft.com/office/drawing/2010/main">
                <a:solidFill>
                  <a:schemeClr val="accent5"/>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363DA714-9893-453C-A2B9-27DCB464D3EB}" type="datetime'''''''''''''''''''''3''5''''''%'''''">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17%</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8" name="Text Placeholder 2">
            <a:extLst>
              <a:ext uri="{FF2B5EF4-FFF2-40B4-BE49-F238E27FC236}">
                <a16:creationId xmlns:a16="http://schemas.microsoft.com/office/drawing/2014/main" id="{2A3E1991-48C2-CEFB-E0B3-9295963001C8}"/>
              </a:ext>
            </a:extLst>
          </p:cNvPr>
          <p:cNvSpPr>
            <a:spLocks/>
          </p:cNvSpPr>
          <p:nvPr>
            <p:custDataLst>
              <p:tags r:id="rId32"/>
            </p:custDataLst>
          </p:nvPr>
        </p:nvSpPr>
        <p:spPr bwMode="gray">
          <a:xfrm>
            <a:off x="3493294" y="2711411"/>
            <a:ext cx="242888" cy="150813"/>
          </a:xfrm>
          <a:prstGeom prst="rect">
            <a:avLst/>
          </a:prstGeom>
          <a:solidFill>
            <a:schemeClr val="accent1"/>
          </a:solidFill>
          <a:ln>
            <a:noFill/>
          </a:ln>
          <a:effec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F90868A1-1709-48D8-992A-4E9EBD792DF7}" type="datetime'''''''''''5''''''''''%'''''''">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0" name="Text Placeholder 2">
            <a:extLst>
              <a:ext uri="{FF2B5EF4-FFF2-40B4-BE49-F238E27FC236}">
                <a16:creationId xmlns:a16="http://schemas.microsoft.com/office/drawing/2014/main" id="{42550779-C8C0-C25D-CB15-0C6DE30EF7D1}"/>
              </a:ext>
            </a:extLst>
          </p:cNvPr>
          <p:cNvSpPr>
            <a:spLocks/>
          </p:cNvSpPr>
          <p:nvPr>
            <p:custDataLst>
              <p:tags r:id="rId33"/>
            </p:custDataLst>
          </p:nvPr>
        </p:nvSpPr>
        <p:spPr bwMode="gray">
          <a:xfrm>
            <a:off x="2701925" y="3244615"/>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CEECF29F-A778-4071-B323-5D119BB7583C}" type="datetime'''''''''''8''''''2''''''''''%'''''''''''''''''''''''''''''''''">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82%</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1" name="Text Placeholder 2">
            <a:extLst>
              <a:ext uri="{FF2B5EF4-FFF2-40B4-BE49-F238E27FC236}">
                <a16:creationId xmlns:a16="http://schemas.microsoft.com/office/drawing/2014/main" id="{F0A52F25-6641-0D91-33BA-334A030303BA}"/>
              </a:ext>
            </a:extLst>
          </p:cNvPr>
          <p:cNvSpPr>
            <a:spLocks/>
          </p:cNvSpPr>
          <p:nvPr>
            <p:custDataLst>
              <p:tags r:id="rId34"/>
            </p:custDataLst>
          </p:nvPr>
        </p:nvSpPr>
        <p:spPr bwMode="gray">
          <a:xfrm>
            <a:off x="2740819" y="2831812"/>
            <a:ext cx="242888" cy="150813"/>
          </a:xfrm>
          <a:prstGeom prst="rect">
            <a:avLst/>
          </a:prstGeom>
          <a:noFill/>
          <a:ln>
            <a:noFill/>
          </a:ln>
          <a:effectLst/>
          <a:extLst>
            <a:ext uri="{909E8E84-426E-40DD-AFC4-6F175D3DCCD1}">
              <a14:hiddenFill xmlns:a14="http://schemas.microsoft.com/office/drawing/2010/main">
                <a:solidFill>
                  <a:srgbClr val="4C6C9C"/>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882CCAC9-61D9-45F9-B3F7-F7E7ED40A2F3}" type="datetime'''''0''''''''''''''%'''''''''''">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86" name="TextBox 185">
            <a:extLst>
              <a:ext uri="{FF2B5EF4-FFF2-40B4-BE49-F238E27FC236}">
                <a16:creationId xmlns:a16="http://schemas.microsoft.com/office/drawing/2014/main" id="{AF5009CA-CA02-6AD0-215D-A6C4E2D3226E}"/>
              </a:ext>
            </a:extLst>
          </p:cNvPr>
          <p:cNvSpPr txBox="1"/>
          <p:nvPr/>
        </p:nvSpPr>
        <p:spPr>
          <a:xfrm>
            <a:off x="126710" y="1175775"/>
            <a:ext cx="3855697" cy="60016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GB" sz="1400" b="1" i="0" u="none" strike="noStrike" kern="1200" cap="none" spc="0" normalizeH="0" baseline="0" noProof="0">
                <a:ln>
                  <a:noFill/>
                </a:ln>
                <a:solidFill>
                  <a:srgbClr val="262626"/>
                </a:solidFill>
                <a:effectLst/>
                <a:uLnTx/>
                <a:uFillTx/>
                <a:latin typeface="Arial" panose="020B0604020202020204"/>
                <a:ea typeface="+mn-ea"/>
                <a:cs typeface="+mn-cs"/>
              </a:rPr>
              <a:t>Indicative AMER Spend on GP Programs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1" u="none" strike="noStrike" kern="1200" cap="none" spc="0" normalizeH="0" baseline="0" noProof="0">
                <a:ln>
                  <a:noFill/>
                </a:ln>
                <a:solidFill>
                  <a:srgbClr val="262626"/>
                </a:solidFill>
                <a:effectLst/>
                <a:uLnTx/>
                <a:uFillTx/>
                <a:latin typeface="Arial" panose="020B0604020202020204"/>
                <a:ea typeface="+mn-ea"/>
                <a:cs typeface="+mn-cs"/>
              </a:rPr>
              <a:t>$bn, 2026A – 2030F</a:t>
            </a:r>
          </a:p>
        </p:txBody>
      </p:sp>
      <p:sp>
        <p:nvSpPr>
          <p:cNvPr id="9" name="TextBox 8">
            <a:extLst>
              <a:ext uri="{FF2B5EF4-FFF2-40B4-BE49-F238E27FC236}">
                <a16:creationId xmlns:a16="http://schemas.microsoft.com/office/drawing/2014/main" id="{093E559E-06F6-5E25-72F6-38AF3F0D559D}"/>
              </a:ext>
            </a:extLst>
          </p:cNvPr>
          <p:cNvSpPr txBox="1"/>
          <p:nvPr/>
        </p:nvSpPr>
        <p:spPr>
          <a:xfrm>
            <a:off x="191336" y="6471445"/>
            <a:ext cx="750936" cy="386556"/>
          </a:xfrm>
          <a:prstGeom prst="rect">
            <a:avLst/>
          </a:prstGeom>
        </p:spPr>
        <p:txBody>
          <a:bodyPr vert="horz" lIns="0" tIns="0" rIns="0" bIns="0" rtlCol="0" anchor="ctr"/>
          <a:lstStyle>
            <a:defPPr>
              <a:defRPr lang="en-US"/>
            </a:defPPr>
            <a:lvl1pPr>
              <a:defRPr sz="800" b="0" i="0">
                <a:solidFill>
                  <a:srgbClr val="E8542C"/>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DFCF27A5-1A5B-48D3-A060-2758FFBB1ADD}" type="slidenum">
              <a:rPr kumimoji="0" lang="en-US" sz="800" b="0" i="0" u="none" strike="noStrike" kern="0" cap="none" spc="0" normalizeH="0" baseline="0" noProof="0" smtClean="0">
                <a:ln>
                  <a:noFill/>
                </a:ln>
                <a:solidFill>
                  <a:srgbClr val="E8542C"/>
                </a:solidFill>
                <a:effectLst/>
                <a:uLnTx/>
                <a:uFillTx/>
                <a:latin typeface="Arial" panose="020B0604020202020204"/>
                <a:ea typeface="+mn-ea"/>
                <a:cs typeface="+mn-cs"/>
                <a:sym typeface="Trebuchet MS" panose="020B060302020202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0" cap="none" spc="0" normalizeH="0" baseline="0" noProof="0">
              <a:ln>
                <a:noFill/>
              </a:ln>
              <a:solidFill>
                <a:srgbClr val="E8542C"/>
              </a:solidFill>
              <a:effectLst/>
              <a:uLnTx/>
              <a:uFillTx/>
              <a:latin typeface="Arial" panose="020B0604020202020204"/>
              <a:ea typeface="+mn-ea"/>
              <a:cs typeface="+mn-cs"/>
              <a:sym typeface="Trebuchet MS" panose="020B0603020202020204" pitchFamily="34" charset="0"/>
            </a:endParaRPr>
          </a:p>
        </p:txBody>
      </p:sp>
      <p:sp>
        <p:nvSpPr>
          <p:cNvPr id="149" name="Rectangle 148">
            <a:extLst>
              <a:ext uri="{FF2B5EF4-FFF2-40B4-BE49-F238E27FC236}">
                <a16:creationId xmlns:a16="http://schemas.microsoft.com/office/drawing/2014/main" id="{CE0265F8-860C-6175-8070-1E4CD624B25F}"/>
              </a:ext>
            </a:extLst>
          </p:cNvPr>
          <p:cNvSpPr/>
          <p:nvPr>
            <p:custDataLst>
              <p:tags r:id="rId35"/>
            </p:custDataLst>
          </p:nvPr>
        </p:nvSpPr>
        <p:spPr bwMode="auto">
          <a:xfrm>
            <a:off x="192088" y="2279650"/>
            <a:ext cx="196850" cy="147638"/>
          </a:xfrm>
          <a:prstGeom prst="rect">
            <a:avLst/>
          </a:prstGeom>
          <a:solidFill>
            <a:schemeClr val="accent1"/>
          </a:solidFill>
          <a:ln w="9525" cmpd="sng" algn="ctr">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0" name="Rectangle 149">
            <a:extLst>
              <a:ext uri="{FF2B5EF4-FFF2-40B4-BE49-F238E27FC236}">
                <a16:creationId xmlns:a16="http://schemas.microsoft.com/office/drawing/2014/main" id="{054EA50A-0877-588B-0674-5A2EE030D517}"/>
              </a:ext>
            </a:extLst>
          </p:cNvPr>
          <p:cNvSpPr/>
          <p:nvPr>
            <p:custDataLst>
              <p:tags r:id="rId36"/>
            </p:custDataLst>
          </p:nvPr>
        </p:nvSpPr>
        <p:spPr bwMode="auto">
          <a:xfrm>
            <a:off x="192088" y="2498725"/>
            <a:ext cx="196850" cy="147638"/>
          </a:xfrm>
          <a:prstGeom prst="rect">
            <a:avLst/>
          </a:prstGeom>
          <a:solidFill>
            <a:schemeClr val="accent5"/>
          </a:solidFill>
          <a:ln w="9525" cmpd="sng" algn="ctr">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13" name="Rectangle 212">
            <a:extLst>
              <a:ext uri="{FF2B5EF4-FFF2-40B4-BE49-F238E27FC236}">
                <a16:creationId xmlns:a16="http://schemas.microsoft.com/office/drawing/2014/main" id="{6010D818-A1C7-5EE1-0C44-1F08FD805770}"/>
              </a:ext>
            </a:extLst>
          </p:cNvPr>
          <p:cNvSpPr/>
          <p:nvPr>
            <p:custDataLst>
              <p:tags r:id="rId37"/>
            </p:custDataLst>
          </p:nvPr>
        </p:nvSpPr>
        <p:spPr bwMode="auto">
          <a:xfrm>
            <a:off x="192088" y="2717800"/>
            <a:ext cx="196850" cy="147638"/>
          </a:xfrm>
          <a:prstGeom prst="rect">
            <a:avLst/>
          </a:prstGeom>
          <a:solidFill>
            <a:schemeClr val="accent3"/>
          </a:solidFill>
          <a:ln w="9525" cmpd="sng" algn="ctr">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5" name="Text Placeholder 2">
            <a:extLst>
              <a:ext uri="{FF2B5EF4-FFF2-40B4-BE49-F238E27FC236}">
                <a16:creationId xmlns:a16="http://schemas.microsoft.com/office/drawing/2014/main" id="{2E61FD20-C3F6-478E-4CAF-2CD85FF189C5}"/>
              </a:ext>
            </a:extLst>
          </p:cNvPr>
          <p:cNvSpPr>
            <a:spLocks/>
          </p:cNvSpPr>
          <p:nvPr>
            <p:custDataLst>
              <p:tags r:id="rId38"/>
            </p:custDataLst>
          </p:nvPr>
        </p:nvSpPr>
        <p:spPr bwMode="auto">
          <a:xfrm>
            <a:off x="439738" y="2274888"/>
            <a:ext cx="887413"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12AB11F9-A2EE-4661-86BC-91BE5996C921}" type="datetime'''''''H''igh''-S''''''cen''''''''''''a''r''i''''o'''''''''''">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High-Scenario</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6" name="Text Placeholder 2">
            <a:extLst>
              <a:ext uri="{FF2B5EF4-FFF2-40B4-BE49-F238E27FC236}">
                <a16:creationId xmlns:a16="http://schemas.microsoft.com/office/drawing/2014/main" id="{4CCE16C9-6265-8B9E-5887-C980973830D4}"/>
              </a:ext>
            </a:extLst>
          </p:cNvPr>
          <p:cNvSpPr>
            <a:spLocks/>
          </p:cNvSpPr>
          <p:nvPr>
            <p:custDataLst>
              <p:tags r:id="rId39"/>
            </p:custDataLst>
          </p:nvPr>
        </p:nvSpPr>
        <p:spPr bwMode="auto">
          <a:xfrm>
            <a:off x="439738" y="2493963"/>
            <a:ext cx="762000"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8A450EA0-BE28-4ABF-8CC1-426D0E299484}" type="datetime'''''''N''ew B''''''''''''''u''d''''''''''g''e''''t'''''">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New Budget</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8" name="Text Placeholder 2">
            <a:extLst>
              <a:ext uri="{FF2B5EF4-FFF2-40B4-BE49-F238E27FC236}">
                <a16:creationId xmlns:a16="http://schemas.microsoft.com/office/drawing/2014/main" id="{CF4E97AB-ADBF-F226-9242-D668F195BA54}"/>
              </a:ext>
            </a:extLst>
          </p:cNvPr>
          <p:cNvSpPr>
            <a:spLocks/>
          </p:cNvSpPr>
          <p:nvPr>
            <p:custDataLst>
              <p:tags r:id="rId40"/>
            </p:custDataLst>
          </p:nvPr>
        </p:nvSpPr>
        <p:spPr bwMode="auto">
          <a:xfrm>
            <a:off x="439738" y="2713038"/>
            <a:ext cx="1038225"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8A822CD9-00A8-4750-96C9-1B0EBB6D4A29}" type="datetime'3''%'''' ''Ste''''''a''''''''''''''''dy'''''' S''''''tat''e'">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3% Steady State</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267" name="Table 266">
            <a:extLst>
              <a:ext uri="{FF2B5EF4-FFF2-40B4-BE49-F238E27FC236}">
                <a16:creationId xmlns:a16="http://schemas.microsoft.com/office/drawing/2014/main" id="{43D1AA02-9676-CFA3-202E-C51E4B7E11B4}"/>
              </a:ext>
            </a:extLst>
          </p:cNvPr>
          <p:cNvGraphicFramePr>
            <a:graphicFrameLocks noGrp="1"/>
          </p:cNvGraphicFramePr>
          <p:nvPr/>
        </p:nvGraphicFramePr>
        <p:xfrm>
          <a:off x="171450" y="3846513"/>
          <a:ext cx="5230416" cy="777240"/>
        </p:xfrm>
        <a:graphic>
          <a:graphicData uri="http://schemas.openxmlformats.org/drawingml/2006/table">
            <a:tbl>
              <a:tblPr firstRow="1" bandRow="1">
                <a:tableStyleId>{5C22544A-7EE6-4342-B048-85BDC9FD1C3A}</a:tableStyleId>
              </a:tblPr>
              <a:tblGrid>
                <a:gridCol w="1553983">
                  <a:extLst>
                    <a:ext uri="{9D8B030D-6E8A-4147-A177-3AD203B41FA5}">
                      <a16:colId xmlns:a16="http://schemas.microsoft.com/office/drawing/2014/main" val="262143033"/>
                    </a:ext>
                  </a:extLst>
                </a:gridCol>
                <a:gridCol w="723944">
                  <a:extLst>
                    <a:ext uri="{9D8B030D-6E8A-4147-A177-3AD203B41FA5}">
                      <a16:colId xmlns:a16="http://schemas.microsoft.com/office/drawing/2014/main" val="1721870662"/>
                    </a:ext>
                  </a:extLst>
                </a:gridCol>
                <a:gridCol w="800550">
                  <a:extLst>
                    <a:ext uri="{9D8B030D-6E8A-4147-A177-3AD203B41FA5}">
                      <a16:colId xmlns:a16="http://schemas.microsoft.com/office/drawing/2014/main" val="1601874909"/>
                    </a:ext>
                  </a:extLst>
                </a:gridCol>
                <a:gridCol w="717313">
                  <a:extLst>
                    <a:ext uri="{9D8B030D-6E8A-4147-A177-3AD203B41FA5}">
                      <a16:colId xmlns:a16="http://schemas.microsoft.com/office/drawing/2014/main" val="1029108326"/>
                    </a:ext>
                  </a:extLst>
                </a:gridCol>
                <a:gridCol w="717313">
                  <a:extLst>
                    <a:ext uri="{9D8B030D-6E8A-4147-A177-3AD203B41FA5}">
                      <a16:colId xmlns:a16="http://schemas.microsoft.com/office/drawing/2014/main" val="346975862"/>
                    </a:ext>
                  </a:extLst>
                </a:gridCol>
                <a:gridCol w="717313">
                  <a:extLst>
                    <a:ext uri="{9D8B030D-6E8A-4147-A177-3AD203B41FA5}">
                      <a16:colId xmlns:a16="http://schemas.microsoft.com/office/drawing/2014/main" val="2538839697"/>
                    </a:ext>
                  </a:extLst>
                </a:gridCol>
              </a:tblGrid>
              <a:tr h="212328">
                <a:tc>
                  <a:txBody>
                    <a:bodyPr/>
                    <a:lstStyle/>
                    <a:p>
                      <a:r>
                        <a:rPr lang="en-GB" sz="1100" b="0" i="1">
                          <a:solidFill>
                            <a:schemeClr val="tx1"/>
                          </a:solidFill>
                        </a:rPr>
                        <a:t>Est. % CRF collected</a:t>
                      </a:r>
                    </a:p>
                  </a:txBody>
                  <a:tcPr>
                    <a:solidFill>
                      <a:schemeClr val="bg1">
                        <a:lumMod val="95000"/>
                      </a:schemeClr>
                    </a:solidFill>
                  </a:tcPr>
                </a:tc>
                <a:tc gridSpan="5">
                  <a:txBody>
                    <a:bodyPr/>
                    <a:lstStyle/>
                    <a:p>
                      <a:pPr algn="ctr"/>
                      <a:r>
                        <a:rPr lang="en-GB" sz="1100" i="1">
                          <a:solidFill>
                            <a:schemeClr val="tx1"/>
                          </a:solidFill>
                        </a:rPr>
                        <a:t>2.4%</a:t>
                      </a: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extLst>
                  <a:ext uri="{0D108BD9-81ED-4DB2-BD59-A6C34878D82A}">
                    <a16:rowId xmlns:a16="http://schemas.microsoft.com/office/drawing/2014/main" val="895979644"/>
                  </a:ext>
                </a:extLst>
              </a:tr>
              <a:tr h="212328">
                <a:tc>
                  <a:txBody>
                    <a:bodyPr/>
                    <a:lstStyle/>
                    <a:p>
                      <a:r>
                        <a:rPr lang="en-GB" sz="1100">
                          <a:solidFill>
                            <a:schemeClr val="tx1"/>
                          </a:solidFill>
                        </a:rPr>
                        <a:t>High Scenario</a:t>
                      </a:r>
                    </a:p>
                  </a:txBody>
                  <a:tcPr>
                    <a:solidFill>
                      <a:schemeClr val="bg1">
                        <a:lumMod val="95000"/>
                      </a:schemeClr>
                    </a:solidFill>
                  </a:tcPr>
                </a:tc>
                <a:tc>
                  <a:txBody>
                    <a:bodyPr/>
                    <a:lstStyle/>
                    <a:p>
                      <a:pPr algn="ctr" rtl="0" fontAlgn="ctr">
                        <a:buNone/>
                      </a:pPr>
                      <a:r>
                        <a:rPr lang="en-GB" sz="1400" b="0" i="0" u="none" strike="noStrike">
                          <a:solidFill>
                            <a:srgbClr val="000000"/>
                          </a:solidFill>
                          <a:effectLst/>
                          <a:latin typeface="Arial" panose="020B0604020202020204" pitchFamily="34" charset="0"/>
                        </a:rPr>
                        <a:t>21.0</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26.2</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31.4</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39.3</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47.2</a:t>
                      </a:r>
                    </a:p>
                  </a:txBody>
                  <a:tcPr marL="0" marR="0" marT="0" marB="0" anchor="ctr">
                    <a:solidFill>
                      <a:schemeClr val="bg1">
                        <a:lumMod val="95000"/>
                      </a:schemeClr>
                    </a:solidFill>
                  </a:tcPr>
                </a:tc>
                <a:extLst>
                  <a:ext uri="{0D108BD9-81ED-4DB2-BD59-A6C34878D82A}">
                    <a16:rowId xmlns:a16="http://schemas.microsoft.com/office/drawing/2014/main" val="830397639"/>
                  </a:ext>
                </a:extLst>
              </a:tr>
              <a:tr h="212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Budget Commitment</a:t>
                      </a:r>
                    </a:p>
                  </a:txBody>
                  <a:tcP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21.0</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24.2</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27.4</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32.1</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36.7</a:t>
                      </a:r>
                    </a:p>
                  </a:txBody>
                  <a:tcPr marL="0" marR="0" marT="0" marB="0" anchor="ctr">
                    <a:solidFill>
                      <a:schemeClr val="bg1">
                        <a:lumMod val="95000"/>
                      </a:schemeClr>
                    </a:solidFill>
                  </a:tcPr>
                </a:tc>
                <a:extLst>
                  <a:ext uri="{0D108BD9-81ED-4DB2-BD59-A6C34878D82A}">
                    <a16:rowId xmlns:a16="http://schemas.microsoft.com/office/drawing/2014/main" val="2128844127"/>
                  </a:ext>
                </a:extLst>
              </a:tr>
            </a:tbl>
          </a:graphicData>
        </a:graphic>
      </p:graphicFrame>
      <p:cxnSp>
        <p:nvCxnSpPr>
          <p:cNvPr id="269" name="Straight Arrow Connector 268">
            <a:extLst>
              <a:ext uri="{FF2B5EF4-FFF2-40B4-BE49-F238E27FC236}">
                <a16:creationId xmlns:a16="http://schemas.microsoft.com/office/drawing/2014/main" id="{99FE2567-BD4E-C331-BE99-C51603C0CAAA}"/>
              </a:ext>
            </a:extLst>
          </p:cNvPr>
          <p:cNvCxnSpPr>
            <a:cxnSpLocks/>
          </p:cNvCxnSpPr>
          <p:nvPr/>
        </p:nvCxnSpPr>
        <p:spPr>
          <a:xfrm flipH="1">
            <a:off x="1965060" y="3970338"/>
            <a:ext cx="1327679" cy="0"/>
          </a:xfrm>
          <a:prstGeom prst="straightConnector1">
            <a:avLst/>
          </a:prstGeom>
          <a:ln w="952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70" name="Straight Arrow Connector 269">
            <a:extLst>
              <a:ext uri="{FF2B5EF4-FFF2-40B4-BE49-F238E27FC236}">
                <a16:creationId xmlns:a16="http://schemas.microsoft.com/office/drawing/2014/main" id="{A39D4D8D-1DEE-4103-9CF0-EB6C76A2FD32}"/>
              </a:ext>
            </a:extLst>
          </p:cNvPr>
          <p:cNvCxnSpPr>
            <a:cxnSpLocks/>
          </p:cNvCxnSpPr>
          <p:nvPr/>
        </p:nvCxnSpPr>
        <p:spPr>
          <a:xfrm flipH="1">
            <a:off x="3982407" y="3968750"/>
            <a:ext cx="1294392" cy="0"/>
          </a:xfrm>
          <a:prstGeom prst="straightConnector1">
            <a:avLst/>
          </a:prstGeom>
          <a:ln w="9525">
            <a:solidFill>
              <a:schemeClr val="bg1">
                <a:lumMod val="50000"/>
              </a:schemeClr>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B0EFCCD8-8821-C4DB-E5B9-BD26E6A9B2AE}"/>
              </a:ext>
            </a:extLst>
          </p:cNvPr>
          <p:cNvSpPr/>
          <p:nvPr/>
        </p:nvSpPr>
        <p:spPr>
          <a:xfrm>
            <a:off x="189781" y="3605213"/>
            <a:ext cx="1089128" cy="1920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CRF Collected</a:t>
            </a:r>
          </a:p>
        </p:txBody>
      </p:sp>
      <p:graphicFrame>
        <p:nvGraphicFramePr>
          <p:cNvPr id="209" name="Table 208">
            <a:extLst>
              <a:ext uri="{FF2B5EF4-FFF2-40B4-BE49-F238E27FC236}">
                <a16:creationId xmlns:a16="http://schemas.microsoft.com/office/drawing/2014/main" id="{B4613E75-6D8D-8C31-ED70-06CD63C94F32}"/>
              </a:ext>
            </a:extLst>
          </p:cNvPr>
          <p:cNvGraphicFramePr>
            <a:graphicFrameLocks noGrp="1"/>
          </p:cNvGraphicFramePr>
          <p:nvPr/>
        </p:nvGraphicFramePr>
        <p:xfrm>
          <a:off x="171450" y="4975226"/>
          <a:ext cx="5230415" cy="518160"/>
        </p:xfrm>
        <a:graphic>
          <a:graphicData uri="http://schemas.openxmlformats.org/drawingml/2006/table">
            <a:tbl>
              <a:tblPr firstRow="1" bandRow="1">
                <a:tableStyleId>{5C22544A-7EE6-4342-B048-85BDC9FD1C3A}</a:tableStyleId>
              </a:tblPr>
              <a:tblGrid>
                <a:gridCol w="1581150">
                  <a:extLst>
                    <a:ext uri="{9D8B030D-6E8A-4147-A177-3AD203B41FA5}">
                      <a16:colId xmlns:a16="http://schemas.microsoft.com/office/drawing/2014/main" val="262143033"/>
                    </a:ext>
                  </a:extLst>
                </a:gridCol>
                <a:gridCol w="729853">
                  <a:extLst>
                    <a:ext uri="{9D8B030D-6E8A-4147-A177-3AD203B41FA5}">
                      <a16:colId xmlns:a16="http://schemas.microsoft.com/office/drawing/2014/main" val="1721870662"/>
                    </a:ext>
                  </a:extLst>
                </a:gridCol>
                <a:gridCol w="729853">
                  <a:extLst>
                    <a:ext uri="{9D8B030D-6E8A-4147-A177-3AD203B41FA5}">
                      <a16:colId xmlns:a16="http://schemas.microsoft.com/office/drawing/2014/main" val="1601874909"/>
                    </a:ext>
                  </a:extLst>
                </a:gridCol>
                <a:gridCol w="729853">
                  <a:extLst>
                    <a:ext uri="{9D8B030D-6E8A-4147-A177-3AD203B41FA5}">
                      <a16:colId xmlns:a16="http://schemas.microsoft.com/office/drawing/2014/main" val="1029108326"/>
                    </a:ext>
                  </a:extLst>
                </a:gridCol>
                <a:gridCol w="729853">
                  <a:extLst>
                    <a:ext uri="{9D8B030D-6E8A-4147-A177-3AD203B41FA5}">
                      <a16:colId xmlns:a16="http://schemas.microsoft.com/office/drawing/2014/main" val="346975862"/>
                    </a:ext>
                  </a:extLst>
                </a:gridCol>
                <a:gridCol w="729853">
                  <a:extLst>
                    <a:ext uri="{9D8B030D-6E8A-4147-A177-3AD203B41FA5}">
                      <a16:colId xmlns:a16="http://schemas.microsoft.com/office/drawing/2014/main" val="2538839697"/>
                    </a:ext>
                  </a:extLst>
                </a:gridCol>
              </a:tblGrid>
              <a:tr h="212328">
                <a:tc>
                  <a:txBody>
                    <a:bodyPr/>
                    <a:lstStyle/>
                    <a:p>
                      <a:r>
                        <a:rPr lang="en-GB" sz="1100" b="0">
                          <a:solidFill>
                            <a:schemeClr val="tx1"/>
                          </a:solidFill>
                        </a:rPr>
                        <a:t>High Scenario</a:t>
                      </a:r>
                    </a:p>
                  </a:txBody>
                  <a:tcPr>
                    <a:solidFill>
                      <a:schemeClr val="bg1">
                        <a:lumMod val="95000"/>
                      </a:schemeClr>
                    </a:solidFill>
                  </a:tcPr>
                </a:tc>
                <a:tc>
                  <a:txBody>
                    <a:bodyPr/>
                    <a:lstStyle/>
                    <a:p>
                      <a:pPr algn="ctr" rtl="0" fontAlgn="ctr">
                        <a:buNone/>
                      </a:pPr>
                      <a:r>
                        <a:rPr lang="en-GB" sz="1400" b="0" i="0" u="none" strike="noStrike">
                          <a:solidFill>
                            <a:srgbClr val="000000"/>
                          </a:solidFill>
                          <a:effectLst/>
                          <a:latin typeface="Arial" panose="020B0604020202020204" pitchFamily="34" charset="0"/>
                        </a:rPr>
                        <a:t>TBC</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830397639"/>
                  </a:ext>
                </a:extLst>
              </a:tr>
              <a:tr h="212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Budget Commitment</a:t>
                      </a:r>
                    </a:p>
                  </a:txBody>
                  <a:tcP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TBC</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2128844127"/>
                  </a:ext>
                </a:extLst>
              </a:tr>
            </a:tbl>
          </a:graphicData>
        </a:graphic>
      </p:graphicFrame>
      <p:sp>
        <p:nvSpPr>
          <p:cNvPr id="211" name="Rectangle 210">
            <a:extLst>
              <a:ext uri="{FF2B5EF4-FFF2-40B4-BE49-F238E27FC236}">
                <a16:creationId xmlns:a16="http://schemas.microsoft.com/office/drawing/2014/main" id="{18160551-DC02-87A1-F55B-25B1C7F49824}"/>
              </a:ext>
            </a:extLst>
          </p:cNvPr>
          <p:cNvSpPr/>
          <p:nvPr/>
        </p:nvSpPr>
        <p:spPr>
          <a:xfrm>
            <a:off x="189781" y="4784621"/>
            <a:ext cx="1089128" cy="19208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Cost Base</a:t>
            </a:r>
          </a:p>
        </p:txBody>
      </p:sp>
      <p:graphicFrame>
        <p:nvGraphicFramePr>
          <p:cNvPr id="212" name="Table 211">
            <a:extLst>
              <a:ext uri="{FF2B5EF4-FFF2-40B4-BE49-F238E27FC236}">
                <a16:creationId xmlns:a16="http://schemas.microsoft.com/office/drawing/2014/main" id="{5932E841-061B-30FC-2326-7BE5AB3CC190}"/>
              </a:ext>
            </a:extLst>
          </p:cNvPr>
          <p:cNvGraphicFramePr>
            <a:graphicFrameLocks noGrp="1"/>
          </p:cNvGraphicFramePr>
          <p:nvPr/>
        </p:nvGraphicFramePr>
        <p:xfrm>
          <a:off x="171450" y="5961803"/>
          <a:ext cx="5230415" cy="518160"/>
        </p:xfrm>
        <a:graphic>
          <a:graphicData uri="http://schemas.openxmlformats.org/drawingml/2006/table">
            <a:tbl>
              <a:tblPr firstRow="1" bandRow="1">
                <a:tableStyleId>{5C22544A-7EE6-4342-B048-85BDC9FD1C3A}</a:tableStyleId>
              </a:tblPr>
              <a:tblGrid>
                <a:gridCol w="1581150">
                  <a:extLst>
                    <a:ext uri="{9D8B030D-6E8A-4147-A177-3AD203B41FA5}">
                      <a16:colId xmlns:a16="http://schemas.microsoft.com/office/drawing/2014/main" val="262143033"/>
                    </a:ext>
                  </a:extLst>
                </a:gridCol>
                <a:gridCol w="729853">
                  <a:extLst>
                    <a:ext uri="{9D8B030D-6E8A-4147-A177-3AD203B41FA5}">
                      <a16:colId xmlns:a16="http://schemas.microsoft.com/office/drawing/2014/main" val="1721870662"/>
                    </a:ext>
                  </a:extLst>
                </a:gridCol>
                <a:gridCol w="729853">
                  <a:extLst>
                    <a:ext uri="{9D8B030D-6E8A-4147-A177-3AD203B41FA5}">
                      <a16:colId xmlns:a16="http://schemas.microsoft.com/office/drawing/2014/main" val="1601874909"/>
                    </a:ext>
                  </a:extLst>
                </a:gridCol>
                <a:gridCol w="729853">
                  <a:extLst>
                    <a:ext uri="{9D8B030D-6E8A-4147-A177-3AD203B41FA5}">
                      <a16:colId xmlns:a16="http://schemas.microsoft.com/office/drawing/2014/main" val="1029108326"/>
                    </a:ext>
                  </a:extLst>
                </a:gridCol>
                <a:gridCol w="729853">
                  <a:extLst>
                    <a:ext uri="{9D8B030D-6E8A-4147-A177-3AD203B41FA5}">
                      <a16:colId xmlns:a16="http://schemas.microsoft.com/office/drawing/2014/main" val="346975862"/>
                    </a:ext>
                  </a:extLst>
                </a:gridCol>
                <a:gridCol w="729853">
                  <a:extLst>
                    <a:ext uri="{9D8B030D-6E8A-4147-A177-3AD203B41FA5}">
                      <a16:colId xmlns:a16="http://schemas.microsoft.com/office/drawing/2014/main" val="2538839697"/>
                    </a:ext>
                  </a:extLst>
                </a:gridCol>
              </a:tblGrid>
              <a:tr h="212328">
                <a:tc>
                  <a:txBody>
                    <a:bodyPr/>
                    <a:lstStyle/>
                    <a:p>
                      <a:r>
                        <a:rPr lang="en-GB" sz="1100" b="0">
                          <a:solidFill>
                            <a:schemeClr val="tx1"/>
                          </a:solidFill>
                        </a:rPr>
                        <a:t>High Scenario</a:t>
                      </a:r>
                    </a:p>
                  </a:txBody>
                  <a:tcPr>
                    <a:solidFill>
                      <a:schemeClr val="bg1">
                        <a:lumMod val="95000"/>
                      </a:schemeClr>
                    </a:solidFill>
                  </a:tcPr>
                </a:tc>
                <a:tc>
                  <a:txBody>
                    <a:bodyPr/>
                    <a:lstStyle/>
                    <a:p>
                      <a:pPr algn="ctr" rtl="0" fontAlgn="ctr">
                        <a:buNone/>
                      </a:pPr>
                      <a:r>
                        <a:rPr lang="en-GB" sz="1400" b="0" i="0" u="none" strike="noStrike">
                          <a:solidFill>
                            <a:srgbClr val="000000"/>
                          </a:solidFill>
                          <a:effectLst/>
                          <a:latin typeface="Arial" panose="020B0604020202020204" pitchFamily="34" charset="0"/>
                        </a:rPr>
                        <a:t>TBC</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830397639"/>
                  </a:ext>
                </a:extLst>
              </a:tr>
              <a:tr h="212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Budget Commitment</a:t>
                      </a:r>
                    </a:p>
                  </a:txBody>
                  <a:tcP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TBC</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2128844127"/>
                  </a:ext>
                </a:extLst>
              </a:tr>
            </a:tbl>
          </a:graphicData>
        </a:graphic>
      </p:graphicFrame>
      <p:sp>
        <p:nvSpPr>
          <p:cNvPr id="218" name="Rectangle 217">
            <a:extLst>
              <a:ext uri="{FF2B5EF4-FFF2-40B4-BE49-F238E27FC236}">
                <a16:creationId xmlns:a16="http://schemas.microsoft.com/office/drawing/2014/main" id="{67C52A24-2E1F-7BFE-F73A-D0A6905E42A7}"/>
              </a:ext>
            </a:extLst>
          </p:cNvPr>
          <p:cNvSpPr/>
          <p:nvPr/>
        </p:nvSpPr>
        <p:spPr>
          <a:xfrm>
            <a:off x="189781" y="5771198"/>
            <a:ext cx="1089128" cy="19208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Net Position</a:t>
            </a:r>
          </a:p>
        </p:txBody>
      </p:sp>
      <p:graphicFrame>
        <p:nvGraphicFramePr>
          <p:cNvPr id="229" name="Table 228">
            <a:extLst>
              <a:ext uri="{FF2B5EF4-FFF2-40B4-BE49-F238E27FC236}">
                <a16:creationId xmlns:a16="http://schemas.microsoft.com/office/drawing/2014/main" id="{7560741F-ACCF-678B-59C8-5EF5DC5AAD9F}"/>
              </a:ext>
            </a:extLst>
          </p:cNvPr>
          <p:cNvGraphicFramePr>
            <a:graphicFrameLocks noGrp="1"/>
          </p:cNvGraphicFramePr>
          <p:nvPr/>
        </p:nvGraphicFramePr>
        <p:xfrm>
          <a:off x="5818823" y="2093913"/>
          <a:ext cx="6068913" cy="2072640"/>
        </p:xfrm>
        <a:graphic>
          <a:graphicData uri="http://schemas.openxmlformats.org/drawingml/2006/table">
            <a:tbl>
              <a:tblPr firstRow="1" bandRow="1">
                <a:tableStyleId>{5C22544A-7EE6-4342-B048-85BDC9FD1C3A}</a:tableStyleId>
              </a:tblPr>
              <a:tblGrid>
                <a:gridCol w="1546859">
                  <a:extLst>
                    <a:ext uri="{9D8B030D-6E8A-4147-A177-3AD203B41FA5}">
                      <a16:colId xmlns:a16="http://schemas.microsoft.com/office/drawing/2014/main" val="262143033"/>
                    </a:ext>
                  </a:extLst>
                </a:gridCol>
                <a:gridCol w="429377">
                  <a:extLst>
                    <a:ext uri="{9D8B030D-6E8A-4147-A177-3AD203B41FA5}">
                      <a16:colId xmlns:a16="http://schemas.microsoft.com/office/drawing/2014/main" val="1721870662"/>
                    </a:ext>
                  </a:extLst>
                </a:gridCol>
                <a:gridCol w="474812">
                  <a:extLst>
                    <a:ext uri="{9D8B030D-6E8A-4147-A177-3AD203B41FA5}">
                      <a16:colId xmlns:a16="http://schemas.microsoft.com/office/drawing/2014/main" val="1601874909"/>
                    </a:ext>
                  </a:extLst>
                </a:gridCol>
                <a:gridCol w="425444">
                  <a:extLst>
                    <a:ext uri="{9D8B030D-6E8A-4147-A177-3AD203B41FA5}">
                      <a16:colId xmlns:a16="http://schemas.microsoft.com/office/drawing/2014/main" val="1029108326"/>
                    </a:ext>
                  </a:extLst>
                </a:gridCol>
                <a:gridCol w="425444">
                  <a:extLst>
                    <a:ext uri="{9D8B030D-6E8A-4147-A177-3AD203B41FA5}">
                      <a16:colId xmlns:a16="http://schemas.microsoft.com/office/drawing/2014/main" val="346975862"/>
                    </a:ext>
                  </a:extLst>
                </a:gridCol>
                <a:gridCol w="425444">
                  <a:extLst>
                    <a:ext uri="{9D8B030D-6E8A-4147-A177-3AD203B41FA5}">
                      <a16:colId xmlns:a16="http://schemas.microsoft.com/office/drawing/2014/main" val="2538839697"/>
                    </a:ext>
                  </a:extLst>
                </a:gridCol>
                <a:gridCol w="214313">
                  <a:extLst>
                    <a:ext uri="{9D8B030D-6E8A-4147-A177-3AD203B41FA5}">
                      <a16:colId xmlns:a16="http://schemas.microsoft.com/office/drawing/2014/main" val="278534971"/>
                    </a:ext>
                  </a:extLst>
                </a:gridCol>
                <a:gridCol w="425444">
                  <a:extLst>
                    <a:ext uri="{9D8B030D-6E8A-4147-A177-3AD203B41FA5}">
                      <a16:colId xmlns:a16="http://schemas.microsoft.com/office/drawing/2014/main" val="2104472613"/>
                    </a:ext>
                  </a:extLst>
                </a:gridCol>
                <a:gridCol w="425444">
                  <a:extLst>
                    <a:ext uri="{9D8B030D-6E8A-4147-A177-3AD203B41FA5}">
                      <a16:colId xmlns:a16="http://schemas.microsoft.com/office/drawing/2014/main" val="974560783"/>
                    </a:ext>
                  </a:extLst>
                </a:gridCol>
                <a:gridCol w="425444">
                  <a:extLst>
                    <a:ext uri="{9D8B030D-6E8A-4147-A177-3AD203B41FA5}">
                      <a16:colId xmlns:a16="http://schemas.microsoft.com/office/drawing/2014/main" val="932835530"/>
                    </a:ext>
                  </a:extLst>
                </a:gridCol>
                <a:gridCol w="425444">
                  <a:extLst>
                    <a:ext uri="{9D8B030D-6E8A-4147-A177-3AD203B41FA5}">
                      <a16:colId xmlns:a16="http://schemas.microsoft.com/office/drawing/2014/main" val="2821003846"/>
                    </a:ext>
                  </a:extLst>
                </a:gridCol>
                <a:gridCol w="425444">
                  <a:extLst>
                    <a:ext uri="{9D8B030D-6E8A-4147-A177-3AD203B41FA5}">
                      <a16:colId xmlns:a16="http://schemas.microsoft.com/office/drawing/2014/main" val="4017866570"/>
                    </a:ext>
                  </a:extLst>
                </a:gridCol>
              </a:tblGrid>
              <a:tr h="179799">
                <a:tc>
                  <a:txBody>
                    <a:bodyPr/>
                    <a:lstStyle/>
                    <a:p>
                      <a:r>
                        <a:rPr lang="en-GB" sz="1100">
                          <a:solidFill>
                            <a:schemeClr val="bg1"/>
                          </a:solidFill>
                        </a:rPr>
                        <a:t>CRF $M</a:t>
                      </a:r>
                    </a:p>
                  </a:txBody>
                  <a:tcPr>
                    <a:solidFill>
                      <a:schemeClr val="accent4"/>
                    </a:solid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chemeClr val="accent4"/>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chemeClr val="accent4"/>
                    </a:solidFill>
                  </a:tcPr>
                </a:tc>
                <a:extLst>
                  <a:ext uri="{0D108BD9-81ED-4DB2-BD59-A6C34878D82A}">
                    <a16:rowId xmlns:a16="http://schemas.microsoft.com/office/drawing/2014/main" val="830397639"/>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Existing (3% share)</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21.0</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21.6</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22.9</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23.6</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21.0</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21.6</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22.9</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23.6</a:t>
                      </a:r>
                    </a:p>
                  </a:txBody>
                  <a:tcPr marL="0" marR="0" marT="0" marB="0" anchor="ctr">
                    <a:solidFill>
                      <a:schemeClr val="bg1">
                        <a:lumMod val="95000"/>
                      </a:schemeClr>
                    </a:solidFill>
                  </a:tcPr>
                </a:tc>
                <a:extLst>
                  <a:ext uri="{0D108BD9-81ED-4DB2-BD59-A6C34878D82A}">
                    <a16:rowId xmlns:a16="http://schemas.microsoft.com/office/drawing/2014/main" val="2128844127"/>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EME activation</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0.8</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1.6</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2.7</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3.9</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0.8</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1.6</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2.7</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3.9</a:t>
                      </a:r>
                    </a:p>
                  </a:txBody>
                  <a:tcPr marL="0" marR="0" marT="0" marB="0" anchor="ctr">
                    <a:solidFill>
                      <a:schemeClr val="bg1">
                        <a:lumMod val="95000"/>
                      </a:schemeClr>
                    </a:solidFill>
                  </a:tcPr>
                </a:tc>
                <a:extLst>
                  <a:ext uri="{0D108BD9-81ED-4DB2-BD59-A6C34878D82A}">
                    <a16:rowId xmlns:a16="http://schemas.microsoft.com/office/drawing/2014/main" val="1259534407"/>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Other accelerate</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1.8</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3.6</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6.5</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9.2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t>
                      </a: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1.8</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3.6</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6.5</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9.2</a:t>
                      </a:r>
                    </a:p>
                  </a:txBody>
                  <a:tcPr marL="0" marR="0" marT="0" marB="0" anchor="ctr">
                    <a:solidFill>
                      <a:schemeClr val="bg1">
                        <a:lumMod val="95000"/>
                      </a:schemeClr>
                    </a:solidFill>
                  </a:tcPr>
                </a:tc>
                <a:extLst>
                  <a:ext uri="{0D108BD9-81ED-4DB2-BD59-A6C34878D82A}">
                    <a16:rowId xmlns:a16="http://schemas.microsoft.com/office/drawing/2014/main" val="2017490822"/>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Step-change</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2.0</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4.0</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7.2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10.5</a:t>
                      </a:r>
                    </a:p>
                  </a:txBody>
                  <a:tcPr marL="0" marR="0" marT="0" marB="0" anchor="ctr">
                    <a:solidFill>
                      <a:schemeClr val="bg1">
                        <a:lumMod val="95000"/>
                      </a:schemeClr>
                    </a:solidFill>
                  </a:tcPr>
                </a:tc>
                <a:extLst>
                  <a:ext uri="{0D108BD9-81ED-4DB2-BD59-A6C34878D82A}">
                    <a16:rowId xmlns:a16="http://schemas.microsoft.com/office/drawing/2014/main" val="2658700520"/>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Total</a:t>
                      </a:r>
                    </a:p>
                  </a:txBody>
                  <a:tcP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21.0</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24.2</a:t>
                      </a:r>
                    </a:p>
                  </a:txBody>
                  <a:tcPr marL="0" marR="0" marT="0" marB="0" anchor="ctr">
                    <a:solidFill>
                      <a:schemeClr val="accent1">
                        <a:lumMod val="40000"/>
                        <a:lumOff val="6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27.4</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32.1</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36.7</a:t>
                      </a: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1" i="0" u="none" strike="noStrike">
                          <a:solidFill>
                            <a:srgbClr val="000000"/>
                          </a:solidFill>
                          <a:effectLst/>
                          <a:latin typeface="Aptos Narrow" panose="020B0004020202020204" pitchFamily="34" charset="0"/>
                        </a:rPr>
                        <a:t>21.0</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26.2</a:t>
                      </a:r>
                    </a:p>
                  </a:txBody>
                  <a:tcPr marL="0" marR="0" marT="0" marB="0" anchor="ctr">
                    <a:solidFill>
                      <a:schemeClr val="accent1">
                        <a:lumMod val="40000"/>
                        <a:lumOff val="6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31.4</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39.3</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47.2</a:t>
                      </a:r>
                    </a:p>
                  </a:txBody>
                  <a:tcPr marL="0" marR="0" marT="0" marB="0" anchor="ctr">
                    <a:solidFill>
                      <a:schemeClr val="tx2">
                        <a:lumMod val="20000"/>
                        <a:lumOff val="80000"/>
                      </a:schemeClr>
                    </a:solidFill>
                  </a:tcPr>
                </a:tc>
                <a:extLst>
                  <a:ext uri="{0D108BD9-81ED-4DB2-BD59-A6C34878D82A}">
                    <a16:rowId xmlns:a16="http://schemas.microsoft.com/office/drawing/2014/main" val="2287648924"/>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3% Baseline</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21.0</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21.6</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22.9</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23.6</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21.0</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21.6</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22.9</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23.6</a:t>
                      </a:r>
                    </a:p>
                  </a:txBody>
                  <a:tcPr marL="0" marR="0" marT="0" marB="0" anchor="ctr">
                    <a:solidFill>
                      <a:schemeClr val="bg1">
                        <a:lumMod val="95000"/>
                      </a:schemeClr>
                    </a:solidFill>
                  </a:tcPr>
                </a:tc>
                <a:extLst>
                  <a:ext uri="{0D108BD9-81ED-4DB2-BD59-A6C34878D82A}">
                    <a16:rowId xmlns:a16="http://schemas.microsoft.com/office/drawing/2014/main" val="1156686138"/>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a:ln>
                            <a:noFill/>
                          </a:ln>
                          <a:solidFill>
                            <a:srgbClr val="000000"/>
                          </a:solidFill>
                          <a:effectLst/>
                          <a:uLnTx/>
                          <a:uFillTx/>
                          <a:latin typeface="Arial" panose="020B0604020202020204"/>
                          <a:ea typeface="+mn-ea"/>
                          <a:cs typeface="+mn-cs"/>
                        </a:rPr>
                        <a:t>Incremental CRF</a:t>
                      </a:r>
                    </a:p>
                  </a:txBody>
                  <a:tcP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a:t>
                      </a:r>
                    </a:p>
                  </a:txBody>
                  <a:tcPr marL="0" marR="0" marT="0" marB="0" anchor="ctr">
                    <a:solidFill>
                      <a:srgbClr val="F2F2F2"/>
                    </a:solidFill>
                  </a:tcPr>
                </a:tc>
                <a:tc>
                  <a:txBody>
                    <a:bodyPr/>
                    <a:lstStyle/>
                    <a:p>
                      <a:pPr algn="ctr" fontAlgn="b">
                        <a:buNone/>
                      </a:pPr>
                      <a:r>
                        <a:rPr lang="en-GB" sz="1100" b="1" i="1" u="none" strike="noStrike">
                          <a:solidFill>
                            <a:srgbClr val="000000"/>
                          </a:solidFill>
                          <a:effectLst/>
                          <a:latin typeface="Aptos Narrow" panose="020B0004020202020204" pitchFamily="34" charset="0"/>
                        </a:rPr>
                        <a:t>2.6</a:t>
                      </a:r>
                    </a:p>
                  </a:txBody>
                  <a:tcPr marL="0" marR="0" marT="0" marB="0" anchor="ctr">
                    <a:solidFill>
                      <a:srgbClr val="FADDD5"/>
                    </a:solidFill>
                  </a:tcPr>
                </a:tc>
                <a:tc>
                  <a:txBody>
                    <a:bodyPr/>
                    <a:lstStyle/>
                    <a:p>
                      <a:pPr algn="ctr" fontAlgn="b">
                        <a:buNone/>
                      </a:pPr>
                      <a:r>
                        <a:rPr lang="en-GB" sz="1100" b="1" i="1" u="none" strike="noStrike">
                          <a:solidFill>
                            <a:srgbClr val="000000"/>
                          </a:solidFill>
                          <a:effectLst/>
                          <a:latin typeface="Aptos Narrow" panose="020B0004020202020204" pitchFamily="34" charset="0"/>
                        </a:rPr>
                        <a:t>5.2</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9.2</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13.1</a:t>
                      </a: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1" i="1"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4.6</a:t>
                      </a:r>
                    </a:p>
                  </a:txBody>
                  <a:tcPr marL="0" marR="0" marT="0" marB="0" anchor="ctr">
                    <a:solidFill>
                      <a:srgbClr val="FADDD5"/>
                    </a:solidFill>
                  </a:tcPr>
                </a:tc>
                <a:tc>
                  <a:txBody>
                    <a:bodyPr/>
                    <a:lstStyle/>
                    <a:p>
                      <a:pPr algn="ctr" fontAlgn="b">
                        <a:buNone/>
                      </a:pPr>
                      <a:r>
                        <a:rPr lang="en-GB" sz="1100" b="1" i="1" u="none" strike="noStrike">
                          <a:solidFill>
                            <a:srgbClr val="000000"/>
                          </a:solidFill>
                          <a:effectLst/>
                          <a:latin typeface="Aptos Narrow" panose="020B0004020202020204" pitchFamily="34" charset="0"/>
                        </a:rPr>
                        <a:t>9.2</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16.4</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23.6</a:t>
                      </a:r>
                    </a:p>
                  </a:txBody>
                  <a:tcPr marL="0" marR="0" marT="0" marB="0" anchor="ctr">
                    <a:solidFill>
                      <a:schemeClr val="bg1">
                        <a:lumMod val="95000"/>
                      </a:schemeClr>
                    </a:solidFill>
                  </a:tcPr>
                </a:tc>
                <a:extLst>
                  <a:ext uri="{0D108BD9-81ED-4DB2-BD59-A6C34878D82A}">
                    <a16:rowId xmlns:a16="http://schemas.microsoft.com/office/drawing/2014/main" val="3495859299"/>
                  </a:ext>
                </a:extLst>
              </a:tr>
            </a:tbl>
          </a:graphicData>
        </a:graphic>
      </p:graphicFrame>
      <p:sp>
        <p:nvSpPr>
          <p:cNvPr id="236" name="Rectangle 235">
            <a:extLst>
              <a:ext uri="{FF2B5EF4-FFF2-40B4-BE49-F238E27FC236}">
                <a16:creationId xmlns:a16="http://schemas.microsoft.com/office/drawing/2014/main" id="{FF610D51-F3D5-BDB4-5DC8-D678E076BD47}"/>
              </a:ext>
            </a:extLst>
          </p:cNvPr>
          <p:cNvSpPr/>
          <p:nvPr/>
        </p:nvSpPr>
        <p:spPr>
          <a:xfrm>
            <a:off x="7386007" y="1776413"/>
            <a:ext cx="2096659" cy="24923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Budget Scenario</a:t>
            </a:r>
          </a:p>
        </p:txBody>
      </p:sp>
      <p:sp>
        <p:nvSpPr>
          <p:cNvPr id="237" name="Rectangle 236">
            <a:extLst>
              <a:ext uri="{FF2B5EF4-FFF2-40B4-BE49-F238E27FC236}">
                <a16:creationId xmlns:a16="http://schemas.microsoft.com/office/drawing/2014/main" id="{AD7F3CBB-715F-01B5-3710-7FCBBD558AB9}"/>
              </a:ext>
            </a:extLst>
          </p:cNvPr>
          <p:cNvSpPr/>
          <p:nvPr/>
        </p:nvSpPr>
        <p:spPr>
          <a:xfrm>
            <a:off x="9791077" y="1776413"/>
            <a:ext cx="2096659" cy="24923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High Scenario</a:t>
            </a:r>
          </a:p>
        </p:txBody>
      </p:sp>
      <p:graphicFrame>
        <p:nvGraphicFramePr>
          <p:cNvPr id="239" name="Table 238">
            <a:extLst>
              <a:ext uri="{FF2B5EF4-FFF2-40B4-BE49-F238E27FC236}">
                <a16:creationId xmlns:a16="http://schemas.microsoft.com/office/drawing/2014/main" id="{1D7813D0-87DC-E82E-F006-14A83F56CE5E}"/>
              </a:ext>
            </a:extLst>
          </p:cNvPr>
          <p:cNvGraphicFramePr>
            <a:graphicFrameLocks noGrp="1"/>
          </p:cNvGraphicFramePr>
          <p:nvPr/>
        </p:nvGraphicFramePr>
        <p:xfrm>
          <a:off x="5818823" y="4407323"/>
          <a:ext cx="6068913" cy="2072640"/>
        </p:xfrm>
        <a:graphic>
          <a:graphicData uri="http://schemas.openxmlformats.org/drawingml/2006/table">
            <a:tbl>
              <a:tblPr firstRow="1" bandRow="1">
                <a:tableStyleId>{5C22544A-7EE6-4342-B048-85BDC9FD1C3A}</a:tableStyleId>
              </a:tblPr>
              <a:tblGrid>
                <a:gridCol w="1546859">
                  <a:extLst>
                    <a:ext uri="{9D8B030D-6E8A-4147-A177-3AD203B41FA5}">
                      <a16:colId xmlns:a16="http://schemas.microsoft.com/office/drawing/2014/main" val="262143033"/>
                    </a:ext>
                  </a:extLst>
                </a:gridCol>
                <a:gridCol w="429377">
                  <a:extLst>
                    <a:ext uri="{9D8B030D-6E8A-4147-A177-3AD203B41FA5}">
                      <a16:colId xmlns:a16="http://schemas.microsoft.com/office/drawing/2014/main" val="1721870662"/>
                    </a:ext>
                  </a:extLst>
                </a:gridCol>
                <a:gridCol w="474812">
                  <a:extLst>
                    <a:ext uri="{9D8B030D-6E8A-4147-A177-3AD203B41FA5}">
                      <a16:colId xmlns:a16="http://schemas.microsoft.com/office/drawing/2014/main" val="1601874909"/>
                    </a:ext>
                  </a:extLst>
                </a:gridCol>
                <a:gridCol w="425444">
                  <a:extLst>
                    <a:ext uri="{9D8B030D-6E8A-4147-A177-3AD203B41FA5}">
                      <a16:colId xmlns:a16="http://schemas.microsoft.com/office/drawing/2014/main" val="1029108326"/>
                    </a:ext>
                  </a:extLst>
                </a:gridCol>
                <a:gridCol w="425444">
                  <a:extLst>
                    <a:ext uri="{9D8B030D-6E8A-4147-A177-3AD203B41FA5}">
                      <a16:colId xmlns:a16="http://schemas.microsoft.com/office/drawing/2014/main" val="346975862"/>
                    </a:ext>
                  </a:extLst>
                </a:gridCol>
                <a:gridCol w="425444">
                  <a:extLst>
                    <a:ext uri="{9D8B030D-6E8A-4147-A177-3AD203B41FA5}">
                      <a16:colId xmlns:a16="http://schemas.microsoft.com/office/drawing/2014/main" val="2538839697"/>
                    </a:ext>
                  </a:extLst>
                </a:gridCol>
                <a:gridCol w="214313">
                  <a:extLst>
                    <a:ext uri="{9D8B030D-6E8A-4147-A177-3AD203B41FA5}">
                      <a16:colId xmlns:a16="http://schemas.microsoft.com/office/drawing/2014/main" val="278534971"/>
                    </a:ext>
                  </a:extLst>
                </a:gridCol>
                <a:gridCol w="425444">
                  <a:extLst>
                    <a:ext uri="{9D8B030D-6E8A-4147-A177-3AD203B41FA5}">
                      <a16:colId xmlns:a16="http://schemas.microsoft.com/office/drawing/2014/main" val="2104472613"/>
                    </a:ext>
                  </a:extLst>
                </a:gridCol>
                <a:gridCol w="425444">
                  <a:extLst>
                    <a:ext uri="{9D8B030D-6E8A-4147-A177-3AD203B41FA5}">
                      <a16:colId xmlns:a16="http://schemas.microsoft.com/office/drawing/2014/main" val="974560783"/>
                    </a:ext>
                  </a:extLst>
                </a:gridCol>
                <a:gridCol w="425444">
                  <a:extLst>
                    <a:ext uri="{9D8B030D-6E8A-4147-A177-3AD203B41FA5}">
                      <a16:colId xmlns:a16="http://schemas.microsoft.com/office/drawing/2014/main" val="932835530"/>
                    </a:ext>
                  </a:extLst>
                </a:gridCol>
                <a:gridCol w="425444">
                  <a:extLst>
                    <a:ext uri="{9D8B030D-6E8A-4147-A177-3AD203B41FA5}">
                      <a16:colId xmlns:a16="http://schemas.microsoft.com/office/drawing/2014/main" val="2821003846"/>
                    </a:ext>
                  </a:extLst>
                </a:gridCol>
                <a:gridCol w="425444">
                  <a:extLst>
                    <a:ext uri="{9D8B030D-6E8A-4147-A177-3AD203B41FA5}">
                      <a16:colId xmlns:a16="http://schemas.microsoft.com/office/drawing/2014/main" val="4017866570"/>
                    </a:ext>
                  </a:extLst>
                </a:gridCol>
              </a:tblGrid>
              <a:tr h="0">
                <a:tc>
                  <a:txBody>
                    <a:bodyPr/>
                    <a:lstStyle/>
                    <a:p>
                      <a:r>
                        <a:rPr lang="en-GB" sz="1100">
                          <a:solidFill>
                            <a:schemeClr val="bg1"/>
                          </a:solidFill>
                        </a:rPr>
                        <a:t>Cost Base $M</a:t>
                      </a:r>
                    </a:p>
                  </a:txBody>
                  <a:tcPr>
                    <a:solidFill>
                      <a:srgbClr val="1F4456"/>
                    </a:solid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rgbClr val="1F4456"/>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rgbClr val="1F4456"/>
                    </a:solidFill>
                  </a:tcPr>
                </a:tc>
                <a:extLst>
                  <a:ext uri="{0D108BD9-81ED-4DB2-BD59-A6C34878D82A}">
                    <a16:rowId xmlns:a16="http://schemas.microsoft.com/office/drawing/2014/main" val="83039763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Employees</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212884412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Pro-Services</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125953440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Travel + Conference</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t>
                      </a: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201749082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POM &amp; Util’s + Other</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2658700520"/>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Total</a:t>
                      </a:r>
                    </a:p>
                  </a:txBody>
                  <a:tcP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TBC</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accent1">
                        <a:lumMod val="40000"/>
                        <a:lumOff val="6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1" i="0" u="none" strike="noStrike">
                          <a:solidFill>
                            <a:srgbClr val="000000"/>
                          </a:solidFill>
                          <a:effectLst/>
                          <a:latin typeface="Aptos Narrow" panose="020B0004020202020204" pitchFamily="34" charset="0"/>
                        </a:rPr>
                        <a:t>TBC</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accent1">
                        <a:lumMod val="40000"/>
                        <a:lumOff val="6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extLst>
                  <a:ext uri="{0D108BD9-81ED-4DB2-BD59-A6C34878D82A}">
                    <a16:rowId xmlns:a16="http://schemas.microsoft.com/office/drawing/2014/main" val="228764892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Flat Baseline to ‘26</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115668613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a:ln>
                            <a:noFill/>
                          </a:ln>
                          <a:solidFill>
                            <a:srgbClr val="000000"/>
                          </a:solidFill>
                          <a:effectLst/>
                          <a:uLnTx/>
                          <a:uFillTx/>
                          <a:latin typeface="Arial" panose="020B0604020202020204"/>
                          <a:ea typeface="+mn-ea"/>
                          <a:cs typeface="+mn-cs"/>
                        </a:rPr>
                        <a:t>Var. to Baseline</a:t>
                      </a:r>
                    </a:p>
                  </a:txBody>
                  <a:tcP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3495859299"/>
                  </a:ext>
                </a:extLst>
              </a:tr>
            </a:tbl>
          </a:graphicData>
        </a:graphic>
      </p:graphicFrame>
      <p:cxnSp>
        <p:nvCxnSpPr>
          <p:cNvPr id="280" name="Straight Connector 279">
            <a:extLst>
              <a:ext uri="{FF2B5EF4-FFF2-40B4-BE49-F238E27FC236}">
                <a16:creationId xmlns:a16="http://schemas.microsoft.com/office/drawing/2014/main" id="{5DC39A9A-770A-16D2-9D85-1E82670BE1BE}"/>
              </a:ext>
            </a:extLst>
          </p:cNvPr>
          <p:cNvCxnSpPr/>
          <p:nvPr/>
        </p:nvCxnSpPr>
        <p:spPr>
          <a:xfrm>
            <a:off x="189781" y="4694873"/>
            <a:ext cx="528645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1" name="Straight Connector 280">
            <a:extLst>
              <a:ext uri="{FF2B5EF4-FFF2-40B4-BE49-F238E27FC236}">
                <a16:creationId xmlns:a16="http://schemas.microsoft.com/office/drawing/2014/main" id="{C2D2CB95-F760-8C12-8F1B-8CCCD932E983}"/>
              </a:ext>
            </a:extLst>
          </p:cNvPr>
          <p:cNvCxnSpPr/>
          <p:nvPr/>
        </p:nvCxnSpPr>
        <p:spPr>
          <a:xfrm>
            <a:off x="189781" y="5619433"/>
            <a:ext cx="528645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2" name="Straight Connector 281">
            <a:extLst>
              <a:ext uri="{FF2B5EF4-FFF2-40B4-BE49-F238E27FC236}">
                <a16:creationId xmlns:a16="http://schemas.microsoft.com/office/drawing/2014/main" id="{CF82DBFD-38B5-1AE7-DF71-5791C4FDBC18}"/>
              </a:ext>
            </a:extLst>
          </p:cNvPr>
          <p:cNvCxnSpPr>
            <a:cxnSpLocks/>
          </p:cNvCxnSpPr>
          <p:nvPr/>
        </p:nvCxnSpPr>
        <p:spPr>
          <a:xfrm>
            <a:off x="5740527" y="4268153"/>
            <a:ext cx="629907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3" name="Straight Connector 282">
            <a:extLst>
              <a:ext uri="{FF2B5EF4-FFF2-40B4-BE49-F238E27FC236}">
                <a16:creationId xmlns:a16="http://schemas.microsoft.com/office/drawing/2014/main" id="{C217342C-73A8-EEAF-5B23-4D3CD8A484CD}"/>
              </a:ext>
            </a:extLst>
          </p:cNvPr>
          <p:cNvCxnSpPr>
            <a:cxnSpLocks/>
          </p:cNvCxnSpPr>
          <p:nvPr/>
        </p:nvCxnSpPr>
        <p:spPr>
          <a:xfrm>
            <a:off x="5740527" y="6625273"/>
            <a:ext cx="621412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7" name="Straight Connector 286">
            <a:extLst>
              <a:ext uri="{FF2B5EF4-FFF2-40B4-BE49-F238E27FC236}">
                <a16:creationId xmlns:a16="http://schemas.microsoft.com/office/drawing/2014/main" id="{D2D06479-E7F1-97D6-4E58-2FE44B39FF4A}"/>
              </a:ext>
            </a:extLst>
          </p:cNvPr>
          <p:cNvCxnSpPr/>
          <p:nvPr/>
        </p:nvCxnSpPr>
        <p:spPr>
          <a:xfrm>
            <a:off x="5476240" y="5619433"/>
            <a:ext cx="264287" cy="100584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9" name="Straight Connector 288">
            <a:extLst>
              <a:ext uri="{FF2B5EF4-FFF2-40B4-BE49-F238E27FC236}">
                <a16:creationId xmlns:a16="http://schemas.microsoft.com/office/drawing/2014/main" id="{B7B8DA25-C731-745B-0AC8-F60721DB2F89}"/>
              </a:ext>
            </a:extLst>
          </p:cNvPr>
          <p:cNvCxnSpPr/>
          <p:nvPr/>
        </p:nvCxnSpPr>
        <p:spPr>
          <a:xfrm flipV="1">
            <a:off x="5476240" y="4268153"/>
            <a:ext cx="264287" cy="426720"/>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290" name="Table 289">
            <a:extLst>
              <a:ext uri="{FF2B5EF4-FFF2-40B4-BE49-F238E27FC236}">
                <a16:creationId xmlns:a16="http://schemas.microsoft.com/office/drawing/2014/main" id="{22FCB714-41BA-4B1C-94EB-64908F5D0D43}"/>
              </a:ext>
            </a:extLst>
          </p:cNvPr>
          <p:cNvGraphicFramePr>
            <a:graphicFrameLocks noGrp="1"/>
          </p:cNvGraphicFramePr>
          <p:nvPr/>
        </p:nvGraphicFramePr>
        <p:xfrm>
          <a:off x="1788160" y="1777526"/>
          <a:ext cx="3688080" cy="242411"/>
        </p:xfrm>
        <a:graphic>
          <a:graphicData uri="http://schemas.openxmlformats.org/drawingml/2006/table">
            <a:tbl>
              <a:tblPr firstRow="1" bandRow="1">
                <a:tableStyleId>{5C22544A-7EE6-4342-B048-85BDC9FD1C3A}</a:tableStyleId>
              </a:tblPr>
              <a:tblGrid>
                <a:gridCol w="726237">
                  <a:extLst>
                    <a:ext uri="{9D8B030D-6E8A-4147-A177-3AD203B41FA5}">
                      <a16:colId xmlns:a16="http://schemas.microsoft.com/office/drawing/2014/main" val="3830636141"/>
                    </a:ext>
                  </a:extLst>
                </a:gridCol>
                <a:gridCol w="803085">
                  <a:extLst>
                    <a:ext uri="{9D8B030D-6E8A-4147-A177-3AD203B41FA5}">
                      <a16:colId xmlns:a16="http://schemas.microsoft.com/office/drawing/2014/main" val="3683990458"/>
                    </a:ext>
                  </a:extLst>
                </a:gridCol>
                <a:gridCol w="719586">
                  <a:extLst>
                    <a:ext uri="{9D8B030D-6E8A-4147-A177-3AD203B41FA5}">
                      <a16:colId xmlns:a16="http://schemas.microsoft.com/office/drawing/2014/main" val="4284492435"/>
                    </a:ext>
                  </a:extLst>
                </a:gridCol>
                <a:gridCol w="719586">
                  <a:extLst>
                    <a:ext uri="{9D8B030D-6E8A-4147-A177-3AD203B41FA5}">
                      <a16:colId xmlns:a16="http://schemas.microsoft.com/office/drawing/2014/main" val="2811475244"/>
                    </a:ext>
                  </a:extLst>
                </a:gridCol>
                <a:gridCol w="719586">
                  <a:extLst>
                    <a:ext uri="{9D8B030D-6E8A-4147-A177-3AD203B41FA5}">
                      <a16:colId xmlns:a16="http://schemas.microsoft.com/office/drawing/2014/main" val="1032623306"/>
                    </a:ext>
                  </a:extLst>
                </a:gridCol>
              </a:tblGrid>
              <a:tr h="242411">
                <a:tc>
                  <a:txBody>
                    <a:bodyPr/>
                    <a:lstStyle/>
                    <a:p>
                      <a:pPr algn="ctr" rtl="0" fontAlgn="ctr">
                        <a:buNone/>
                      </a:pPr>
                      <a:r>
                        <a:rPr lang="en-GB" sz="1400" b="1" i="0" u="none" strike="noStrike">
                          <a:solidFill>
                            <a:schemeClr val="tx1"/>
                          </a:solidFill>
                          <a:effectLst/>
                          <a:latin typeface="Arial" panose="020B0604020202020204" pitchFamily="34" charset="0"/>
                        </a:rPr>
                        <a:t>26A</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27B  </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28F</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29F</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30F</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24323180"/>
                  </a:ext>
                </a:extLst>
              </a:tr>
            </a:tbl>
          </a:graphicData>
        </a:graphic>
      </p:graphicFrame>
      <p:sp>
        <p:nvSpPr>
          <p:cNvPr id="291" name="Rectangle 290">
            <a:extLst>
              <a:ext uri="{FF2B5EF4-FFF2-40B4-BE49-F238E27FC236}">
                <a16:creationId xmlns:a16="http://schemas.microsoft.com/office/drawing/2014/main" id="{824C70D8-BE3E-E893-29D3-427F298CA443}"/>
              </a:ext>
            </a:extLst>
          </p:cNvPr>
          <p:cNvSpPr/>
          <p:nvPr/>
        </p:nvSpPr>
        <p:spPr>
          <a:xfrm>
            <a:off x="9051533" y="-157132"/>
            <a:ext cx="3246633" cy="38985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27+ Budget impact &amp; Commitment</a:t>
            </a:r>
          </a:p>
        </p:txBody>
      </p:sp>
      <p:sp>
        <p:nvSpPr>
          <p:cNvPr id="292" name="Rectangle 291">
            <a:extLst>
              <a:ext uri="{FF2B5EF4-FFF2-40B4-BE49-F238E27FC236}">
                <a16:creationId xmlns:a16="http://schemas.microsoft.com/office/drawing/2014/main" id="{64E39426-B679-AE70-B79B-0275F8FE3CC7}"/>
              </a:ext>
            </a:extLst>
          </p:cNvPr>
          <p:cNvSpPr/>
          <p:nvPr/>
        </p:nvSpPr>
        <p:spPr>
          <a:xfrm>
            <a:off x="8743308" y="327335"/>
            <a:ext cx="3554858" cy="52826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Feeds into overarching GP strategy for consolidation &amp; iteration</a:t>
            </a:r>
          </a:p>
        </p:txBody>
      </p:sp>
    </p:spTree>
    <p:extLst>
      <p:ext uri="{BB962C8B-B14F-4D97-AF65-F5344CB8AC3E}">
        <p14:creationId xmlns:p14="http://schemas.microsoft.com/office/powerpoint/2010/main" val="364581766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D2074-AFAA-1CFC-C8E8-86D21C813858}"/>
            </a:ext>
          </a:extLst>
        </p:cNvPr>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2175B8A7-03D2-2D0C-50B3-E24BCE705608}"/>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11" name="think-cell data - do not delete" hidden="1">
                        <a:extLst>
                          <a:ext uri="{FF2B5EF4-FFF2-40B4-BE49-F238E27FC236}">
                            <a16:creationId xmlns:a16="http://schemas.microsoft.com/office/drawing/2014/main" id="{2175B8A7-03D2-2D0C-50B3-E24BCE7056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5EEE2F98-510E-6226-D8DC-424C0E0F957E}"/>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48F63A3B-78C7-47BE-AE5E-E10140E04643}" type="slidenum">
              <a:rPr kumimoji="0" lang="en-US" sz="9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19</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 name="Title Text">
            <a:extLst>
              <a:ext uri="{FF2B5EF4-FFF2-40B4-BE49-F238E27FC236}">
                <a16:creationId xmlns:a16="http://schemas.microsoft.com/office/drawing/2014/main" id="{B74FA0A0-7685-E553-ABC6-F56FD058CB5D}"/>
              </a:ext>
            </a:extLst>
          </p:cNvPr>
          <p:cNvSpPr txBox="1"/>
          <p:nvPr/>
        </p:nvSpPr>
        <p:spPr>
          <a:xfrm>
            <a:off x="526489" y="339843"/>
            <a:ext cx="10600000" cy="9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600" b="1" i="0" u="none" strike="noStrike" kern="1200" cap="all" spc="0" normalizeH="0" baseline="0" noProof="0">
                <a:ln>
                  <a:noFill/>
                </a:ln>
                <a:solidFill>
                  <a:srgbClr val="000000"/>
                </a:solidFill>
                <a:effectLst/>
                <a:uLnTx/>
                <a:uFillTx/>
                <a:latin typeface="Arial" panose="020B0604020202020204"/>
                <a:ea typeface="+mn-ea"/>
                <a:cs typeface="+mn-cs"/>
              </a:rPr>
              <a:t>KPI Targets | </a:t>
            </a:r>
            <a:r>
              <a:rPr kumimoji="0" lang="en-GB" sz="2600" b="0" i="0" u="none" strike="noStrike" kern="1200" cap="none" spc="0" normalizeH="0" baseline="0" noProof="0">
                <a:ln>
                  <a:noFill/>
                </a:ln>
                <a:solidFill>
                  <a:srgbClr val="000000"/>
                </a:solidFill>
                <a:effectLst/>
                <a:uLnTx/>
                <a:uFillTx/>
                <a:latin typeface="Arial" panose="020B0604020202020204"/>
                <a:ea typeface="+mn-ea"/>
                <a:cs typeface="+mn-cs"/>
              </a:rPr>
              <a:t>AMER: how we will measure and track success</a:t>
            </a:r>
          </a:p>
        </p:txBody>
      </p:sp>
      <p:graphicFrame>
        <p:nvGraphicFramePr>
          <p:cNvPr id="2" name="Table 1">
            <a:extLst>
              <a:ext uri="{FF2B5EF4-FFF2-40B4-BE49-F238E27FC236}">
                <a16:creationId xmlns:a16="http://schemas.microsoft.com/office/drawing/2014/main" id="{A371901F-C1F7-07FD-5048-96923EA50F59}"/>
              </a:ext>
            </a:extLst>
          </p:cNvPr>
          <p:cNvGraphicFramePr>
            <a:graphicFrameLocks noGrp="1"/>
          </p:cNvGraphicFramePr>
          <p:nvPr/>
        </p:nvGraphicFramePr>
        <p:xfrm>
          <a:off x="321234" y="1239843"/>
          <a:ext cx="11699314" cy="5046654"/>
        </p:xfrm>
        <a:graphic>
          <a:graphicData uri="http://schemas.openxmlformats.org/drawingml/2006/table">
            <a:tbl>
              <a:tblPr>
                <a:tableStyleId>{5C22544A-7EE6-4342-B048-85BDC9FD1C3A}</a:tableStyleId>
              </a:tblPr>
              <a:tblGrid>
                <a:gridCol w="1431366">
                  <a:extLst>
                    <a:ext uri="{9D8B030D-6E8A-4147-A177-3AD203B41FA5}">
                      <a16:colId xmlns:a16="http://schemas.microsoft.com/office/drawing/2014/main" val="345868666"/>
                    </a:ext>
                  </a:extLst>
                </a:gridCol>
                <a:gridCol w="1819275">
                  <a:extLst>
                    <a:ext uri="{9D8B030D-6E8A-4147-A177-3AD203B41FA5}">
                      <a16:colId xmlns:a16="http://schemas.microsoft.com/office/drawing/2014/main" val="3812088750"/>
                    </a:ext>
                  </a:extLst>
                </a:gridCol>
                <a:gridCol w="2819400">
                  <a:extLst>
                    <a:ext uri="{9D8B030D-6E8A-4147-A177-3AD203B41FA5}">
                      <a16:colId xmlns:a16="http://schemas.microsoft.com/office/drawing/2014/main" val="3246795165"/>
                    </a:ext>
                  </a:extLst>
                </a:gridCol>
                <a:gridCol w="923925">
                  <a:extLst>
                    <a:ext uri="{9D8B030D-6E8A-4147-A177-3AD203B41FA5}">
                      <a16:colId xmlns:a16="http://schemas.microsoft.com/office/drawing/2014/main" val="3172953695"/>
                    </a:ext>
                  </a:extLst>
                </a:gridCol>
                <a:gridCol w="952500">
                  <a:extLst>
                    <a:ext uri="{9D8B030D-6E8A-4147-A177-3AD203B41FA5}">
                      <a16:colId xmlns:a16="http://schemas.microsoft.com/office/drawing/2014/main" val="3500305026"/>
                    </a:ext>
                  </a:extLst>
                </a:gridCol>
                <a:gridCol w="3752848">
                  <a:extLst>
                    <a:ext uri="{9D8B030D-6E8A-4147-A177-3AD203B41FA5}">
                      <a16:colId xmlns:a16="http://schemas.microsoft.com/office/drawing/2014/main" val="979415447"/>
                    </a:ext>
                  </a:extLst>
                </a:gridCol>
              </a:tblGrid>
              <a:tr h="376073">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CATEGORY</a:t>
                      </a:r>
                    </a:p>
                  </a:txBody>
                  <a:tcPr marL="5154" marR="5154" marT="5154" marB="0" anchor="ctr">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KPI</a:t>
                      </a:r>
                    </a:p>
                  </a:txBody>
                  <a:tcPr marL="5154" marR="5154" marT="5154" marB="0" anchor="ctr">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DESCRIPTION</a:t>
                      </a:r>
                    </a:p>
                  </a:txBody>
                  <a:tcPr marL="5154" marR="5154" marT="5154" marB="0" anchor="ctr">
                    <a:lnB w="12700" cap="flat" cmpd="sng" algn="ctr">
                      <a:solidFill>
                        <a:schemeClr val="tx1"/>
                      </a:solidFill>
                      <a:prstDash val="solid"/>
                      <a:round/>
                      <a:headEnd type="none" w="med" len="med"/>
                      <a:tailEnd type="none" w="med" len="med"/>
                    </a:lnB>
                  </a:tcPr>
                </a:tc>
                <a:tc grid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TARGET</a:t>
                      </a:r>
                    </a:p>
                  </a:txBody>
                  <a:tcPr marL="5154" marR="5154" marT="5154" marB="0" anchor="ctr">
                    <a:lnB w="19050" cap="flat" cmpd="sng" algn="ctr">
                      <a:solidFill>
                        <a:schemeClr val="bg1">
                          <a:lumMod val="85000"/>
                        </a:schemeClr>
                      </a:solidFill>
                      <a:prstDash val="solid"/>
                      <a:round/>
                      <a:headEnd type="none" w="med" len="med"/>
                      <a:tailEnd type="none" w="med" len="med"/>
                    </a:lnB>
                  </a:tcPr>
                </a:tc>
                <a:tc hMerge="1">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endParaRPr kumimoji="0" lang="en-US" sz="1400" b="1" i="0" u="none" strike="noStrike" kern="1200" cap="none" spc="0" normalizeH="0" baseline="0">
                        <a:ln>
                          <a:noFill/>
                        </a:ln>
                        <a:solidFill>
                          <a:schemeClr val="accent1"/>
                        </a:solidFill>
                        <a:effectLst/>
                        <a:uLnTx/>
                        <a:uFillTx/>
                        <a:latin typeface="+mn-lt"/>
                        <a:ea typeface="+mn-ea"/>
                        <a:cs typeface="+mn-cs"/>
                      </a:endParaRPr>
                    </a:p>
                  </a:txBody>
                  <a:tcPr marL="5154" marR="5154" marT="5154" marB="0" anchor="ctr">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COMMENTS</a:t>
                      </a:r>
                    </a:p>
                  </a:txBody>
                  <a:tcPr marL="5154" marR="5154" marT="5154"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8478061"/>
                  </a:ext>
                </a:extLst>
              </a:tr>
              <a:tr h="376073">
                <a:tc vMerge="1">
                  <a:txBody>
                    <a:bodyPr/>
                    <a:lstStyle/>
                    <a:p>
                      <a:endParaRPr/>
                    </a:p>
                  </a:txBody>
                  <a:tcPr marL="5154" marR="5154" marT="515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5154" marR="5154" marT="515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5154" marR="5154" marT="515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2026 </a:t>
                      </a:r>
                    </a:p>
                  </a:txBody>
                  <a:tcPr marL="5154" marR="5154" marT="5154" marB="0" anchor="ctr">
                    <a:lnT w="190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2027  </a:t>
                      </a:r>
                    </a:p>
                  </a:txBody>
                  <a:tcPr marL="5154" marR="5154" marT="5154" marB="0" anchor="ctr">
                    <a:lnT w="190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5154" marR="5154" marT="5154" marB="0" anchor="ctr">
                    <a:lnT w="190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3816987"/>
                  </a:ext>
                </a:extLst>
              </a:tr>
              <a:tr h="501037">
                <a:tc rowSpan="3">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FINANCE</a:t>
                      </a:r>
                    </a:p>
                  </a:txBody>
                  <a:tcPr marL="5154" marR="5154" marT="5154"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CRF BUDGET </a:t>
                      </a:r>
                    </a:p>
                  </a:txBody>
                  <a:tcPr marL="5154" marR="5154" marT="5154" marB="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AMOUNT BUDGETED </a:t>
                      </a: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$21.0M</a:t>
                      </a: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$24.2M</a:t>
                      </a: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BUDGET SCENARIO (3% SHARE + ACCELERATE); HIGH SCENARIO $26.2M. COLLECT ≥80%</a:t>
                      </a: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79300176"/>
                  </a:ext>
                </a:extLst>
              </a:tr>
              <a:tr h="596441">
                <a:tc vMerge="1">
                  <a:txBody>
                    <a:bodyPr/>
                    <a:lstStyle/>
                    <a:p>
                      <a:endParaRPr/>
                    </a:p>
                  </a:txBody>
                  <a:tcPr marL="5154" marR="5154" marT="5154" marB="0" anchor="ct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VALUE DELIVERY</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lvl="0" algn="ctr">
                        <a:buNone/>
                      </a:pPr>
                      <a:r>
                        <a:rPr lang="en-US" sz="1050" b="0" i="0" u="none" strike="noStrike" kern="1200" cap="none" spc="0" normalizeH="0" baseline="0">
                          <a:ln>
                            <a:noFill/>
                          </a:ln>
                          <a:solidFill>
                            <a:srgbClr val="000000"/>
                          </a:solidFill>
                          <a:effectLst/>
                          <a:uLnTx/>
                          <a:uFillTx/>
                          <a:latin typeface="+mn-lt"/>
                          <a:ea typeface="+mn-ea"/>
                          <a:cs typeface="+mn-cs"/>
                        </a:rPr>
                        <a:t>BUILD AND OPEN COST PER KEY </a:t>
                      </a:r>
                    </a:p>
                    <a:p>
                      <a:pPr lvl="0" algn="ctr">
                        <a:buNone/>
                      </a:pPr>
                      <a:r>
                        <a:rPr lang="en-US" sz="1050" b="0" i="0" u="none" strike="noStrike" kern="1200" cap="none" spc="0" normalizeH="0" baseline="0">
                          <a:ln>
                            <a:noFill/>
                          </a:ln>
                          <a:solidFill>
                            <a:srgbClr val="000000"/>
                          </a:solidFill>
                          <a:effectLst/>
                          <a:uLnTx/>
                          <a:uFillTx/>
                          <a:latin typeface="+mn-lt"/>
                          <a:ea typeface="+mn-ea"/>
                          <a:cs typeface="+mn-cs"/>
                        </a:rPr>
                        <a:t>OPERATE - GOP</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TBC</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TBC</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AGREE A</a:t>
                      </a:r>
                      <a:r>
                        <a:rPr kumimoji="0" lang="en-US" sz="1050" b="0" i="0" u="none" strike="noStrike" kern="1200" cap="none" spc="0" normalizeH="0" baseline="0">
                          <a:ln>
                            <a:noFill/>
                          </a:ln>
                          <a:solidFill>
                            <a:srgbClr val="000000"/>
                          </a:solidFill>
                          <a:effectLst/>
                          <a:uLnTx/>
                          <a:uFillTx/>
                          <a:latin typeface="+mn-lt"/>
                          <a:ea typeface="+mn-ea"/>
                          <a:cs typeface="+mn-cs"/>
                        </a:rPr>
                        <a:t> </a:t>
                      </a:r>
                      <a:r>
                        <a:rPr lang="en-US" sz="1050" b="0" i="0" u="none" strike="noStrike" kern="1200" cap="none" spc="0" normalizeH="0" baseline="0">
                          <a:ln>
                            <a:noFill/>
                          </a:ln>
                          <a:solidFill>
                            <a:srgbClr val="000000"/>
                          </a:solidFill>
                          <a:effectLst/>
                          <a:uLnTx/>
                          <a:uFillTx/>
                          <a:latin typeface="+mn-lt"/>
                          <a:ea typeface="+mn-ea"/>
                          <a:cs typeface="+mn-cs"/>
                        </a:rPr>
                        <a:t>METHODOLOGY AND GOAL  </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extLst>
                  <a:ext uri="{0D108BD9-81ED-4DB2-BD59-A6C34878D82A}">
                    <a16:rowId xmlns:a16="http://schemas.microsoft.com/office/drawing/2014/main" val="1139044202"/>
                  </a:ext>
                </a:extLst>
              </a:tr>
              <a:tr h="501037">
                <a:tc vMerge="1">
                  <a:txBody>
                    <a:bodyPr/>
                    <a:lstStyle/>
                    <a:p>
                      <a:endParaRPr/>
                    </a:p>
                  </a:txBody>
                  <a:tcPr marL="5154" marR="5154" marT="5154" marB="0" anchor="ct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SHARE OF WALLET</a:t>
                      </a:r>
                    </a:p>
                  </a:txBody>
                  <a:tcPr marL="5154" marR="5154" marT="5154" marB="0" anchor="ctr">
                    <a:lnL w="19050" cap="flat" cmpd="sng" algn="ctr">
                      <a:solidFill>
                        <a:srgbClr val="E8542C"/>
                      </a:solidFill>
                      <a:prstDash val="solid"/>
                      <a:round/>
                      <a:headEnd type="none" w="med" len="med"/>
                      <a:tailEnd type="none" w="med" len="med"/>
                    </a:lnL>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AMOUNT OF PROGRAMME SPEND VS EST. TOTAL ADDRESSABLE SPEND</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4.8% [CURRENT]</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5.4%</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kumimoji="0" lang="en-US" sz="1050" b="0" i="0" u="none" strike="noStrike" kern="1200" cap="none" spc="0" normalizeH="0" baseline="0">
                          <a:ln>
                            <a:noFill/>
                          </a:ln>
                          <a:solidFill>
                            <a:srgbClr val="000000"/>
                          </a:solidFill>
                          <a:effectLst/>
                          <a:uLnTx/>
                          <a:uFillTx/>
                          <a:latin typeface="+mn-lt"/>
                          <a:ea typeface="+mn-ea"/>
                          <a:cs typeface="+mn-cs"/>
                        </a:rPr>
                        <a:t>KEY METRIC FOR THE 5% NUG CHALLENGE; ~7% BY 2030 ON ACCELERATE, ~10% WITH STEP-CHANGE</a:t>
                      </a:r>
                    </a:p>
                  </a:txBody>
                  <a:tcPr marL="5154" marR="5154" marT="5154" marB="0" anchor="ctr">
                    <a:lnR w="19050" cap="flat" cmpd="sng" algn="ctr">
                      <a:solidFill>
                        <a:srgbClr val="E8542C"/>
                      </a:solidFill>
                      <a:prstDash val="solid"/>
                      <a:round/>
                      <a:headEnd type="none" w="med" len="med"/>
                      <a:tailEnd type="none" w="med" len="med"/>
                    </a:ln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54355207"/>
                  </a:ext>
                </a:extLst>
              </a:tr>
              <a:tr h="501037">
                <a:tc>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OWNER / STAKEHOLDER</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BRAND COMPLIANCE</a:t>
                      </a:r>
                    </a:p>
                  </a:txBody>
                  <a:tcPr marL="5154" marR="5154" marT="5154" marB="0" anchor="ctr">
                    <a:lnL w="19050" cap="flat" cmpd="sng" algn="ctr">
                      <a:solidFill>
                        <a:srgbClr val="E8542C"/>
                      </a:solidFill>
                      <a:prstDash val="solid"/>
                      <a:round/>
                      <a:headEnd type="none" w="med" len="med"/>
                      <a:tailEnd type="none" w="med" len="med"/>
                    </a:lnL>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HLG, </a:t>
                      </a:r>
                      <a:r>
                        <a:rPr lang="en-US" sz="1050" b="0" i="0" u="none" strike="noStrike" kern="1200" cap="none" spc="0" normalizeH="0" baseline="0">
                          <a:ln>
                            <a:noFill/>
                          </a:ln>
                          <a:solidFill>
                            <a:srgbClr val="000000"/>
                          </a:solidFill>
                          <a:effectLst/>
                          <a:uLnTx/>
                          <a:uFillTx/>
                          <a:latin typeface="+mn-lt"/>
                          <a:ea typeface="+mn-ea"/>
                          <a:cs typeface="+mn-cs"/>
                        </a:rPr>
                        <a:t>DEVELOPMENT</a:t>
                      </a:r>
                      <a:r>
                        <a:rPr kumimoji="0" lang="en-US" sz="1050" b="0" i="0" u="none" strike="noStrike" kern="1200" cap="none" spc="0" normalizeH="0" baseline="0">
                          <a:ln>
                            <a:noFill/>
                          </a:ln>
                          <a:solidFill>
                            <a:srgbClr val="000000"/>
                          </a:solidFill>
                          <a:effectLst/>
                          <a:uLnTx/>
                          <a:uFillTx/>
                          <a:latin typeface="+mn-lt"/>
                          <a:ea typeface="+mn-ea"/>
                          <a:cs typeface="+mn-cs"/>
                        </a:rPr>
                        <a:t>, BRAND ALIGNMENT ON BRAND COMPLIANCE REQUIREMENTS</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N/A</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FDD OPT-OUT AND LOCKED ORDER GUIDES AS THE AMER COMPLIANCE ROUTE</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39616046"/>
                  </a:ext>
                </a:extLst>
              </a:tr>
              <a:tr h="596441">
                <a:tc>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PEOPLE</a:t>
                      </a:r>
                    </a:p>
                  </a:txBody>
                  <a:tcPr marL="5154" marR="5154" marT="5154"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COLLEAGUE HEARTBEAT </a:t>
                      </a:r>
                    </a:p>
                  </a:txBody>
                  <a:tcPr marL="5154" marR="5154" marT="5154" marB="0" anchor="ctr">
                    <a:lnL w="3175" cap="flat" cmpd="sng" algn="ctr">
                      <a:solidFill>
                        <a:schemeClr val="tx1"/>
                      </a:solidFill>
                      <a:prstDash val="solid"/>
                      <a:round/>
                      <a:headEnd type="none" w="med" len="med"/>
                      <a:tailEnd type="none" w="med" len="med"/>
                    </a:lnL>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ANNUAL COLLEAGUE SATISIFACTION SURVEY</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88%</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+1%</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MAINTAIN 88% THROUGH CHANGE; +1% IN 2027 (GP-WIDE SCORE; REGIONAL CUT TBC)</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extLst>
                  <a:ext uri="{0D108BD9-81ED-4DB2-BD59-A6C34878D82A}">
                    <a16:rowId xmlns:a16="http://schemas.microsoft.com/office/drawing/2014/main" val="733079905"/>
                  </a:ext>
                </a:extLst>
              </a:tr>
              <a:tr h="596441">
                <a:tc rowSpan="3">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SUPPLIER MANAGEMENT</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SUPPLIER CONSOLIDATION  </a:t>
                      </a:r>
                    </a:p>
                  </a:txBody>
                  <a:tcPr marL="5154" marR="5154" marT="5154" marB="0" anchor="ctr">
                    <a:lnL w="19050" cap="flat" cmpd="sng" algn="ctr">
                      <a:solidFill>
                        <a:srgbClr val="E8542C"/>
                      </a:solidFill>
                      <a:prstDash val="solid"/>
                      <a:round/>
                      <a:headEnd type="none" w="med" len="med"/>
                      <a:tailEnd type="none" w="med" len="med"/>
                    </a:lnL>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NUMBER OF SUPPLIERS CONTRACTED UNDER CRF SCHEME</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N/A</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STRONGER GPO AND SUPPLIER COMMITMENTS; ADD BUILD / OPEN SUPPLIERS INCL. EME</a:t>
                      </a:r>
                    </a:p>
                  </a:txBody>
                  <a:tcPr marL="5154" marR="5154" marT="5154" marB="0" anchor="ctr">
                    <a:lnR w="19050" cap="flat" cmpd="sng" algn="ctr">
                      <a:solidFill>
                        <a:srgbClr val="E8542C"/>
                      </a:solidFill>
                      <a:prstDash val="solid"/>
                      <a:round/>
                      <a:headEnd type="none" w="med" len="med"/>
                      <a:tailEnd type="none" w="med" len="med"/>
                    </a:ln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69663633"/>
                  </a:ext>
                </a:extLst>
              </a:tr>
              <a:tr h="501037">
                <a:tc vMerge="1">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endParaRPr kumimoji="0" lang="en-US" sz="3200" b="0" i="0" u="none" strike="noStrike" kern="1200" cap="none" spc="0" normalizeH="0" baseline="0">
                        <a:ln>
                          <a:noFill/>
                        </a:ln>
                        <a:solidFill>
                          <a:srgbClr val="E8542C"/>
                        </a:solidFill>
                        <a:effectLst/>
                        <a:uLnTx/>
                        <a:uFillTx/>
                        <a:latin typeface="+mn-lt"/>
                        <a:ea typeface="+mn-ea"/>
                        <a:cs typeface="+mn-cs"/>
                      </a:endParaRPr>
                    </a:p>
                  </a:txBody>
                  <a:tcPr marL="5154" marR="5154" marT="5154" marB="0" anchor="ctr">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PRIORITY &amp; GROWTH MARKET PROGRAMME COVERAGE</a:t>
                      </a:r>
                    </a:p>
                  </a:txBody>
                  <a:tcPr marL="5154" marR="5154" marT="5154" marB="0" anchor="ctr">
                    <a:lnL w="19050" cap="flat" cmpd="sng" algn="ctr">
                      <a:solidFill>
                        <a:srgbClr val="E8542C"/>
                      </a:solidFill>
                      <a:prstDash val="solid"/>
                      <a:round/>
                      <a:headEnd type="none" w="med" len="med"/>
                      <a:tailEnd type="none" w="med" len="med"/>
                    </a:lnL>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AMOUNT OF PROGRAMMES IN PLACE VS TOTAL REQUIRED </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N/A</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fontAlgn="ctr">
                        <a:buNone/>
                      </a:pPr>
                      <a:r>
                        <a:rPr kumimoji="0" lang="en-US" sz="1050" b="0" i="0" u="none" strike="noStrike" kern="1200" cap="none" spc="0" normalizeH="0" baseline="0">
                          <a:ln>
                            <a:noFill/>
                          </a:ln>
                          <a:solidFill>
                            <a:srgbClr val="000000"/>
                          </a:solidFill>
                          <a:effectLst/>
                          <a:uLnTx/>
                          <a:uFillTx/>
                          <a:latin typeface="+mn-lt"/>
                          <a:ea typeface="+mn-ea"/>
                          <a:cs typeface="+mn-cs"/>
                        </a:rPr>
                        <a:t>MEXICO AND PRIORITY LAC MARKETS; PREMIUM AND L&amp;L PROPOSITION</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05503750"/>
                  </a:ext>
                </a:extLst>
              </a:tr>
              <a:tr h="501037">
                <a:tc vMerge="1">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endParaRPr kumimoji="0" lang="en-US" sz="3200" b="0" i="0" u="none" strike="noStrike" kern="1200" cap="none" spc="0" normalizeH="0" baseline="0">
                        <a:ln>
                          <a:noFill/>
                        </a:ln>
                        <a:solidFill>
                          <a:srgbClr val="E8542C"/>
                        </a:solidFill>
                        <a:effectLst/>
                        <a:uLnTx/>
                        <a:uFillTx/>
                        <a:latin typeface="+mn-lt"/>
                        <a:ea typeface="+mn-ea"/>
                        <a:cs typeface="+mn-cs"/>
                      </a:endParaRPr>
                    </a:p>
                  </a:txBody>
                  <a:tcPr marL="5154" marR="5154" marT="5154" marB="0" anchor="ctr">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SUPPLIER INNOVATION &amp; SUSTAINABILITY</a:t>
                      </a:r>
                    </a:p>
                  </a:txBody>
                  <a:tcPr marL="5154" marR="5154" marT="5154" marB="0" anchor="ctr">
                    <a:lnL w="3175" cap="flat" cmpd="sng" algn="ctr">
                      <a:solidFill>
                        <a:schemeClr val="tx1"/>
                      </a:solidFill>
                      <a:prstDash val="solid"/>
                      <a:round/>
                      <a:headEnd type="none" w="med" len="med"/>
                      <a:tailEnd type="none" w="med" len="med"/>
                    </a:lnL>
                    <a:lnT w="19050" cap="flat" cmpd="sng" algn="ctr">
                      <a:solidFill>
                        <a:srgbClr val="E8542C"/>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DELIVERY OF JTT PROCUREMENT REQUIREMENTS </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≥70% ECOVADIS</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tc>
                  <a:txBody>
                    <a:bodyPr/>
                    <a:lstStyle/>
                    <a:p>
                      <a:pPr algn="ctr" fontAlgn="ctr">
                        <a:buNone/>
                      </a:pPr>
                      <a:r>
                        <a:rPr kumimoji="0" lang="en-US" sz="1050" b="0" i="0" u="none" strike="noStrike" kern="1200" cap="none" spc="0" normalizeH="0" baseline="0">
                          <a:ln>
                            <a:noFill/>
                          </a:ln>
                          <a:solidFill>
                            <a:srgbClr val="000000"/>
                          </a:solidFill>
                          <a:effectLst/>
                          <a:uLnTx/>
                          <a:uFillTx/>
                          <a:latin typeface="+mn-lt"/>
                          <a:ea typeface="+mn-ea"/>
                          <a:cs typeface="+mn-cs"/>
                        </a:rPr>
                        <a:t>GP-WIDE (MAR-26): 75% ECOVADIS PARTICIPATION, 98% RATED GOOD+, 51% WITH A VALID RATING</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extLst>
                  <a:ext uri="{0D108BD9-81ED-4DB2-BD59-A6C34878D82A}">
                    <a16:rowId xmlns:a16="http://schemas.microsoft.com/office/drawing/2014/main" val="240446390"/>
                  </a:ext>
                </a:extLst>
              </a:tr>
            </a:tbl>
          </a:graphicData>
        </a:graphic>
      </p:graphicFrame>
      <p:sp>
        <p:nvSpPr>
          <p:cNvPr id="9" name="Rectangle 8">
            <a:extLst>
              <a:ext uri="{FF2B5EF4-FFF2-40B4-BE49-F238E27FC236}">
                <a16:creationId xmlns:a16="http://schemas.microsoft.com/office/drawing/2014/main" id="{2C74E0A3-C6C9-0681-DAEB-313212942B9D}"/>
              </a:ext>
            </a:extLst>
          </p:cNvPr>
          <p:cNvSpPr/>
          <p:nvPr/>
        </p:nvSpPr>
        <p:spPr>
          <a:xfrm>
            <a:off x="10067924" y="209550"/>
            <a:ext cx="1952623" cy="438150"/>
          </a:xfrm>
          <a:prstGeom prst="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panose="020B0604020202020204"/>
                <a:ea typeface="+mn-ea"/>
                <a:cs typeface="+mn-cs"/>
              </a:rPr>
              <a:t>Denotes direct impact on 5% NUG</a:t>
            </a:r>
          </a:p>
        </p:txBody>
      </p:sp>
      <p:sp>
        <p:nvSpPr>
          <p:cNvPr id="3" name="Rectangle 2">
            <a:extLst>
              <a:ext uri="{FF2B5EF4-FFF2-40B4-BE49-F238E27FC236}">
                <a16:creationId xmlns:a16="http://schemas.microsoft.com/office/drawing/2014/main" id="{58191E3F-1FD4-1FF9-6B7F-F93A80CDDDC0}"/>
              </a:ext>
            </a:extLst>
          </p:cNvPr>
          <p:cNvSpPr/>
          <p:nvPr/>
        </p:nvSpPr>
        <p:spPr>
          <a:xfrm>
            <a:off x="8743308" y="-157132"/>
            <a:ext cx="3554858" cy="36668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For Live tracking, alongside financials</a:t>
            </a:r>
          </a:p>
        </p:txBody>
      </p:sp>
    </p:spTree>
    <p:extLst>
      <p:ext uri="{BB962C8B-B14F-4D97-AF65-F5344CB8AC3E}">
        <p14:creationId xmlns:p14="http://schemas.microsoft.com/office/powerpoint/2010/main" val="20825423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Shape 379"/>
          <p:cNvSpPr/>
          <p:nvPr/>
        </p:nvSpPr>
        <p:spPr>
          <a:xfrm>
            <a:off x="0" y="1256100"/>
            <a:ext cx="12192000" cy="54864"/>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80" name="Title Text"/>
          <p:cNvSpPr txBox="1"/>
          <p:nvPr/>
        </p:nvSpPr>
        <p:spPr>
          <a:xfrm>
            <a:off x="400390" y="320676"/>
            <a:ext cx="10600000" cy="9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600" b="1" i="0" u="none" strike="noStrike" kern="1200" cap="none" spc="0" normalizeH="0" baseline="0" noProof="0">
                <a:ln>
                  <a:noFill/>
                </a:ln>
                <a:solidFill>
                  <a:srgbClr val="262626"/>
                </a:solidFill>
                <a:effectLst/>
                <a:uLnTx/>
                <a:uFillTx/>
                <a:latin typeface="Arial" panose="020B0604020202020204"/>
                <a:ea typeface="+mn-ea"/>
                <a:cs typeface="+mn-cs"/>
              </a:rPr>
              <a:t>FUTURE CAPABILITIES | </a:t>
            </a:r>
            <a:r>
              <a:rPr kumimoji="0" lang="en-GB" sz="2600" b="0" i="0" u="none" strike="noStrike" kern="1200" cap="none" spc="0" normalizeH="0" baseline="0" noProof="0">
                <a:ln>
                  <a:noFill/>
                </a:ln>
                <a:solidFill>
                  <a:srgbClr val="262626"/>
                </a:solidFill>
                <a:effectLst/>
                <a:uLnTx/>
                <a:uFillTx/>
                <a:latin typeface="Arial" panose="020B0604020202020204"/>
                <a:ea typeface="+mn-ea"/>
                <a:cs typeface="+mn-cs"/>
              </a:rPr>
              <a:t>AMER: what we need to deliver</a:t>
            </a:r>
          </a:p>
        </p:txBody>
      </p:sp>
      <p:sp>
        <p:nvSpPr>
          <p:cNvPr id="340" name="Shape 340"/>
          <p:cNvSpPr/>
          <p:nvPr/>
        </p:nvSpPr>
        <p:spPr>
          <a:xfrm>
            <a:off x="400390" y="152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1" name="Shape 341"/>
          <p:cNvSpPr/>
          <p:nvPr/>
        </p:nvSpPr>
        <p:spPr>
          <a:xfrm>
            <a:off x="400390" y="152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2" name="Shape 342"/>
          <p:cNvSpPr/>
          <p:nvPr/>
        </p:nvSpPr>
        <p:spPr>
          <a:xfrm>
            <a:off x="700390" y="182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43" name="Icon 343"/>
          <p:cNvPicPr>
            <a:picLocks noChangeAspect="1"/>
          </p:cNvPicPr>
          <p:nvPr/>
        </p:nvPicPr>
        <p:blipFill>
          <a:blip r:embed="rId2"/>
          <a:stretch>
            <a:fillRect/>
          </a:stretch>
        </p:blipFill>
        <p:spPr>
          <a:xfrm>
            <a:off x="910390" y="2034500"/>
            <a:ext cx="480000" cy="480000"/>
          </a:xfrm>
          <a:prstGeom prst="rect">
            <a:avLst/>
          </a:prstGeom>
        </p:spPr>
      </p:pic>
      <p:sp>
        <p:nvSpPr>
          <p:cNvPr id="344" name="TextBox 344"/>
          <p:cNvSpPr txBox="1"/>
          <p:nvPr/>
        </p:nvSpPr>
        <p:spPr>
          <a:xfrm>
            <a:off x="1800390" y="177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01</a:t>
            </a:r>
          </a:p>
        </p:txBody>
      </p:sp>
      <p:sp>
        <p:nvSpPr>
          <p:cNvPr id="345" name="TextBox 345"/>
          <p:cNvSpPr txBox="1"/>
          <p:nvPr/>
        </p:nvSpPr>
        <p:spPr>
          <a:xfrm>
            <a:off x="1800390" y="202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Data &amp; utilisation insight</a:t>
            </a:r>
          </a:p>
        </p:txBody>
      </p:sp>
      <p:sp>
        <p:nvSpPr>
          <p:cNvPr id="346" name="TextBox 346"/>
          <p:cNvSpPr txBox="1"/>
          <p:nvPr/>
        </p:nvSpPr>
        <p:spPr>
          <a:xfrm>
            <a:off x="1800390" y="2384500"/>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Supplier and GPO data to test value and coverage; P2P, locked-order-guide and utilisation reporting</a:t>
            </a:r>
          </a:p>
        </p:txBody>
      </p:sp>
      <p:sp>
        <p:nvSpPr>
          <p:cNvPr id="347" name="Shape 347"/>
          <p:cNvSpPr/>
          <p:nvPr/>
        </p:nvSpPr>
        <p:spPr>
          <a:xfrm>
            <a:off x="400390" y="316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8" name="Shape 348"/>
          <p:cNvSpPr/>
          <p:nvPr/>
        </p:nvSpPr>
        <p:spPr>
          <a:xfrm>
            <a:off x="400390" y="316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9" name="Shape 349"/>
          <p:cNvSpPr/>
          <p:nvPr/>
        </p:nvSpPr>
        <p:spPr>
          <a:xfrm>
            <a:off x="700390" y="346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50" name="Icon 350"/>
          <p:cNvPicPr>
            <a:picLocks noChangeAspect="1"/>
          </p:cNvPicPr>
          <p:nvPr/>
        </p:nvPicPr>
        <p:blipFill>
          <a:blip r:embed="rId3"/>
          <a:stretch>
            <a:fillRect/>
          </a:stretch>
        </p:blipFill>
        <p:spPr>
          <a:xfrm>
            <a:off x="910390" y="3674500"/>
            <a:ext cx="480000" cy="480000"/>
          </a:xfrm>
          <a:prstGeom prst="rect">
            <a:avLst/>
          </a:prstGeom>
        </p:spPr>
      </p:pic>
      <p:sp>
        <p:nvSpPr>
          <p:cNvPr id="351" name="TextBox 351"/>
          <p:cNvSpPr txBox="1"/>
          <p:nvPr/>
        </p:nvSpPr>
        <p:spPr>
          <a:xfrm>
            <a:off x="1800390" y="341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02</a:t>
            </a:r>
          </a:p>
        </p:txBody>
      </p:sp>
      <p:sp>
        <p:nvSpPr>
          <p:cNvPr id="352" name="TextBox 352"/>
          <p:cNvSpPr txBox="1"/>
          <p:nvPr/>
        </p:nvSpPr>
        <p:spPr>
          <a:xfrm>
            <a:off x="1800390" y="366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OHES commercial capability</a:t>
            </a:r>
          </a:p>
        </p:txBody>
      </p:sp>
      <p:sp>
        <p:nvSpPr>
          <p:cNvPr id="353" name="TextBox 353"/>
          <p:cNvSpPr txBox="1"/>
          <p:nvPr/>
        </p:nvSpPr>
        <p:spPr>
          <a:xfrm>
            <a:off x="1800390" y="3948299"/>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OHES capacity, owner segmentation, account management and evidence, extended to Mexico and LAC</a:t>
            </a:r>
          </a:p>
        </p:txBody>
      </p:sp>
      <p:sp>
        <p:nvSpPr>
          <p:cNvPr id="354" name="Shape 354"/>
          <p:cNvSpPr/>
          <p:nvPr/>
        </p:nvSpPr>
        <p:spPr>
          <a:xfrm>
            <a:off x="400390" y="480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55" name="Shape 355"/>
          <p:cNvSpPr/>
          <p:nvPr/>
        </p:nvSpPr>
        <p:spPr>
          <a:xfrm>
            <a:off x="400390" y="480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56" name="Shape 356"/>
          <p:cNvSpPr/>
          <p:nvPr/>
        </p:nvSpPr>
        <p:spPr>
          <a:xfrm>
            <a:off x="700390" y="510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57" name="Icon 357"/>
          <p:cNvPicPr>
            <a:picLocks noChangeAspect="1"/>
          </p:cNvPicPr>
          <p:nvPr/>
        </p:nvPicPr>
        <p:blipFill>
          <a:blip r:embed="rId4"/>
          <a:stretch>
            <a:fillRect/>
          </a:stretch>
        </p:blipFill>
        <p:spPr>
          <a:xfrm>
            <a:off x="910390" y="5314500"/>
            <a:ext cx="480000" cy="480000"/>
          </a:xfrm>
          <a:prstGeom prst="rect">
            <a:avLst/>
          </a:prstGeom>
        </p:spPr>
      </p:pic>
      <p:sp>
        <p:nvSpPr>
          <p:cNvPr id="358" name="TextBox 358"/>
          <p:cNvSpPr txBox="1"/>
          <p:nvPr/>
        </p:nvSpPr>
        <p:spPr>
          <a:xfrm>
            <a:off x="1800390" y="505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03</a:t>
            </a:r>
          </a:p>
        </p:txBody>
      </p:sp>
      <p:sp>
        <p:nvSpPr>
          <p:cNvPr id="359" name="TextBox 359"/>
          <p:cNvSpPr txBox="1"/>
          <p:nvPr/>
        </p:nvSpPr>
        <p:spPr>
          <a:xfrm>
            <a:off x="1800390" y="530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Build / Open category capacity</a:t>
            </a:r>
          </a:p>
        </p:txBody>
      </p:sp>
      <p:sp>
        <p:nvSpPr>
          <p:cNvPr id="360" name="TextBox 360"/>
          <p:cNvSpPr txBox="1"/>
          <p:nvPr/>
        </p:nvSpPr>
        <p:spPr>
          <a:xfrm>
            <a:off x="1800390" y="5545965"/>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Design, waiver and category capacity for EME and adjacent categories</a:t>
            </a:r>
          </a:p>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Turnkey support to cut FF&amp;E delivery from 19 to 9.5 months</a:t>
            </a:r>
          </a:p>
        </p:txBody>
      </p:sp>
      <p:sp>
        <p:nvSpPr>
          <p:cNvPr id="361" name="Shape 361"/>
          <p:cNvSpPr/>
          <p:nvPr/>
        </p:nvSpPr>
        <p:spPr>
          <a:xfrm>
            <a:off x="6246000" y="152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2" name="Shape 362"/>
          <p:cNvSpPr/>
          <p:nvPr/>
        </p:nvSpPr>
        <p:spPr>
          <a:xfrm>
            <a:off x="6246000" y="152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3" name="Shape 363"/>
          <p:cNvSpPr/>
          <p:nvPr/>
        </p:nvSpPr>
        <p:spPr>
          <a:xfrm>
            <a:off x="6546000" y="182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64" name="Icon 364"/>
          <p:cNvPicPr>
            <a:picLocks noChangeAspect="1"/>
          </p:cNvPicPr>
          <p:nvPr/>
        </p:nvPicPr>
        <p:blipFill>
          <a:blip r:embed="rId5"/>
          <a:stretch>
            <a:fillRect/>
          </a:stretch>
        </p:blipFill>
        <p:spPr>
          <a:xfrm>
            <a:off x="6756000" y="2034500"/>
            <a:ext cx="480000" cy="480000"/>
          </a:xfrm>
          <a:prstGeom prst="rect">
            <a:avLst/>
          </a:prstGeom>
        </p:spPr>
      </p:pic>
      <p:sp>
        <p:nvSpPr>
          <p:cNvPr id="365" name="TextBox 365"/>
          <p:cNvSpPr txBox="1"/>
          <p:nvPr/>
        </p:nvSpPr>
        <p:spPr>
          <a:xfrm>
            <a:off x="7646000" y="177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04</a:t>
            </a:r>
          </a:p>
        </p:txBody>
      </p:sp>
      <p:sp>
        <p:nvSpPr>
          <p:cNvPr id="366" name="TextBox 366"/>
          <p:cNvSpPr txBox="1"/>
          <p:nvPr/>
        </p:nvSpPr>
        <p:spPr>
          <a:xfrm>
            <a:off x="7646000" y="202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Legal &amp; partner assessment</a:t>
            </a:r>
          </a:p>
        </p:txBody>
      </p:sp>
      <p:sp>
        <p:nvSpPr>
          <p:cNvPr id="367" name="TextBox 367"/>
          <p:cNvSpPr txBox="1"/>
          <p:nvPr/>
        </p:nvSpPr>
        <p:spPr>
          <a:xfrm>
            <a:off x="7646000" y="2299831"/>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Legal and EC support for FDD reform; commercial, legal and financial assessment of GPO choices</a:t>
            </a:r>
          </a:p>
        </p:txBody>
      </p:sp>
      <p:sp>
        <p:nvSpPr>
          <p:cNvPr id="368" name="Shape 368"/>
          <p:cNvSpPr/>
          <p:nvPr/>
        </p:nvSpPr>
        <p:spPr>
          <a:xfrm>
            <a:off x="6246000" y="316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9" name="Shape 369"/>
          <p:cNvSpPr/>
          <p:nvPr/>
        </p:nvSpPr>
        <p:spPr>
          <a:xfrm>
            <a:off x="6246000" y="316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70" name="Shape 370"/>
          <p:cNvSpPr/>
          <p:nvPr/>
        </p:nvSpPr>
        <p:spPr>
          <a:xfrm>
            <a:off x="6546000" y="346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71" name="Icon 371"/>
          <p:cNvPicPr>
            <a:picLocks noChangeAspect="1"/>
          </p:cNvPicPr>
          <p:nvPr/>
        </p:nvPicPr>
        <p:blipFill>
          <a:blip r:embed="rId6"/>
          <a:stretch>
            <a:fillRect/>
          </a:stretch>
        </p:blipFill>
        <p:spPr>
          <a:xfrm>
            <a:off x="6756000" y="3674500"/>
            <a:ext cx="480000" cy="480000"/>
          </a:xfrm>
          <a:prstGeom prst="rect">
            <a:avLst/>
          </a:prstGeom>
        </p:spPr>
      </p:pic>
      <p:sp>
        <p:nvSpPr>
          <p:cNvPr id="372" name="TextBox 372"/>
          <p:cNvSpPr txBox="1"/>
          <p:nvPr/>
        </p:nvSpPr>
        <p:spPr>
          <a:xfrm>
            <a:off x="7646000" y="341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05</a:t>
            </a:r>
          </a:p>
        </p:txBody>
      </p:sp>
      <p:sp>
        <p:nvSpPr>
          <p:cNvPr id="373" name="TextBox 373"/>
          <p:cNvSpPr txBox="1"/>
          <p:nvPr/>
        </p:nvSpPr>
        <p:spPr>
          <a:xfrm>
            <a:off x="7646000" y="366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Distribution &amp; in-market sourcing</a:t>
            </a:r>
          </a:p>
        </p:txBody>
      </p:sp>
      <p:sp>
        <p:nvSpPr>
          <p:cNvPr id="374" name="TextBox 374"/>
          <p:cNvSpPr txBox="1"/>
          <p:nvPr/>
        </p:nvSpPr>
        <p:spPr>
          <a:xfrm>
            <a:off x="7646000" y="3990632"/>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Distribution design for F&amp;B and OS&amp;E</a:t>
            </a:r>
          </a:p>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In-market sourcing and OHES for Mexico and priority LAC</a:t>
            </a:r>
          </a:p>
        </p:txBody>
      </p:sp>
      <p:sp>
        <p:nvSpPr>
          <p:cNvPr id="375" name="Shape 375"/>
          <p:cNvSpPr/>
          <p:nvPr/>
        </p:nvSpPr>
        <p:spPr>
          <a:xfrm>
            <a:off x="6246000" y="4804500"/>
            <a:ext cx="5545610" cy="1500000"/>
          </a:xfrm>
          <a:prstGeom prst="rect">
            <a:avLst/>
          </a:prstGeom>
          <a:solidFill>
            <a:srgbClr val="1F4456"/>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76" name="Shape 376"/>
          <p:cNvSpPr/>
          <p:nvPr/>
        </p:nvSpPr>
        <p:spPr>
          <a:xfrm>
            <a:off x="6246000" y="480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77" name="TextBox 377"/>
          <p:cNvSpPr txBox="1"/>
          <p:nvPr/>
        </p:nvSpPr>
        <p:spPr>
          <a:xfrm>
            <a:off x="6706000" y="5104500"/>
            <a:ext cx="4785610" cy="28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all" spc="100" normalizeH="0" baseline="0" noProof="0">
                <a:ln>
                  <a:noFill/>
                </a:ln>
                <a:solidFill>
                  <a:srgbClr val="FDBD50"/>
                </a:solidFill>
                <a:effectLst/>
                <a:uLnTx/>
                <a:uFillTx/>
                <a:latin typeface="Arial" panose="020B0604020202020204"/>
                <a:ea typeface="+mn-ea"/>
                <a:cs typeface="Arial"/>
              </a:rPr>
              <a:t>How we deliver</a:t>
            </a:r>
          </a:p>
        </p:txBody>
      </p:sp>
      <p:sp>
        <p:nvSpPr>
          <p:cNvPr id="378" name="TextBox 378"/>
          <p:cNvSpPr txBox="1"/>
          <p:nvPr/>
        </p:nvSpPr>
        <p:spPr>
          <a:xfrm>
            <a:off x="6706000" y="5424500"/>
            <a:ext cx="4785610" cy="70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500" b="1" i="0" u="none" strike="noStrike" kern="1200" cap="none" spc="0" normalizeH="0" baseline="0" noProof="0">
                <a:ln>
                  <a:noFill/>
                </a:ln>
                <a:solidFill>
                  <a:srgbClr val="FFFFFF"/>
                </a:solidFill>
                <a:effectLst/>
                <a:uLnTx/>
                <a:uFillTx/>
                <a:latin typeface="Arial" panose="020B0604020202020204"/>
                <a:ea typeface="+mn-ea"/>
                <a:cs typeface="Arial"/>
              </a:rPr>
              <a:t>Central capability, regional execution – AMER’s OHES playbook as the global template.</a:t>
            </a:r>
          </a:p>
        </p:txBody>
      </p:sp>
      <p:sp>
        <p:nvSpPr>
          <p:cNvPr id="2" name="Rectangle 1">
            <a:extLst>
              <a:ext uri="{FF2B5EF4-FFF2-40B4-BE49-F238E27FC236}">
                <a16:creationId xmlns:a16="http://schemas.microsoft.com/office/drawing/2014/main" id="{67E91838-3B53-F604-1515-4B2BA360DB0C}"/>
              </a:ext>
            </a:extLst>
          </p:cNvPr>
          <p:cNvSpPr/>
          <p:nvPr/>
        </p:nvSpPr>
        <p:spPr>
          <a:xfrm>
            <a:off x="8743308" y="-157132"/>
            <a:ext cx="3554858" cy="36668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Feeds into overarching GP strategy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Text"/>
          <p:cNvSpPr txBox="1"/>
          <p:nvPr/>
        </p:nvSpPr>
        <p:spPr>
          <a:xfrm>
            <a:off x="521234" y="350000"/>
            <a:ext cx="11150000" cy="7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all" spc="0" normalizeH="0" baseline="0" noProof="0">
                <a:ln>
                  <a:noFill/>
                </a:ln>
                <a:solidFill>
                  <a:srgbClr val="000000"/>
                </a:solidFill>
                <a:effectLst/>
                <a:uLnTx/>
                <a:uFillTx/>
                <a:latin typeface="Arial" panose="020B0604020202020204"/>
                <a:ea typeface="+mn-ea"/>
                <a:cs typeface="+mn-cs"/>
              </a:rPr>
              <a:t>INITIATIVES| </a:t>
            </a:r>
            <a:r>
              <a:rPr kumimoji="0" lang="en-GB" sz="2000" b="0" i="0" u="none" strike="noStrike" kern="1200" cap="all" spc="0" normalizeH="0" baseline="0" noProof="0">
                <a:ln>
                  <a:noFill/>
                </a:ln>
                <a:solidFill>
                  <a:srgbClr val="000000"/>
                </a:solidFill>
                <a:effectLst/>
                <a:uLnTx/>
                <a:uFillTx/>
                <a:latin typeface="Arial" panose="020B0604020202020204"/>
                <a:ea typeface="+mn-ea"/>
                <a:cs typeface="+mn-cs"/>
              </a:rPr>
              <a:t>PROGRAMME CAPTURE forecast </a:t>
            </a:r>
            <a:r>
              <a:rPr kumimoji="0" lang="en-GB" sz="2000" b="0" i="0" u="none" strike="noStrike" kern="1200" cap="none" spc="0" normalizeH="0" baseline="0" noProof="0">
                <a:ln>
                  <a:noFill/>
                </a:ln>
                <a:solidFill>
                  <a:srgbClr val="000000"/>
                </a:solidFill>
                <a:effectLst/>
                <a:uLnTx/>
                <a:uFillTx/>
                <a:latin typeface="Arial" panose="020B0604020202020204"/>
                <a:ea typeface="+mn-ea"/>
                <a:cs typeface="+mn-cs"/>
              </a:rPr>
              <a:t>PHASED TO 2030 | AMER</a:t>
            </a:r>
          </a:p>
        </p:txBody>
      </p:sp>
      <p:graphicFrame>
        <p:nvGraphicFramePr>
          <p:cNvPr id="20" name="Initiatives Table"/>
          <p:cNvGraphicFramePr>
            <a:graphicFrameLocks noGrp="1"/>
          </p:cNvGraphicFramePr>
          <p:nvPr/>
        </p:nvGraphicFramePr>
        <p:xfrm>
          <a:off x="246342" y="937999"/>
          <a:ext cx="11310658" cy="4683873"/>
        </p:xfrm>
        <a:graphic>
          <a:graphicData uri="http://schemas.openxmlformats.org/drawingml/2006/table">
            <a:tbl>
              <a:tblPr firstRow="1">
                <a:tableStyleId>{5C22544A-7EE6-4342-B048-85BDC9FD1C3A}</a:tableStyleId>
              </a:tblPr>
              <a:tblGrid>
                <a:gridCol w="2297641">
                  <a:extLst>
                    <a:ext uri="{9D8B030D-6E8A-4147-A177-3AD203B41FA5}">
                      <a16:colId xmlns:a16="http://schemas.microsoft.com/office/drawing/2014/main" val="20000"/>
                    </a:ext>
                  </a:extLst>
                </a:gridCol>
                <a:gridCol w="4535561">
                  <a:extLst>
                    <a:ext uri="{9D8B030D-6E8A-4147-A177-3AD203B41FA5}">
                      <a16:colId xmlns:a16="http://schemas.microsoft.com/office/drawing/2014/main" val="20001"/>
                    </a:ext>
                  </a:extLst>
                </a:gridCol>
                <a:gridCol w="1119364">
                  <a:extLst>
                    <a:ext uri="{9D8B030D-6E8A-4147-A177-3AD203B41FA5}">
                      <a16:colId xmlns:a16="http://schemas.microsoft.com/office/drawing/2014/main" val="20002"/>
                    </a:ext>
                  </a:extLst>
                </a:gridCol>
                <a:gridCol w="1119364">
                  <a:extLst>
                    <a:ext uri="{9D8B030D-6E8A-4147-A177-3AD203B41FA5}">
                      <a16:colId xmlns:a16="http://schemas.microsoft.com/office/drawing/2014/main" val="20003"/>
                    </a:ext>
                  </a:extLst>
                </a:gridCol>
                <a:gridCol w="1119364">
                  <a:extLst>
                    <a:ext uri="{9D8B030D-6E8A-4147-A177-3AD203B41FA5}">
                      <a16:colId xmlns:a16="http://schemas.microsoft.com/office/drawing/2014/main" val="20004"/>
                    </a:ext>
                  </a:extLst>
                </a:gridCol>
                <a:gridCol w="1119364">
                  <a:extLst>
                    <a:ext uri="{9D8B030D-6E8A-4147-A177-3AD203B41FA5}">
                      <a16:colId xmlns:a16="http://schemas.microsoft.com/office/drawing/2014/main" val="20005"/>
                    </a:ext>
                  </a:extLst>
                </a:gridCol>
              </a:tblGrid>
              <a:tr h="202855">
                <a:tc>
                  <a:txBody>
                    <a:bodyPr/>
                    <a:lstStyle/>
                    <a:p>
                      <a:pPr marL="0" indent="0" algn="l">
                        <a:lnSpc>
                          <a:spcPct val="90000"/>
                        </a:lnSpc>
                        <a:spcBef>
                          <a:spcPts val="100"/>
                        </a:spcBef>
                        <a:spcAft>
                          <a:spcPts val="100"/>
                        </a:spcAft>
                        <a:buNone/>
                      </a:pPr>
                      <a:r>
                        <a:rPr lang="en-GB" sz="1100" b="1" i="0">
                          <a:solidFill>
                            <a:srgbClr val="FFFFFF"/>
                          </a:solidFill>
                          <a:latin typeface="+mn-lt"/>
                        </a:rPr>
                        <a:t>INITIATIVE</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WHAT CHANGES</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2027</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2028</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2029</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2030</a:t>
                      </a:r>
                    </a:p>
                  </a:txBody>
                  <a:tcPr marL="72000" marR="72000" marT="13716" marB="13716" anchor="ctr">
                    <a:lnB w="6350" cap="flat" cmpd="sng" algn="ctr">
                      <a:solidFill>
                        <a:srgbClr val="C0C7CA"/>
                      </a:solidFill>
                      <a:prstDash val="solid"/>
                    </a:lnB>
                    <a:solidFill>
                      <a:srgbClr val="1F4456"/>
                    </a:solidFill>
                  </a:tcPr>
                </a:tc>
                <a:extLst>
                  <a:ext uri="{0D108BD9-81ED-4DB2-BD59-A6C34878D82A}">
                    <a16:rowId xmlns:a16="http://schemas.microsoft.com/office/drawing/2014/main" val="10000"/>
                  </a:ext>
                </a:extLst>
              </a:tr>
              <a:tr h="343293">
                <a:tc gridSpan="2">
                  <a:txBody>
                    <a:bodyPr/>
                    <a:lstStyle/>
                    <a:p>
                      <a:pPr marL="0" indent="0" algn="l">
                        <a:lnSpc>
                          <a:spcPct val="90000"/>
                        </a:lnSpc>
                        <a:spcBef>
                          <a:spcPts val="100"/>
                        </a:spcBef>
                        <a:spcAft>
                          <a:spcPts val="100"/>
                        </a:spcAft>
                        <a:buNone/>
                      </a:pPr>
                      <a:endParaRPr sz="2000"/>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hMerge="1">
                  <a:txBody>
                    <a:bodyPr/>
                    <a:lstStyle/>
                    <a:p>
                      <a:endParaRPr/>
                    </a:p>
                  </a:txBody>
                  <a:tcPr marL="72000" marR="72000" marT="13716" marB="13716"/>
                </a:tc>
                <a:tc gridSpan="4">
                  <a:txBody>
                    <a:bodyPr/>
                    <a:lstStyle/>
                    <a:p>
                      <a:pPr marL="0" indent="0" algn="ctr">
                        <a:lnSpc>
                          <a:spcPct val="90000"/>
                        </a:lnSpc>
                        <a:spcBef>
                          <a:spcPts val="100"/>
                        </a:spcBef>
                        <a:spcAft>
                          <a:spcPts val="100"/>
                        </a:spcAft>
                        <a:buNone/>
                      </a:pPr>
                      <a:r>
                        <a:rPr lang="en-GB" sz="800" b="0" i="1">
                          <a:solidFill>
                            <a:srgbClr val="688997"/>
                          </a:solidFill>
                          <a:latin typeface="+mn-lt"/>
                        </a:rPr>
                        <a:t>Additional programme spend captured, cumulative — $m and percentage points of addressable spend</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extLst>
                  <a:ext uri="{0D108BD9-81ED-4DB2-BD59-A6C34878D82A}">
                    <a16:rowId xmlns:a16="http://schemas.microsoft.com/office/drawing/2014/main" val="10001"/>
                  </a:ext>
                </a:extLst>
              </a:tr>
              <a:tr h="202855">
                <a:tc gridSpan="6">
                  <a:txBody>
                    <a:bodyPr/>
                    <a:lstStyle/>
                    <a:p>
                      <a:pPr marL="0" indent="0" algn="l">
                        <a:lnSpc>
                          <a:spcPct val="90000"/>
                        </a:lnSpc>
                        <a:spcBef>
                          <a:spcPts val="100"/>
                        </a:spcBef>
                        <a:spcAft>
                          <a:spcPts val="100"/>
                        </a:spcAft>
                        <a:buNone/>
                      </a:pPr>
                      <a:r>
                        <a:rPr lang="en-GB" sz="1100" b="1" i="0">
                          <a:solidFill>
                            <a:srgbClr val="E8542C"/>
                          </a:solidFill>
                          <a:latin typeface="+mn-lt"/>
                        </a:rPr>
                        <a:t>ACCELERATE — build on what we already have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0EDEC"/>
                    </a:solidFill>
                  </a:tcPr>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extLst>
                  <a:ext uri="{0D108BD9-81ED-4DB2-BD59-A6C34878D82A}">
                    <a16:rowId xmlns:a16="http://schemas.microsoft.com/office/drawing/2014/main" val="10002"/>
                  </a:ext>
                </a:extLst>
              </a:tr>
              <a:tr h="452523">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 magna aliqua ut enim ad minim veniam quis nostrud</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extLst>
                  <a:ext uri="{0D108BD9-81ED-4DB2-BD59-A6C34878D82A}">
                    <a16:rowId xmlns:a16="http://schemas.microsoft.com/office/drawing/2014/main" val="10003"/>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4"/>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5"/>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6"/>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 magna aliqua ut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7"/>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8"/>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9"/>
                  </a:ext>
                </a:extLst>
              </a:tr>
              <a:tr h="364388">
                <a:tc gridSpan="2">
                  <a:txBody>
                    <a:bodyPr/>
                    <a:lstStyle/>
                    <a:p>
                      <a:pPr marL="0" indent="0" algn="l">
                        <a:lnSpc>
                          <a:spcPct val="90000"/>
                        </a:lnSpc>
                        <a:spcBef>
                          <a:spcPts val="100"/>
                        </a:spcBef>
                        <a:spcAft>
                          <a:spcPts val="100"/>
                        </a:spcAft>
                        <a:buNone/>
                      </a:pPr>
                      <a:r>
                        <a:rPr lang="en-GB" sz="1050" b="1" i="0">
                          <a:solidFill>
                            <a:srgbClr val="1F4456"/>
                          </a:solidFill>
                          <a:latin typeface="+mn-lt"/>
                        </a:rPr>
                        <a:t>Accelerate subtotal</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hMerge="1">
                  <a:txBody>
                    <a:bodyPr/>
                    <a:lstStyle/>
                    <a:p>
                      <a:endParaRPr/>
                    </a:p>
                  </a:txBody>
                  <a:tcPr marL="72000" marR="72000" marT="13716" marB="13716"/>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extLst>
                  <a:ext uri="{0D108BD9-81ED-4DB2-BD59-A6C34878D82A}">
                    <a16:rowId xmlns:a16="http://schemas.microsoft.com/office/drawing/2014/main" val="10010"/>
                  </a:ext>
                </a:extLst>
              </a:tr>
              <a:tr h="202855">
                <a:tc gridSpan="6">
                  <a:txBody>
                    <a:bodyPr/>
                    <a:lstStyle/>
                    <a:p>
                      <a:pPr marL="0" indent="0" algn="l">
                        <a:lnSpc>
                          <a:spcPct val="90000"/>
                        </a:lnSpc>
                        <a:spcBef>
                          <a:spcPts val="100"/>
                        </a:spcBef>
                        <a:spcAft>
                          <a:spcPts val="100"/>
                        </a:spcAft>
                        <a:buNone/>
                      </a:pPr>
                      <a:r>
                        <a:rPr lang="en-GB" sz="1100" b="1" i="0">
                          <a:solidFill>
                            <a:srgbClr val="E8542C"/>
                          </a:solidFill>
                          <a:latin typeface="+mn-lt"/>
                        </a:rPr>
                        <a:t>STEP-CHANGE — buy scale rather than build it </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0EDEC"/>
                    </a:solidFill>
                  </a:tcPr>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extLst>
                  <a:ext uri="{0D108BD9-81ED-4DB2-BD59-A6C34878D82A}">
                    <a16:rowId xmlns:a16="http://schemas.microsoft.com/office/drawing/2014/main" val="10011"/>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 magna</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extLst>
                  <a:ext uri="{0D108BD9-81ED-4DB2-BD59-A6C34878D82A}">
                    <a16:rowId xmlns:a16="http://schemas.microsoft.com/office/drawing/2014/main" val="10012"/>
                  </a:ext>
                </a:extLst>
              </a:tr>
              <a:tr h="364388">
                <a:tc gridSpan="2">
                  <a:txBody>
                    <a:bodyPr/>
                    <a:lstStyle/>
                    <a:p>
                      <a:pPr marL="0" indent="0" algn="l">
                        <a:lnSpc>
                          <a:spcPct val="90000"/>
                        </a:lnSpc>
                        <a:spcBef>
                          <a:spcPts val="100"/>
                        </a:spcBef>
                        <a:spcAft>
                          <a:spcPts val="100"/>
                        </a:spcAft>
                        <a:buNone/>
                      </a:pPr>
                      <a:r>
                        <a:rPr lang="en-GB" sz="1050" b="1" i="0">
                          <a:solidFill>
                            <a:srgbClr val="E8542C"/>
                          </a:solidFill>
                          <a:latin typeface="+mn-lt"/>
                        </a:rPr>
                        <a:t>Total additional capture from initiatives</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hMerge="1">
                  <a:txBody>
                    <a:bodyPr/>
                    <a:lstStyle/>
                    <a:p>
                      <a:endParaRPr/>
                    </a:p>
                  </a:txBody>
                  <a:tcPr marL="72000" marR="72000" marT="13716" marB="13716"/>
                </a:tc>
                <a:tc>
                  <a:txBody>
                    <a:bodyPr/>
                    <a:lstStyle/>
                    <a:p>
                      <a:pPr marL="0" indent="0" algn="ctr">
                        <a:lnSpc>
                          <a:spcPct val="90000"/>
                        </a:lnSpc>
                        <a:spcBef>
                          <a:spcPts val="100"/>
                        </a:spcBef>
                        <a:spcAft>
                          <a:spcPts val="100"/>
                        </a:spcAft>
                        <a:buNone/>
                      </a:pPr>
                      <a:r>
                        <a:rPr lang="en-GB" sz="1050" b="1" i="0">
                          <a:solidFill>
                            <a:srgbClr val="E8542C"/>
                          </a:solidFill>
                          <a:latin typeface="+mn-lt"/>
                        </a:rPr>
                        <a:t>$XXm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a:txBody>
                    <a:bodyPr/>
                    <a:lstStyle/>
                    <a:p>
                      <a:pPr marL="0" indent="0" algn="ctr">
                        <a:lnSpc>
                          <a:spcPct val="90000"/>
                        </a:lnSpc>
                        <a:spcBef>
                          <a:spcPts val="100"/>
                        </a:spcBef>
                        <a:spcAft>
                          <a:spcPts val="100"/>
                        </a:spcAft>
                        <a:buNone/>
                      </a:pPr>
                      <a:r>
                        <a:rPr lang="en-GB" sz="1050" b="1" i="0">
                          <a:solidFill>
                            <a:srgbClr val="E8542C"/>
                          </a:solidFill>
                          <a:latin typeface="+mn-lt"/>
                        </a:rPr>
                        <a:t>$XXXm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a:txBody>
                    <a:bodyPr/>
                    <a:lstStyle/>
                    <a:p>
                      <a:pPr marL="0" indent="0" algn="ctr">
                        <a:lnSpc>
                          <a:spcPct val="90000"/>
                        </a:lnSpc>
                        <a:spcBef>
                          <a:spcPts val="100"/>
                        </a:spcBef>
                        <a:spcAft>
                          <a:spcPts val="100"/>
                        </a:spcAft>
                        <a:buNone/>
                      </a:pPr>
                      <a:r>
                        <a:rPr lang="en-GB" sz="1050" b="1" i="0">
                          <a:solidFill>
                            <a:srgbClr val="E8542C"/>
                          </a:solidFill>
                          <a:latin typeface="+mn-lt"/>
                        </a:rPr>
                        <a:t>$XXXm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a:txBody>
                    <a:bodyPr/>
                    <a:lstStyle/>
                    <a:p>
                      <a:pPr marL="0" indent="0" algn="ctr">
                        <a:lnSpc>
                          <a:spcPct val="90000"/>
                        </a:lnSpc>
                        <a:spcBef>
                          <a:spcPts val="100"/>
                        </a:spcBef>
                        <a:spcAft>
                          <a:spcPts val="100"/>
                        </a:spcAft>
                        <a:buNone/>
                      </a:pPr>
                      <a:r>
                        <a:rPr lang="en-GB" sz="1050" b="1" i="0">
                          <a:solidFill>
                            <a:srgbClr val="E8542C"/>
                          </a:solidFill>
                          <a:latin typeface="+mn-lt"/>
                        </a:rPr>
                        <a:t>$XXXm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extLst>
                  <a:ext uri="{0D108BD9-81ED-4DB2-BD59-A6C34878D82A}">
                    <a16:rowId xmlns:a16="http://schemas.microsoft.com/office/drawing/2014/main" val="10013"/>
                  </a:ext>
                </a:extLst>
              </a:tr>
            </a:tbl>
          </a:graphicData>
        </a:graphic>
      </p:graphicFrame>
      <p:sp>
        <p:nvSpPr>
          <p:cNvPr id="21" name="Footnote"/>
          <p:cNvSpPr txBox="1"/>
          <p:nvPr/>
        </p:nvSpPr>
        <p:spPr>
          <a:xfrm>
            <a:off x="246342" y="5858497"/>
            <a:ext cx="11869457" cy="62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1F4456"/>
                </a:solidFill>
                <a:effectLst/>
                <a:uLnTx/>
                <a:uFillTx/>
                <a:latin typeface="Arial" panose="020B0604020202020204"/>
                <a:ea typeface="+mn-ea"/>
                <a:cs typeface="+mn-c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500" b="1" i="0" u="none" strike="noStrike" kern="1200" cap="none" spc="0" normalizeH="0" baseline="0" noProof="0">
              <a:ln>
                <a:noFill/>
              </a:ln>
              <a:solidFill>
                <a:srgbClr val="1F4456"/>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1" u="none" strike="noStrike" kern="1200" cap="none" spc="0" normalizeH="0" baseline="0" noProof="0">
                <a:ln>
                  <a:noFill/>
                </a:ln>
                <a:solidFill>
                  <a:srgbClr val="688997"/>
                </a:solidFill>
                <a:effectLst/>
                <a:uLnTx/>
                <a:uFillTx/>
                <a:latin typeface="Arial" panose="020B0604020202020204"/>
                <a:ea typeface="+mn-ea"/>
                <a:cs typeface="+mn-cs"/>
              </a:rPr>
              <a:t>Phasing and ranges are directional stakes in the ground for discussion, not modelled forecasts. They assume the capability investments on the preceding pages are funded from 2027, and are not fully additive where initiatives overlap.</a:t>
            </a:r>
          </a:p>
        </p:txBody>
      </p:sp>
      <p:sp>
        <p:nvSpPr>
          <p:cNvPr id="2" name="Oval 1">
            <a:extLst>
              <a:ext uri="{FF2B5EF4-FFF2-40B4-BE49-F238E27FC236}">
                <a16:creationId xmlns:a16="http://schemas.microsoft.com/office/drawing/2014/main" id="{4EFA9002-0492-E423-7266-231CF31CD998}"/>
              </a:ext>
            </a:extLst>
          </p:cNvPr>
          <p:cNvSpPr/>
          <p:nvPr/>
        </p:nvSpPr>
        <p:spPr>
          <a:xfrm>
            <a:off x="10568119" y="4844598"/>
            <a:ext cx="907524" cy="385011"/>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Oval 2">
            <a:extLst>
              <a:ext uri="{FF2B5EF4-FFF2-40B4-BE49-F238E27FC236}">
                <a16:creationId xmlns:a16="http://schemas.microsoft.com/office/drawing/2014/main" id="{9CC1D85A-B78E-CA6E-8764-1CBEC91E8583}"/>
              </a:ext>
            </a:extLst>
          </p:cNvPr>
          <p:cNvSpPr/>
          <p:nvPr/>
        </p:nvSpPr>
        <p:spPr>
          <a:xfrm>
            <a:off x="10568119" y="4315873"/>
            <a:ext cx="907524" cy="385011"/>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Rectangle 3">
            <a:extLst>
              <a:ext uri="{FF2B5EF4-FFF2-40B4-BE49-F238E27FC236}">
                <a16:creationId xmlns:a16="http://schemas.microsoft.com/office/drawing/2014/main" id="{EA01E261-DD05-4ADD-0509-B8281B1D6DA2}"/>
              </a:ext>
            </a:extLst>
          </p:cNvPr>
          <p:cNvSpPr/>
          <p:nvPr/>
        </p:nvSpPr>
        <p:spPr>
          <a:xfrm>
            <a:off x="8743308" y="-157132"/>
            <a:ext cx="3554858" cy="36668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Appendix detail on budget &amp; Planning</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6A231-2E1C-1586-8261-D9F2F4355E43}"/>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189F0DC-F4BC-2951-5A0E-89288CF29E2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3" imgH="503" progId="TCLayout.ActiveDocument.1">
                  <p:embed/>
                </p:oleObj>
              </mc:Choice>
              <mc:Fallback>
                <p:oleObj name="thinkcell Slide" r:id="rId3" imgW="503" imgH="503" progId="TCLayout.ActiveDocument.1">
                  <p:embed/>
                  <p:pic>
                    <p:nvPicPr>
                      <p:cNvPr id="8" name="think-cell data - do not delete" hidden="1">
                        <a:extLst>
                          <a:ext uri="{FF2B5EF4-FFF2-40B4-BE49-F238E27FC236}">
                            <a16:creationId xmlns:a16="http://schemas.microsoft.com/office/drawing/2014/main" id="{9189F0DC-F4BC-2951-5A0E-89288CF29E2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E3E8A9AA-1193-58B4-B6CF-DA119F73D7EA}"/>
              </a:ext>
            </a:extLst>
          </p:cNvPr>
          <p:cNvSpPr>
            <a:spLocks noGrp="1"/>
          </p:cNvSpPr>
          <p:nvPr>
            <p:ph type="title"/>
          </p:nvPr>
        </p:nvSpPr>
        <p:spPr>
          <a:xfrm>
            <a:off x="492787" y="2828286"/>
            <a:ext cx="11160125" cy="834189"/>
          </a:xfrm>
        </p:spPr>
        <p:txBody>
          <a:bodyPr vert="horz" rIns="91440"/>
          <a:lstStyle/>
          <a:p>
            <a:pPr algn="ctr">
              <a:lnSpc>
                <a:spcPct val="150000"/>
              </a:lnSpc>
              <a:spcAft>
                <a:spcPts val="1200"/>
              </a:spcAft>
            </a:pPr>
            <a:r>
              <a:rPr lang="en-GB" b="1"/>
              <a:t>Americas (AMER)</a:t>
            </a:r>
          </a:p>
        </p:txBody>
      </p:sp>
      <p:sp>
        <p:nvSpPr>
          <p:cNvPr id="5" name="Slide Number Placeholder 4">
            <a:extLst>
              <a:ext uri="{FF2B5EF4-FFF2-40B4-BE49-F238E27FC236}">
                <a16:creationId xmlns:a16="http://schemas.microsoft.com/office/drawing/2014/main" id="{81E0395C-6EAE-8784-1980-333D0A0F8975}"/>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F1B362E-304B-D74F-8E05-F581CCD55911}" type="slidenum">
              <a:rPr kumimoji="0" lang="en-US" sz="800" b="0" i="0" u="none" strike="noStrike" kern="1200" cap="none" spc="0" normalizeH="0" baseline="0" noProof="0" smtClean="0">
                <a:ln>
                  <a:noFill/>
                </a:ln>
                <a:solidFill>
                  <a:srgbClr val="E8542C"/>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en-US" sz="800" b="0" i="0" u="none" strike="noStrike" kern="1200" cap="none" spc="0" normalizeH="0" baseline="0" noProof="0">
              <a:ln>
                <a:noFill/>
              </a:ln>
              <a:solidFill>
                <a:srgbClr val="E8542C"/>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2607829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607CE-2F79-F7A3-93E1-9D5CA2AD38BA}"/>
            </a:ext>
          </a:extLst>
        </p:cNvPr>
        <p:cNvGrpSpPr/>
        <p:nvPr/>
      </p:nvGrpSpPr>
      <p:grpSpPr>
        <a:xfrm>
          <a:off x="0" y="0"/>
          <a:ext cx="0" cy="0"/>
          <a:chOff x="0" y="0"/>
          <a:chExt cx="0" cy="0"/>
        </a:xfrm>
      </p:grpSpPr>
      <p:pic>
        <p:nvPicPr>
          <p:cNvPr id="7" name="Graphic 6">
            <a:extLst>
              <a:ext uri="{FF2B5EF4-FFF2-40B4-BE49-F238E27FC236}">
                <a16:creationId xmlns:a16="http://schemas.microsoft.com/office/drawing/2014/main" id="{05D07DF4-8E50-F835-7B2F-AFBFFAB07078}"/>
              </a:ext>
            </a:extLst>
          </p:cNvPr>
          <p:cNvPicPr>
            <a:picLocks noChangeAspect="1"/>
          </p:cNvPicPr>
          <p:nvPr/>
        </p:nvPicPr>
        <p:blipFill>
          <a:blip>
            <a:lum bright="-100000"/>
            <a:extLst>
              <a:ext uri="{96DAC541-7B7A-43D3-8B79-37D633B846F1}">
                <asvg:svgBlip xmlns:asvg="http://schemas.microsoft.com/office/drawing/2016/SVG/main" r:embed="rId2"/>
              </a:ext>
            </a:extLst>
          </a:blip>
          <a:srcRect l="8903" t="40386" r="9168" b="30574"/>
          <a:stretch>
            <a:fillRect/>
          </a:stretch>
        </p:blipFill>
        <p:spPr>
          <a:xfrm>
            <a:off x="2539743" y="2466302"/>
            <a:ext cx="7254183" cy="581528"/>
          </a:xfrm>
          <a:prstGeom prst="rect">
            <a:avLst/>
          </a:prstGeom>
        </p:spPr>
      </p:pic>
      <p:sp>
        <p:nvSpPr>
          <p:cNvPr id="9" name="TextBox 4">
            <a:extLst>
              <a:ext uri="{FF2B5EF4-FFF2-40B4-BE49-F238E27FC236}">
                <a16:creationId xmlns:a16="http://schemas.microsoft.com/office/drawing/2014/main" id="{79298438-99B2-952B-35B3-906BB3824A80}"/>
              </a:ext>
            </a:extLst>
          </p:cNvPr>
          <p:cNvSpPr txBox="1"/>
          <p:nvPr/>
        </p:nvSpPr>
        <p:spPr>
          <a:xfrm>
            <a:off x="925052" y="3317728"/>
            <a:ext cx="10483563" cy="984885"/>
          </a:xfrm>
          <a:prstGeom prst="rect">
            <a:avLst/>
          </a:prstGeom>
        </p:spPr>
        <p:txBody>
          <a:bodyPr lIns="0" tIns="0" rIns="0" bIns="0" rtlCol="0" anchor="t">
            <a:spAutoFit/>
          </a:bodyPr>
          <a:lstStyle/>
          <a:p>
            <a:pPr marL="0" marR="0" lvl="0" indent="0" algn="ctr" defTabSz="609630" rtl="0" eaLnBrk="1" fontAlgn="auto" latinLnBrk="0" hangingPunct="1">
              <a:lnSpc>
                <a:spcPct val="100000"/>
              </a:lnSpc>
              <a:spcBef>
                <a:spcPts val="0"/>
              </a:spcBef>
              <a:spcAft>
                <a:spcPts val="0"/>
              </a:spcAft>
              <a:buClrTx/>
              <a:buSzTx/>
              <a:buFontTx/>
              <a:buNone/>
              <a:tabLst/>
              <a:defRPr/>
            </a:pPr>
            <a:r>
              <a:rPr kumimoji="0" lang="en-GB" sz="3200" b="0" i="0" u="none" strike="noStrike" kern="1200" cap="none" spc="0" normalizeH="0" baseline="0" noProof="0">
                <a:ln>
                  <a:noFill/>
                </a:ln>
                <a:solidFill>
                  <a:srgbClr val="000000"/>
                </a:solidFill>
                <a:effectLst/>
                <a:uLnTx/>
                <a:uFillTx/>
                <a:latin typeface="Arial" panose="020B0604020202020204"/>
                <a:ea typeface="Graphik Wide Regular"/>
                <a:cs typeface="Graphik Wide Regular"/>
                <a:sym typeface="Graphik Wide"/>
              </a:rPr>
              <a:t>S</a:t>
            </a:r>
            <a:r>
              <a:rPr kumimoji="0" lang="en-US" sz="3200" b="0" i="0" u="none" strike="noStrike" kern="1200" cap="none" spc="0" normalizeH="0" baseline="0" noProof="0">
                <a:ln>
                  <a:noFill/>
                </a:ln>
                <a:solidFill>
                  <a:srgbClr val="000000"/>
                </a:solidFill>
                <a:effectLst/>
                <a:uLnTx/>
                <a:uFillTx/>
                <a:latin typeface="Arial" panose="020B0604020202020204"/>
                <a:ea typeface="Graphik Wide Regular"/>
                <a:cs typeface="Graphik Wide Regular"/>
                <a:sym typeface="Graphik Wide"/>
              </a:rPr>
              <a:t>marter solutions for</a:t>
            </a:r>
          </a:p>
          <a:p>
            <a:pPr marL="0" marR="0" lvl="0" indent="0" algn="ctr" defTabSz="60963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srgbClr val="E8542C"/>
                </a:solidFill>
                <a:effectLst/>
                <a:uLnTx/>
                <a:uFillTx/>
                <a:latin typeface="Arial" panose="020B0604020202020204"/>
                <a:ea typeface="Graphik Wide Regular"/>
                <a:cs typeface="Graphik Wide Regular"/>
                <a:sym typeface="Graphik Wide"/>
              </a:rPr>
              <a:t>your success</a:t>
            </a:r>
            <a:r>
              <a:rPr kumimoji="0" lang="en-US" sz="3200" b="0" i="0" u="none" strike="noStrike" kern="1200" cap="none" spc="0" normalizeH="0" baseline="0" noProof="0">
                <a:ln>
                  <a:noFill/>
                </a:ln>
                <a:solidFill>
                  <a:srgbClr val="000000"/>
                </a:solidFill>
                <a:effectLst/>
                <a:uLnTx/>
                <a:uFillTx/>
                <a:latin typeface="Arial" panose="020B0604020202020204"/>
                <a:ea typeface="Graphik Wide Regular"/>
                <a:cs typeface="Graphik Wide Regular"/>
                <a:sym typeface="Graphik Wide"/>
              </a:rPr>
              <a:t>.</a:t>
            </a:r>
          </a:p>
        </p:txBody>
      </p:sp>
      <p:sp>
        <p:nvSpPr>
          <p:cNvPr id="4" name="Text Placeholder 3">
            <a:extLst>
              <a:ext uri="{FF2B5EF4-FFF2-40B4-BE49-F238E27FC236}">
                <a16:creationId xmlns:a16="http://schemas.microsoft.com/office/drawing/2014/main" id="{BF571318-6346-B07E-0BC3-C05613B0C702}"/>
              </a:ext>
            </a:extLst>
          </p:cNvPr>
          <p:cNvSpPr>
            <a:spLocks noGrp="1"/>
          </p:cNvSpPr>
          <p:nvPr>
            <p:ph type="body" sz="quarter" idx="13"/>
          </p:nvPr>
        </p:nvSpPr>
        <p:spPr/>
        <p:txBody>
          <a:bodyPr/>
          <a:lstStyle/>
          <a:p>
            <a:endParaRPr lang="en-US"/>
          </a:p>
        </p:txBody>
      </p:sp>
      <p:sp>
        <p:nvSpPr>
          <p:cNvPr id="5" name="Rectangle 4">
            <a:extLst>
              <a:ext uri="{FF2B5EF4-FFF2-40B4-BE49-F238E27FC236}">
                <a16:creationId xmlns:a16="http://schemas.microsoft.com/office/drawing/2014/main" id="{D72BA7B2-89DA-47B6-91F8-BF0431521A5A}"/>
              </a:ext>
            </a:extLst>
          </p:cNvPr>
          <p:cNvSpPr/>
          <p:nvPr/>
        </p:nvSpPr>
        <p:spPr>
          <a:xfrm>
            <a:off x="442452" y="344129"/>
            <a:ext cx="1681316" cy="4270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9149761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6A231-2E1C-1586-8261-D9F2F4355E43}"/>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189F0DC-F4BC-2951-5A0E-89288CF29E2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3" imgH="503" progId="TCLayout.ActiveDocument.1">
                  <p:embed/>
                </p:oleObj>
              </mc:Choice>
              <mc:Fallback>
                <p:oleObj name="thinkcell Slide" r:id="rId3" imgW="503" imgH="503" progId="TCLayout.ActiveDocument.1">
                  <p:embed/>
                  <p:pic>
                    <p:nvPicPr>
                      <p:cNvPr id="8" name="think-cell data - do not delete" hidden="1">
                        <a:extLst>
                          <a:ext uri="{FF2B5EF4-FFF2-40B4-BE49-F238E27FC236}">
                            <a16:creationId xmlns:a16="http://schemas.microsoft.com/office/drawing/2014/main" id="{9189F0DC-F4BC-2951-5A0E-89288CF29E2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E3E8A9AA-1193-58B4-B6CF-DA119F73D7EA}"/>
              </a:ext>
            </a:extLst>
          </p:cNvPr>
          <p:cNvSpPr>
            <a:spLocks noGrp="1"/>
          </p:cNvSpPr>
          <p:nvPr>
            <p:ph type="title"/>
          </p:nvPr>
        </p:nvSpPr>
        <p:spPr>
          <a:xfrm>
            <a:off x="492787" y="2828286"/>
            <a:ext cx="11160125" cy="834189"/>
          </a:xfrm>
        </p:spPr>
        <p:txBody>
          <a:bodyPr vert="horz" rIns="91440"/>
          <a:lstStyle/>
          <a:p>
            <a:pPr algn="ctr">
              <a:lnSpc>
                <a:spcPct val="150000"/>
              </a:lnSpc>
              <a:spcAft>
                <a:spcPts val="1200"/>
              </a:spcAft>
            </a:pPr>
            <a:r>
              <a:rPr lang="en-GB" b="1"/>
              <a:t>EMEAA</a:t>
            </a:r>
          </a:p>
        </p:txBody>
      </p:sp>
      <p:sp>
        <p:nvSpPr>
          <p:cNvPr id="5" name="Slide Number Placeholder 4">
            <a:extLst>
              <a:ext uri="{FF2B5EF4-FFF2-40B4-BE49-F238E27FC236}">
                <a16:creationId xmlns:a16="http://schemas.microsoft.com/office/drawing/2014/main" id="{81E0395C-6EAE-8784-1980-333D0A0F8975}"/>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F1B362E-304B-D74F-8E05-F581CCD55911}" type="slidenum">
              <a:rPr kumimoji="0" lang="en-US" sz="800" b="0" i="0" u="none" strike="noStrike" kern="1200" cap="none" spc="0" normalizeH="0" baseline="0" noProof="0" smtClean="0">
                <a:ln>
                  <a:noFill/>
                </a:ln>
                <a:solidFill>
                  <a:srgbClr val="E8542C"/>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en-US" sz="800" b="0" i="0" u="none" strike="noStrike" kern="1200" cap="none" spc="0" normalizeH="0" baseline="0" noProof="0">
              <a:ln>
                <a:noFill/>
              </a:ln>
              <a:solidFill>
                <a:srgbClr val="E8542C"/>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6281786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 name="think-cell data - do not delete" hidden="1">
            <a:extLst>
              <a:ext uri="{FF2B5EF4-FFF2-40B4-BE49-F238E27FC236}">
                <a16:creationId xmlns:a16="http://schemas.microsoft.com/office/drawing/2014/main" id="{4BA2F551-5A0B-8F32-5CED-5E69A2BA638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7" imgW="359" imgH="360" progId="TCLayout.ActiveDocument.1">
                  <p:embed/>
                </p:oleObj>
              </mc:Choice>
              <mc:Fallback>
                <p:oleObj name="thinkcell Slide" r:id="rId17" imgW="359" imgH="360" progId="TCLayout.ActiveDocument.1">
                  <p:embed/>
                  <p:pic>
                    <p:nvPicPr>
                      <p:cNvPr id="40" name="think-cell data - do not delete" hidden="1">
                        <a:extLst>
                          <a:ext uri="{FF2B5EF4-FFF2-40B4-BE49-F238E27FC236}">
                            <a16:creationId xmlns:a16="http://schemas.microsoft.com/office/drawing/2014/main" id="{4BA2F551-5A0B-8F32-5CED-5E69A2BA6384}"/>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46" name="Title Text"/>
          <p:cNvSpPr txBox="1"/>
          <p:nvPr/>
        </p:nvSpPr>
        <p:spPr>
          <a:xfrm>
            <a:off x="400389" y="351498"/>
            <a:ext cx="11317845" cy="9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600" b="1" i="0" u="none" strike="noStrike" kern="1200" cap="all" spc="0" normalizeH="0" baseline="0" noProof="0">
                <a:ln>
                  <a:noFill/>
                </a:ln>
                <a:solidFill>
                  <a:srgbClr val="000000"/>
                </a:solidFill>
                <a:effectLst/>
                <a:uLnTx/>
                <a:uFillTx/>
                <a:latin typeface="Arial" panose="020B0604020202020204"/>
                <a:ea typeface="+mn-ea"/>
                <a:cs typeface="+mn-cs"/>
              </a:rPr>
              <a:t>CURRENT PERFORMANCE | </a:t>
            </a:r>
            <a:r>
              <a:rPr kumimoji="0" lang="en-GB" sz="2600" b="0" i="0" u="none" strike="noStrike" kern="1200" cap="all" spc="0" normalizeH="0" baseline="0" noProof="0">
                <a:ln>
                  <a:noFill/>
                </a:ln>
                <a:solidFill>
                  <a:srgbClr val="000000"/>
                </a:solidFill>
                <a:effectLst/>
                <a:uLnTx/>
                <a:uFillTx/>
                <a:latin typeface="Arial" panose="020B0604020202020204"/>
                <a:ea typeface="+mn-ea"/>
                <a:cs typeface="+mn-cs"/>
              </a:rPr>
              <a:t/>
            </a:r>
            <a:r>
              <a:rPr kumimoji="0" lang="en-GB" sz="2600" b="0" i="0" u="none" strike="noStrike" kern="1200" cap="none" spc="0" normalizeH="0" baseline="0" noProof="0">
                <a:ln>
                  <a:noFill/>
                </a:ln>
                <a:solidFill>
                  <a:srgbClr val="000000"/>
                </a:solidFill>
                <a:effectLst/>
                <a:uLnTx/>
                <a:uFillTx/>
                <a:latin typeface="Arial" panose="020B0604020202020204"/>
                <a:ea typeface="+mn-ea"/>
                <a:cs typeface="+mn-cs"/>
              </a:rPr>
              <a:t>EMEAA</a:t>
            </a:r>
          </a:p>
        </p:txBody>
      </p:sp>
      <p:sp>
        <p:nvSpPr>
          <p:cNvPr id="213" name="TextBox 213"/>
          <p:cNvSpPr txBox="1"/>
          <p:nvPr/>
        </p:nvSpPr>
        <p:spPr>
          <a:xfrm>
            <a:off x="400390" y="2965545"/>
            <a:ext cx="530000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EMEAA Add. Spend &amp; </a:t>
            </a:r>
            <a:r>
              <a:rPr kumimoji="0" lang="en-US" sz="1200" b="1" i="0" u="none" strike="noStrike" kern="1200" cap="none" spc="0" normalizeH="0" baseline="0" noProof="0" err="1">
                <a:ln>
                  <a:noFill/>
                </a:ln>
                <a:solidFill>
                  <a:srgbClr val="000000"/>
                </a:solidFill>
                <a:effectLst/>
                <a:uLnTx/>
                <a:uFillTx/>
                <a:latin typeface="Arial" panose="020B0604020202020204"/>
                <a:ea typeface="+mn-ea"/>
                <a:cs typeface="+mn-cs"/>
              </a:rPr>
              <a:t>Programme</a:t>
            </a: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 Performance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14" name="Shape 214"/>
          <p:cNvSpPr/>
          <p:nvPr/>
        </p:nvSpPr>
        <p:spPr>
          <a:xfrm>
            <a:off x="430195" y="3192950"/>
            <a:ext cx="5300000" cy="254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0" name="Shape 230"/>
          <p:cNvSpPr/>
          <p:nvPr/>
        </p:nvSpPr>
        <p:spPr>
          <a:xfrm>
            <a:off x="5812635" y="3152595"/>
            <a:ext cx="12700" cy="2960000"/>
          </a:xfrm>
          <a:prstGeom prst="rect">
            <a:avLst/>
          </a:prstGeom>
          <a:solidFill>
            <a:srgbClr val="C0C7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1" name="Shape 231"/>
          <p:cNvSpPr/>
          <p:nvPr/>
        </p:nvSpPr>
        <p:spPr>
          <a:xfrm>
            <a:off x="6060000" y="3263288"/>
            <a:ext cx="660000" cy="66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3" name="TextBox 233"/>
          <p:cNvSpPr txBox="1"/>
          <p:nvPr/>
        </p:nvSpPr>
        <p:spPr>
          <a:xfrm>
            <a:off x="6890000" y="3283288"/>
            <a:ext cx="490161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50" b="1" i="0" u="none" strike="noStrike" kern="1200" cap="all" spc="40" normalizeH="0" baseline="0" noProof="0">
                <a:ln>
                  <a:noFill/>
                </a:ln>
                <a:solidFill>
                  <a:srgbClr val="1F4456"/>
                </a:solidFill>
                <a:effectLst/>
                <a:uLnTx/>
                <a:uFillTx/>
                <a:latin typeface="Arial" panose="020B0604020202020204"/>
                <a:ea typeface="+mn-ea"/>
                <a:cs typeface="Arial"/>
              </a:rPr>
              <a:t>Build is the real gap</a:t>
            </a:r>
          </a:p>
        </p:txBody>
      </p:sp>
      <p:sp>
        <p:nvSpPr>
          <p:cNvPr id="234" name="TextBox 234"/>
          <p:cNvSpPr txBox="1"/>
          <p:nvPr/>
        </p:nvSpPr>
        <p:spPr>
          <a:xfrm>
            <a:off x="6890000" y="3531918"/>
            <a:ext cx="4901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Build is 48% of EMEAA’s addressable spend but only 0.3% runs on programme. Operate, at 27% of spend, is where we already capture most (9.2%)</a:t>
            </a:r>
          </a:p>
        </p:txBody>
      </p:sp>
      <p:sp>
        <p:nvSpPr>
          <p:cNvPr id="235" name="Shape 235"/>
          <p:cNvSpPr/>
          <p:nvPr/>
        </p:nvSpPr>
        <p:spPr>
          <a:xfrm>
            <a:off x="6060000" y="4163288"/>
            <a:ext cx="5731610" cy="12700"/>
          </a:xfrm>
          <a:prstGeom prst="rect">
            <a:avLst/>
          </a:prstGeom>
          <a:solidFill>
            <a:srgbClr val="C0C7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6" name="Shape 236"/>
          <p:cNvSpPr/>
          <p:nvPr/>
        </p:nvSpPr>
        <p:spPr>
          <a:xfrm>
            <a:off x="6060000" y="4263288"/>
            <a:ext cx="660000" cy="66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237" name="Icon 237"/>
          <p:cNvPicPr>
            <a:picLocks noChangeAspect="1"/>
          </p:cNvPicPr>
          <p:nvPr/>
        </p:nvPicPr>
        <p:blipFill>
          <a:blip r:embed="rId19"/>
          <a:stretch>
            <a:fillRect/>
          </a:stretch>
        </p:blipFill>
        <p:spPr>
          <a:xfrm>
            <a:off x="6210000" y="4413288"/>
            <a:ext cx="360000" cy="360000"/>
          </a:xfrm>
          <a:prstGeom prst="rect">
            <a:avLst/>
          </a:prstGeom>
        </p:spPr>
      </p:pic>
      <p:sp>
        <p:nvSpPr>
          <p:cNvPr id="238" name="TextBox 238"/>
          <p:cNvSpPr txBox="1"/>
          <p:nvPr/>
        </p:nvSpPr>
        <p:spPr>
          <a:xfrm>
            <a:off x="6890000" y="4283288"/>
            <a:ext cx="490161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50" b="1" i="0" u="none" strike="noStrike" kern="1200" cap="all" spc="40" normalizeH="0" baseline="0" noProof="0">
                <a:ln>
                  <a:noFill/>
                </a:ln>
                <a:solidFill>
                  <a:srgbClr val="1F4456"/>
                </a:solidFill>
                <a:effectLst/>
                <a:uLnTx/>
                <a:uFillTx/>
                <a:latin typeface="Arial" panose="020B0604020202020204"/>
                <a:ea typeface="+mn-ea"/>
                <a:cs typeface="Arial"/>
              </a:rPr>
              <a:t>Our growth is shifting east</a:t>
            </a:r>
          </a:p>
        </p:txBody>
      </p:sp>
      <p:sp>
        <p:nvSpPr>
          <p:cNvPr id="239" name="TextBox 239"/>
          <p:cNvSpPr txBox="1"/>
          <p:nvPr/>
        </p:nvSpPr>
        <p:spPr>
          <a:xfrm>
            <a:off x="6890000" y="4583288"/>
            <a:ext cx="4901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On IHG pipeline-vs-base growth, India leads the estate with Thailand/Vietnam (and KSA — all best won at signing</a:t>
            </a:r>
          </a:p>
        </p:txBody>
      </p:sp>
      <p:sp>
        <p:nvSpPr>
          <p:cNvPr id="240" name="Shape 240"/>
          <p:cNvSpPr/>
          <p:nvPr/>
        </p:nvSpPr>
        <p:spPr>
          <a:xfrm>
            <a:off x="6060000" y="5163288"/>
            <a:ext cx="5731610" cy="12700"/>
          </a:xfrm>
          <a:prstGeom prst="rect">
            <a:avLst/>
          </a:prstGeom>
          <a:solidFill>
            <a:srgbClr val="C0C7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1" name="Shape 241"/>
          <p:cNvSpPr/>
          <p:nvPr/>
        </p:nvSpPr>
        <p:spPr>
          <a:xfrm>
            <a:off x="6060000" y="5263288"/>
            <a:ext cx="660000" cy="66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242" name="Icon 242"/>
          <p:cNvPicPr>
            <a:picLocks noChangeAspect="1"/>
          </p:cNvPicPr>
          <p:nvPr/>
        </p:nvPicPr>
        <p:blipFill>
          <a:blip r:embed="rId20"/>
          <a:stretch>
            <a:fillRect/>
          </a:stretch>
        </p:blipFill>
        <p:spPr>
          <a:xfrm>
            <a:off x="6210000" y="5413288"/>
            <a:ext cx="360000" cy="360000"/>
          </a:xfrm>
          <a:prstGeom prst="rect">
            <a:avLst/>
          </a:prstGeom>
        </p:spPr>
      </p:pic>
      <p:sp>
        <p:nvSpPr>
          <p:cNvPr id="243" name="TextBox 243"/>
          <p:cNvSpPr txBox="1"/>
          <p:nvPr/>
        </p:nvSpPr>
        <p:spPr>
          <a:xfrm>
            <a:off x="6890000" y="5283288"/>
            <a:ext cx="490161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50" b="1" i="0" u="none" strike="noStrike" kern="1200" cap="all" spc="40" normalizeH="0" baseline="0" noProof="0">
                <a:ln>
                  <a:noFill/>
                </a:ln>
                <a:solidFill>
                  <a:srgbClr val="1F4456"/>
                </a:solidFill>
                <a:effectLst/>
                <a:uLnTx/>
                <a:uFillTx/>
                <a:latin typeface="Arial" panose="020B0604020202020204"/>
                <a:ea typeface="+mn-ea"/>
                <a:cs typeface="Arial"/>
              </a:rPr>
              <a:t>Scale is consolidating against us</a:t>
            </a:r>
          </a:p>
        </p:txBody>
      </p:sp>
      <p:sp>
        <p:nvSpPr>
          <p:cNvPr id="244" name="TextBox 244"/>
          <p:cNvSpPr txBox="1"/>
          <p:nvPr/>
        </p:nvSpPr>
        <p:spPr>
          <a:xfrm>
            <a:off x="6890000" y="5583288"/>
            <a:ext cx="4901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Entegra acquired Prestige Purchasing UK (April 2026) and three conglomerates now control 25% of GPO spend — it hit our most mature market first, and their scale challenges the value we offer owners</a:t>
            </a:r>
          </a:p>
        </p:txBody>
      </p:sp>
      <p:sp>
        <p:nvSpPr>
          <p:cNvPr id="901" name="Source Note"/>
          <p:cNvSpPr txBox="1"/>
          <p:nvPr/>
        </p:nvSpPr>
        <p:spPr>
          <a:xfrm>
            <a:off x="400390" y="6330000"/>
            <a:ext cx="1139122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700" b="0" i="1" u="none" strike="noStrike" kern="1200" cap="none" spc="0" normalizeH="0" baseline="0" noProof="0">
                <a:ln>
                  <a:noFill/>
                </a:ln>
                <a:solidFill>
                  <a:srgbClr val="688997"/>
                </a:solidFill>
                <a:effectLst/>
                <a:uLnTx/>
                <a:uFillTx/>
                <a:latin typeface="Arial" panose="020B0604020202020204"/>
                <a:ea typeface="+mn-ea"/>
                <a:cs typeface="+mn-cs"/>
              </a:rPr>
              <a:t>Source: F2F PLT August Fact Pack v1.0 (31 July 2026), pp. 10, 19, 28–30, 32, 36, 45–47; dim_hotel extract (2025 programme spend). CRF collected: 2025 actual per EMEAA 2030 opportunity slide (template showed $2m — to confirm).</a:t>
            </a:r>
          </a:p>
        </p:txBody>
      </p:sp>
      <p:sp>
        <p:nvSpPr>
          <p:cNvPr id="913" name="Slide Number Placeholder 2">
            <a:extLst>
              <a:ext uri="{FF2B5EF4-FFF2-40B4-BE49-F238E27FC236}">
                <a16:creationId xmlns:a16="http://schemas.microsoft.com/office/drawing/2014/main" id="{F9B8030C-E4E1-CA88-5250-C8291C9D9945}"/>
              </a:ext>
            </a:extLst>
          </p:cNvPr>
          <p:cNvSpPr txBox="1">
            <a:spLocks/>
          </p:cNvSpPr>
          <p:nvPr/>
        </p:nvSpPr>
        <p:spPr>
          <a:xfrm>
            <a:off x="139700" y="6381750"/>
            <a:ext cx="515937" cy="4320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8F63A3B-78C7-47BE-AE5E-E10140E04643}" type="slidenum">
              <a:rPr kumimoji="0" lang="en-US" sz="9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1015" name="Chart 1014" descr="Chart">
            <a:extLst>
              <a:ext uri="{FF2B5EF4-FFF2-40B4-BE49-F238E27FC236}">
                <a16:creationId xmlns:a16="http://schemas.microsoft.com/office/drawing/2014/main" id="{B36065B5-DA39-8762-A1FB-AE64D51CE1EB}"/>
              </a:ext>
            </a:extLst>
          </p:cNvPr>
          <p:cNvGraphicFramePr/>
          <p:nvPr>
            <p:custDataLst>
              <p:tags r:id="rId2"/>
            </p:custDataLst>
          </p:nvPr>
        </p:nvGraphicFramePr>
        <p:xfrm>
          <a:off x="347663" y="3235325"/>
          <a:ext cx="3538537" cy="3008313"/>
        </p:xfrm>
        <a:graphic>
          <a:graphicData uri="http://schemas.openxmlformats.org/drawingml/2006/chart">
            <c:chart xmlns:c="http://schemas.openxmlformats.org/drawingml/2006/chart" xmlns:r="http://schemas.openxmlformats.org/officeDocument/2006/relationships" r:id="rId21"/>
          </a:graphicData>
        </a:graphic>
      </p:graphicFrame>
      <p:sp>
        <p:nvSpPr>
          <p:cNvPr id="193" name="Text Placeholder 2">
            <a:extLst>
              <a:ext uri="{FF2B5EF4-FFF2-40B4-BE49-F238E27FC236}">
                <a16:creationId xmlns:a16="http://schemas.microsoft.com/office/drawing/2014/main" id="{69DC049B-DF12-49E7-E72A-93E88AAB7330}"/>
              </a:ext>
            </a:extLst>
          </p:cNvPr>
          <p:cNvSpPr>
            <a:spLocks/>
          </p:cNvSpPr>
          <p:nvPr>
            <p:custDataLst>
              <p:tags r:id="rId3"/>
            </p:custDataLst>
          </p:nvPr>
        </p:nvSpPr>
        <p:spPr bwMode="auto">
          <a:xfrm>
            <a:off x="938213" y="6061075"/>
            <a:ext cx="669925"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39F7DDB9-4E36-4431-91F8-13F31CF0FA03}" type="datetime'''''Ad''d''''.'' Sp''''e''''n''''''''''''''''''''d'''''''">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Add. Spend</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7" name="Text Placeholder 2">
            <a:extLst>
              <a:ext uri="{FF2B5EF4-FFF2-40B4-BE49-F238E27FC236}">
                <a16:creationId xmlns:a16="http://schemas.microsoft.com/office/drawing/2014/main" id="{407584E2-1E2F-3FFE-AE62-5652AAD4E11F}"/>
              </a:ext>
            </a:extLst>
          </p:cNvPr>
          <p:cNvSpPr>
            <a:spLocks/>
          </p:cNvSpPr>
          <p:nvPr>
            <p:custDataLst>
              <p:tags r:id="rId4"/>
            </p:custDataLst>
          </p:nvPr>
        </p:nvSpPr>
        <p:spPr bwMode="auto">
          <a:xfrm>
            <a:off x="2605088" y="6061075"/>
            <a:ext cx="71278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22EA379A-0A13-4F94-929F-1287B6BBB4C4}" type="datetime'''P''''r''''og''. ''''''''''''''''S''p''e''''nd'''''">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Prog. Spend</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8" name="Text Placeholder 2">
            <a:extLst>
              <a:ext uri="{FF2B5EF4-FFF2-40B4-BE49-F238E27FC236}">
                <a16:creationId xmlns:a16="http://schemas.microsoft.com/office/drawing/2014/main" id="{601875B1-2F43-0F9D-7240-E229FE94B518}"/>
              </a:ext>
            </a:extLst>
          </p:cNvPr>
          <p:cNvSpPr>
            <a:spLocks/>
          </p:cNvSpPr>
          <p:nvPr>
            <p:custDataLst>
              <p:tags r:id="rId5"/>
            </p:custDataLst>
          </p:nvPr>
        </p:nvSpPr>
        <p:spPr bwMode="gray">
          <a:xfrm>
            <a:off x="1011238" y="3282950"/>
            <a:ext cx="5254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a:t>
            </a:r>
            <a:fld id="{50FE9740-DF13-4266-834F-ED87663C6FB2}" type="datetime'''5'',''''''''''''''4''''''''''''''''''''''''''''6''''4'''''''">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5,464</a:t>
            </a:fld>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m</a:t>
            </a: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9" name="Text Placeholder 2">
            <a:extLst>
              <a:ext uri="{FF2B5EF4-FFF2-40B4-BE49-F238E27FC236}">
                <a16:creationId xmlns:a16="http://schemas.microsoft.com/office/drawing/2014/main" id="{0383C0A7-9336-1A52-9E7F-47B4FFE0976B}"/>
              </a:ext>
            </a:extLst>
          </p:cNvPr>
          <p:cNvSpPr>
            <a:spLocks/>
          </p:cNvSpPr>
          <p:nvPr>
            <p:custDataLst>
              <p:tags r:id="rId6"/>
            </p:custDataLst>
          </p:nvPr>
        </p:nvSpPr>
        <p:spPr bwMode="gray">
          <a:xfrm>
            <a:off x="2751138" y="3282950"/>
            <a:ext cx="42068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a:t>
            </a:r>
            <a:fld id="{5C7207C7-C1CA-4ED4-9771-2B38D3EBFB48}" type="datetime'''''''''''''''''1''''''''''''''''''''''''''''64'''''''''">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164</a:t>
            </a:fld>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m</a:t>
            </a: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1054" name="Chart 1053" descr="Chart">
            <a:extLst>
              <a:ext uri="{FF2B5EF4-FFF2-40B4-BE49-F238E27FC236}">
                <a16:creationId xmlns:a16="http://schemas.microsoft.com/office/drawing/2014/main" id="{0858F2E0-CCFE-F710-01E7-C66AF5369D5D}"/>
              </a:ext>
            </a:extLst>
          </p:cNvPr>
          <p:cNvGraphicFramePr/>
          <p:nvPr>
            <p:custDataLst>
              <p:tags r:id="rId7"/>
            </p:custDataLst>
          </p:nvPr>
        </p:nvGraphicFramePr>
        <p:xfrm>
          <a:off x="3521075" y="3652838"/>
          <a:ext cx="1487488" cy="2274887"/>
        </p:xfrm>
        <a:graphic>
          <a:graphicData uri="http://schemas.openxmlformats.org/drawingml/2006/chart">
            <c:chart xmlns:c="http://schemas.openxmlformats.org/drawingml/2006/chart" xmlns:r="http://schemas.openxmlformats.org/officeDocument/2006/relationships" r:id="rId22"/>
          </a:graphicData>
        </a:graphic>
      </p:graphicFrame>
      <p:sp useBgFill="1">
        <p:nvSpPr>
          <p:cNvPr id="1050" name="Freeform: Shape 1049">
            <a:extLst>
              <a:ext uri="{FF2B5EF4-FFF2-40B4-BE49-F238E27FC236}">
                <a16:creationId xmlns:a16="http://schemas.microsoft.com/office/drawing/2014/main" id="{1D32FE14-F584-4DCD-C8BA-3F1BC0A33351}"/>
              </a:ext>
            </a:extLst>
          </p:cNvPr>
          <p:cNvSpPr/>
          <p:nvPr>
            <p:custDataLst>
              <p:tags r:id="rId8"/>
            </p:custDataLst>
          </p:nvPr>
        </p:nvSpPr>
        <p:spPr bwMode="auto">
          <a:xfrm>
            <a:off x="4745038" y="4341813"/>
            <a:ext cx="157164" cy="369888"/>
          </a:xfrm>
          <a:custGeom>
            <a:avLst/>
            <a:gdLst/>
            <a:ahLst/>
            <a:cxnLst/>
            <a:rect l="0" t="0" r="0" b="0"/>
            <a:pathLst>
              <a:path w="157164" h="369888">
                <a:moveTo>
                  <a:pt x="157163" y="0"/>
                </a:moveTo>
                <a:lnTo>
                  <a:pt x="57150" y="369887"/>
                </a:lnTo>
                <a:lnTo>
                  <a:pt x="0" y="369887"/>
                </a:lnTo>
                <a:lnTo>
                  <a:pt x="100013" y="0"/>
                </a:lnTo>
                <a:close/>
              </a:path>
            </a:pathLst>
          </a:custGeom>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48" name="Freeform: Shape 1047">
            <a:extLst>
              <a:ext uri="{FF2B5EF4-FFF2-40B4-BE49-F238E27FC236}">
                <a16:creationId xmlns:a16="http://schemas.microsoft.com/office/drawing/2014/main" id="{5C9E187B-C8E0-678C-96F2-D2412DAF3A5E}"/>
              </a:ext>
            </a:extLst>
          </p:cNvPr>
          <p:cNvSpPr/>
          <p:nvPr>
            <p:custDataLst>
              <p:tags r:id="rId9"/>
            </p:custDataLst>
          </p:nvPr>
        </p:nvSpPr>
        <p:spPr bwMode="auto">
          <a:xfrm>
            <a:off x="4745038" y="4341813"/>
            <a:ext cx="100014" cy="369888"/>
          </a:xfrm>
          <a:custGeom>
            <a:avLst/>
            <a:gdLst/>
            <a:ahLst/>
            <a:cxnLst/>
            <a:rect l="0" t="0" r="0" b="0"/>
            <a:pathLst>
              <a:path w="100014" h="369888">
                <a:moveTo>
                  <a:pt x="100013" y="0"/>
                </a:moveTo>
                <a:lnTo>
                  <a:pt x="0" y="369887"/>
                </a:lnTo>
              </a:path>
            </a:pathLst>
          </a:custGeom>
          <a:ln w="9525" cap="flat" cmpd="sng" algn="ctr">
            <a:solidFill>
              <a:schemeClr val="tx1"/>
            </a:solidFill>
            <a:prstDash val="solid"/>
            <a:miter lim="800000"/>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049" name="Freeform: Shape 1048">
            <a:extLst>
              <a:ext uri="{FF2B5EF4-FFF2-40B4-BE49-F238E27FC236}">
                <a16:creationId xmlns:a16="http://schemas.microsoft.com/office/drawing/2014/main" id="{53CF200E-616D-D7EC-1789-FA3BF3F19A89}"/>
              </a:ext>
            </a:extLst>
          </p:cNvPr>
          <p:cNvSpPr/>
          <p:nvPr>
            <p:custDataLst>
              <p:tags r:id="rId10"/>
            </p:custDataLst>
          </p:nvPr>
        </p:nvSpPr>
        <p:spPr bwMode="auto">
          <a:xfrm>
            <a:off x="4802188" y="4341813"/>
            <a:ext cx="100014" cy="369888"/>
          </a:xfrm>
          <a:custGeom>
            <a:avLst/>
            <a:gdLst/>
            <a:ahLst/>
            <a:cxnLst/>
            <a:rect l="0" t="0" r="0" b="0"/>
            <a:pathLst>
              <a:path w="100014" h="369888">
                <a:moveTo>
                  <a:pt x="100013" y="0"/>
                </a:moveTo>
                <a:lnTo>
                  <a:pt x="0" y="369887"/>
                </a:lnTo>
              </a:path>
            </a:pathLst>
          </a:custGeom>
          <a:ln w="9525" cap="flat" cmpd="sng" algn="ctr">
            <a:solidFill>
              <a:schemeClr val="tx1"/>
            </a:solidFill>
            <a:prstDash val="solid"/>
            <a:miter lim="800000"/>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1" name="Text Placeholder 2">
            <a:extLst>
              <a:ext uri="{FF2B5EF4-FFF2-40B4-BE49-F238E27FC236}">
                <a16:creationId xmlns:a16="http://schemas.microsoft.com/office/drawing/2014/main" id="{029CA290-7C7F-45B0-CC05-C2AB41510160}"/>
              </a:ext>
            </a:extLst>
          </p:cNvPr>
          <p:cNvSpPr>
            <a:spLocks/>
          </p:cNvSpPr>
          <p:nvPr>
            <p:custDataLst>
              <p:tags r:id="rId11"/>
            </p:custDataLst>
          </p:nvPr>
        </p:nvSpPr>
        <p:spPr bwMode="gray">
          <a:xfrm>
            <a:off x="4744830" y="3921125"/>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EB0C04C2-5983-4BDD-ADFF-39915A589174}" type="datetime'''3''''''''''''''''''''''''''''''''''.''''''''''''0''''%'''''">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3.0%</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2" name="Text Placeholder 2">
            <a:extLst>
              <a:ext uri="{FF2B5EF4-FFF2-40B4-BE49-F238E27FC236}">
                <a16:creationId xmlns:a16="http://schemas.microsoft.com/office/drawing/2014/main" id="{069840B3-4402-C429-6D89-7B5CAED28784}"/>
              </a:ext>
            </a:extLst>
          </p:cNvPr>
          <p:cNvSpPr>
            <a:spLocks/>
          </p:cNvSpPr>
          <p:nvPr>
            <p:custDataLst>
              <p:tags r:id="rId12"/>
            </p:custDataLst>
          </p:nvPr>
        </p:nvSpPr>
        <p:spPr bwMode="gray">
          <a:xfrm>
            <a:off x="4951585" y="4449763"/>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B4981780-B441-4DBA-9FBA-026B2821BD08}" type="datetime'''''''''''''''9''''''''''''''''.''''2''''''''''%'''''''">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9.2%</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3" name="Text Placeholder 2">
            <a:extLst>
              <a:ext uri="{FF2B5EF4-FFF2-40B4-BE49-F238E27FC236}">
                <a16:creationId xmlns:a16="http://schemas.microsoft.com/office/drawing/2014/main" id="{AF4EDA3A-3255-436A-70EC-7F4E66C3205D}"/>
              </a:ext>
            </a:extLst>
          </p:cNvPr>
          <p:cNvSpPr>
            <a:spLocks/>
          </p:cNvSpPr>
          <p:nvPr>
            <p:custDataLst>
              <p:tags r:id="rId13"/>
            </p:custDataLst>
          </p:nvPr>
        </p:nvSpPr>
        <p:spPr bwMode="gray">
          <a:xfrm>
            <a:off x="4074852" y="4976813"/>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5D2E0FF0-3B42-417C-9EED-86A12C134B35}" type="datetime'1''.''2''%'''">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1.2%</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4" name="Text Placeholder 2">
            <a:extLst>
              <a:ext uri="{FF2B5EF4-FFF2-40B4-BE49-F238E27FC236}">
                <a16:creationId xmlns:a16="http://schemas.microsoft.com/office/drawing/2014/main" id="{49C27088-1DB5-28EE-A39A-FAB8E5A3F9AD}"/>
              </a:ext>
            </a:extLst>
          </p:cNvPr>
          <p:cNvSpPr>
            <a:spLocks/>
          </p:cNvSpPr>
          <p:nvPr>
            <p:custDataLst>
              <p:tags r:id="rId14"/>
            </p:custDataLst>
          </p:nvPr>
        </p:nvSpPr>
        <p:spPr bwMode="gray">
          <a:xfrm>
            <a:off x="3739863" y="5503863"/>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2B5B994A-BBBE-4F23-AEC9-453AAE61CE17}" type="datetime'''0''''''''''''''''''''''''''.''3''''''%'''">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0.3%</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1034" name="Icon 297">
            <a:extLst>
              <a:ext uri="{FF2B5EF4-FFF2-40B4-BE49-F238E27FC236}">
                <a16:creationId xmlns:a16="http://schemas.microsoft.com/office/drawing/2014/main" id="{56B53E25-848A-7EC9-AF10-683B38C5DC0E}"/>
              </a:ext>
            </a:extLst>
          </p:cNvPr>
          <p:cNvPicPr>
            <a:picLocks noChangeAspect="1"/>
          </p:cNvPicPr>
          <p:nvPr/>
        </p:nvPicPr>
        <p:blipFill>
          <a:blip r:embed="rId23"/>
          <a:stretch>
            <a:fillRect/>
          </a:stretch>
        </p:blipFill>
        <p:spPr>
          <a:xfrm>
            <a:off x="6169778" y="3401637"/>
            <a:ext cx="410150" cy="410150"/>
          </a:xfrm>
          <a:prstGeom prst="rect">
            <a:avLst/>
          </a:prstGeom>
        </p:spPr>
      </p:pic>
      <p:pic>
        <p:nvPicPr>
          <p:cNvPr id="1040" name="Picture 1039">
            <a:extLst>
              <a:ext uri="{FF2B5EF4-FFF2-40B4-BE49-F238E27FC236}">
                <a16:creationId xmlns:a16="http://schemas.microsoft.com/office/drawing/2014/main" id="{EC507EC4-0EDE-862A-9A8A-1CAB691B2F5A}"/>
              </a:ext>
            </a:extLst>
          </p:cNvPr>
          <p:cNvPicPr>
            <a:picLocks noChangeAspect="1"/>
          </p:cNvPicPr>
          <p:nvPr/>
        </p:nvPicPr>
        <p:blipFill>
          <a:blip r:embed="rId24"/>
          <a:stretch>
            <a:fillRect/>
          </a:stretch>
        </p:blipFill>
        <p:spPr>
          <a:xfrm>
            <a:off x="541302" y="6603909"/>
            <a:ext cx="4010585" cy="161948"/>
          </a:xfrm>
          <a:prstGeom prst="rect">
            <a:avLst/>
          </a:prstGeom>
        </p:spPr>
      </p:pic>
      <p:sp>
        <p:nvSpPr>
          <p:cNvPr id="2" name="Rectangle 1">
            <a:extLst>
              <a:ext uri="{FF2B5EF4-FFF2-40B4-BE49-F238E27FC236}">
                <a16:creationId xmlns:a16="http://schemas.microsoft.com/office/drawing/2014/main" id="{E4051CC7-D60F-DB26-D020-BCD6E6876761}"/>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Recap / Update of intent</a:t>
            </a:r>
          </a:p>
        </p:txBody>
      </p:sp>
      <p:grpSp>
        <p:nvGrpSpPr>
          <p:cNvPr id="8" name="Group 7">
            <a:extLst>
              <a:ext uri="{FF2B5EF4-FFF2-40B4-BE49-F238E27FC236}">
                <a16:creationId xmlns:a16="http://schemas.microsoft.com/office/drawing/2014/main" id="{48CE3470-69B2-F3F6-A80E-ED6DDA6C0B08}"/>
              </a:ext>
            </a:extLst>
          </p:cNvPr>
          <p:cNvGrpSpPr/>
          <p:nvPr/>
        </p:nvGrpSpPr>
        <p:grpSpPr>
          <a:xfrm>
            <a:off x="400390" y="1258805"/>
            <a:ext cx="11391220" cy="1708588"/>
            <a:chOff x="400390" y="1599999"/>
            <a:chExt cx="12070582" cy="1708588"/>
          </a:xfrm>
        </p:grpSpPr>
        <p:sp>
          <p:nvSpPr>
            <p:cNvPr id="209" name="Shape 209"/>
            <p:cNvSpPr/>
            <p:nvPr/>
          </p:nvSpPr>
          <p:spPr>
            <a:xfrm>
              <a:off x="6490851"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1" name="Shape 201"/>
            <p:cNvSpPr/>
            <p:nvPr/>
          </p:nvSpPr>
          <p:spPr>
            <a:xfrm>
              <a:off x="400390"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2" name="Shape 202"/>
            <p:cNvSpPr/>
            <p:nvPr/>
          </p:nvSpPr>
          <p:spPr>
            <a:xfrm>
              <a:off x="400390"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5" name="Shape 205"/>
            <p:cNvSpPr/>
            <p:nvPr/>
          </p:nvSpPr>
          <p:spPr>
            <a:xfrm>
              <a:off x="3445621"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6" name="Shape 206"/>
            <p:cNvSpPr/>
            <p:nvPr/>
          </p:nvSpPr>
          <p:spPr>
            <a:xfrm>
              <a:off x="3445621"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7" name="TextBox 207"/>
            <p:cNvSpPr txBox="1"/>
            <p:nvPr/>
          </p:nvSpPr>
          <p:spPr>
            <a:xfrm>
              <a:off x="558021" y="1795675"/>
              <a:ext cx="2525048"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$5.5bn</a:t>
              </a:r>
            </a:p>
          </p:txBody>
        </p:sp>
        <p:sp>
          <p:nvSpPr>
            <p:cNvPr id="208" name="TextBox 208"/>
            <p:cNvSpPr txBox="1"/>
            <p:nvPr/>
          </p:nvSpPr>
          <p:spPr>
            <a:xfrm>
              <a:off x="558021" y="2291370"/>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Est Addressable Spend</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altLang="en-US" sz="1000" b="0" i="0" u="none" strike="noStrike" kern="1200" cap="none" spc="0" normalizeH="0" baseline="0" noProof="0">
                  <a:ln>
                    <a:noFill/>
                  </a:ln>
                  <a:solidFill>
                    <a:srgbClr val="3D4B52"/>
                  </a:solidFill>
                  <a:effectLst/>
                  <a:uLnTx/>
                  <a:uFillTx/>
                  <a:latin typeface="Arial" panose="020B0604020202020204"/>
                  <a:ea typeface="+mn-ea"/>
                  <a:cs typeface="Arial"/>
                </a:rPr>
                <a:t>(Developed from IHG spend analysis &amp; external data)</a:t>
              </a:r>
              <a:endParaRPr kumimoji="0" lang="en-GB" sz="1000" b="0" i="0" u="none" strike="noStrike" kern="1200" cap="none" spc="0" normalizeH="0" baseline="0" noProof="0">
                <a:ln>
                  <a:noFill/>
                </a:ln>
                <a:solidFill>
                  <a:srgbClr val="3D4B52"/>
                </a:solidFill>
                <a:effectLst/>
                <a:uLnTx/>
                <a:uFillTx/>
                <a:latin typeface="Arial" panose="020B0604020202020204"/>
                <a:ea typeface="+mn-ea"/>
                <a:cs typeface="Arial"/>
              </a:endParaRPr>
            </a:p>
          </p:txBody>
        </p:sp>
        <p:sp>
          <p:nvSpPr>
            <p:cNvPr id="210" name="Shape 210"/>
            <p:cNvSpPr/>
            <p:nvPr/>
          </p:nvSpPr>
          <p:spPr>
            <a:xfrm>
              <a:off x="6490851"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11" name="TextBox 211"/>
            <p:cNvSpPr txBox="1"/>
            <p:nvPr/>
          </p:nvSpPr>
          <p:spPr>
            <a:xfrm>
              <a:off x="3550041" y="1795675"/>
              <a:ext cx="2525048"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$164m</a:t>
              </a:r>
            </a:p>
          </p:txBody>
        </p:sp>
        <p:sp>
          <p:nvSpPr>
            <p:cNvPr id="1036" name="TextBox 208">
              <a:extLst>
                <a:ext uri="{FF2B5EF4-FFF2-40B4-BE49-F238E27FC236}">
                  <a16:creationId xmlns:a16="http://schemas.microsoft.com/office/drawing/2014/main" id="{39677EB3-5F6E-C354-4EC2-32CE017ADCBC}"/>
                </a:ext>
              </a:extLst>
            </p:cNvPr>
            <p:cNvSpPr txBox="1"/>
            <p:nvPr/>
          </p:nvSpPr>
          <p:spPr>
            <a:xfrm>
              <a:off x="3550041" y="2291370"/>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Spend via Programs</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 </a:t>
              </a: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2025 programme spend</a:t>
              </a: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a:t>
              </a:r>
            </a:p>
            <a:p>
              <a:pPr marL="0" marR="0" lvl="0" indent="0" algn="ctr" defTabSz="914400" rtl="0" eaLnBrk="1" fontAlgn="auto" latinLnBrk="0" hangingPunct="1">
                <a:lnSpc>
                  <a:spcPct val="105000"/>
                </a:lnSpc>
                <a:spcBef>
                  <a:spcPts val="0"/>
                </a:spcBef>
                <a:spcAft>
                  <a:spcPts val="0"/>
                </a:spcAft>
                <a:buClrTx/>
                <a:buSzTx/>
                <a:buFontTx/>
                <a:buNone/>
                <a:tabLst/>
                <a:defRPr/>
              </a:pPr>
              <a:endParaRPr kumimoji="0" lang="en-GB" sz="1400" b="1" i="0" u="none" strike="noStrike" kern="1200" cap="none" spc="0" normalizeH="0" baseline="0" noProof="0">
                <a:ln>
                  <a:noFill/>
                </a:ln>
                <a:solidFill>
                  <a:srgbClr val="3D4B52"/>
                </a:solidFill>
                <a:effectLst/>
                <a:uLnTx/>
                <a:uFillTx/>
                <a:latin typeface="Arial" panose="020B0604020202020204"/>
                <a:ea typeface="+mn-ea"/>
                <a:cs typeface="Arial"/>
              </a:endParaRPr>
            </a:p>
          </p:txBody>
        </p:sp>
        <p:sp>
          <p:nvSpPr>
            <p:cNvPr id="4" name="Shape 209">
              <a:extLst>
                <a:ext uri="{FF2B5EF4-FFF2-40B4-BE49-F238E27FC236}">
                  <a16:creationId xmlns:a16="http://schemas.microsoft.com/office/drawing/2014/main" id="{C7126CED-212E-8F7D-5107-BC8547EE96AE}"/>
                </a:ext>
              </a:extLst>
            </p:cNvPr>
            <p:cNvSpPr/>
            <p:nvPr/>
          </p:nvSpPr>
          <p:spPr>
            <a:xfrm>
              <a:off x="9583372"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 name="TextBox 203">
              <a:extLst>
                <a:ext uri="{FF2B5EF4-FFF2-40B4-BE49-F238E27FC236}">
                  <a16:creationId xmlns:a16="http://schemas.microsoft.com/office/drawing/2014/main" id="{6BD2ABAA-EB36-ACD7-80C1-FD9204C91708}"/>
                </a:ext>
              </a:extLst>
            </p:cNvPr>
            <p:cNvSpPr txBox="1"/>
            <p:nvPr/>
          </p:nvSpPr>
          <p:spPr>
            <a:xfrm>
              <a:off x="9764648" y="1795675"/>
              <a:ext cx="2525048"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$3.5m</a:t>
              </a:r>
            </a:p>
          </p:txBody>
        </p:sp>
        <p:sp>
          <p:nvSpPr>
            <p:cNvPr id="6" name="TextBox 204">
              <a:extLst>
                <a:ext uri="{FF2B5EF4-FFF2-40B4-BE49-F238E27FC236}">
                  <a16:creationId xmlns:a16="http://schemas.microsoft.com/office/drawing/2014/main" id="{1855ACEE-B988-A4C9-E0A7-3D85091E1461}"/>
                </a:ext>
              </a:extLst>
            </p:cNvPr>
            <p:cNvSpPr txBox="1"/>
            <p:nvPr/>
          </p:nvSpPr>
          <p:spPr>
            <a:xfrm>
              <a:off x="9788293" y="2291370"/>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CRF Collection</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(2025 CRF Data)</a:t>
              </a:r>
            </a:p>
          </p:txBody>
        </p:sp>
        <p:sp>
          <p:nvSpPr>
            <p:cNvPr id="7" name="Shape 210">
              <a:extLst>
                <a:ext uri="{FF2B5EF4-FFF2-40B4-BE49-F238E27FC236}">
                  <a16:creationId xmlns:a16="http://schemas.microsoft.com/office/drawing/2014/main" id="{A1CB639C-59BD-A0FE-F3C2-AF7D5466AF83}"/>
                </a:ext>
              </a:extLst>
            </p:cNvPr>
            <p:cNvSpPr/>
            <p:nvPr/>
          </p:nvSpPr>
          <p:spPr>
            <a:xfrm>
              <a:off x="9583372"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 name="TextBox 208">
              <a:extLst>
                <a:ext uri="{FF2B5EF4-FFF2-40B4-BE49-F238E27FC236}">
                  <a16:creationId xmlns:a16="http://schemas.microsoft.com/office/drawing/2014/main" id="{939FCB38-BC1A-86A3-F59E-BAF322ECBD0E}"/>
                </a:ext>
              </a:extLst>
            </p:cNvPr>
            <p:cNvSpPr txBox="1"/>
            <p:nvPr/>
          </p:nvSpPr>
          <p:spPr>
            <a:xfrm>
              <a:off x="558021"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uLnTx/>
                  <a:uFillTx/>
                  <a:latin typeface="Arial" panose="020B0604020202020204"/>
                  <a:ea typeface="+mn-ea"/>
                  <a:cs typeface="Arial"/>
                </a:rPr>
                <a:t>47.0% of Total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sp>
          <p:nvSpPr>
            <p:cNvPr id="12" name="TextBox 208">
              <a:extLst>
                <a:ext uri="{FF2B5EF4-FFF2-40B4-BE49-F238E27FC236}">
                  <a16:creationId xmlns:a16="http://schemas.microsoft.com/office/drawing/2014/main" id="{32BBA02E-5CE3-823B-6F8D-AA4C9E860760}"/>
                </a:ext>
              </a:extLst>
            </p:cNvPr>
            <p:cNvSpPr txBox="1"/>
            <p:nvPr/>
          </p:nvSpPr>
          <p:spPr>
            <a:xfrm>
              <a:off x="3536955"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uLnTx/>
                  <a:uFillTx/>
                  <a:latin typeface="Arial" panose="020B0604020202020204"/>
                  <a:ea typeface="+mn-ea"/>
                  <a:cs typeface="Arial"/>
                </a:rPr>
                <a:t>3.0% of Addressable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sp>
          <p:nvSpPr>
            <p:cNvPr id="13" name="TextBox 208">
              <a:extLst>
                <a:ext uri="{FF2B5EF4-FFF2-40B4-BE49-F238E27FC236}">
                  <a16:creationId xmlns:a16="http://schemas.microsoft.com/office/drawing/2014/main" id="{DEB682AE-5798-D9BD-5346-8626BAFB71FC}"/>
                </a:ext>
              </a:extLst>
            </p:cNvPr>
            <p:cNvSpPr txBox="1"/>
            <p:nvPr/>
          </p:nvSpPr>
          <p:spPr>
            <a:xfrm>
              <a:off x="6668543"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rPr>
                <a:t>TBC% IHG-influenced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sp>
          <p:nvSpPr>
            <p:cNvPr id="14" name="TextBox 208">
              <a:extLst>
                <a:ext uri="{FF2B5EF4-FFF2-40B4-BE49-F238E27FC236}">
                  <a16:creationId xmlns:a16="http://schemas.microsoft.com/office/drawing/2014/main" id="{3C0B37F4-BC7C-C50C-664B-1497D15BE9BF}"/>
                </a:ext>
              </a:extLst>
            </p:cNvPr>
            <p:cNvSpPr txBox="1"/>
            <p:nvPr/>
          </p:nvSpPr>
          <p:spPr>
            <a:xfrm>
              <a:off x="9764647"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uLnTx/>
                  <a:uFillTx/>
                  <a:latin typeface="Arial" panose="020B0604020202020204"/>
                  <a:ea typeface="+mn-ea"/>
                  <a:cs typeface="Arial"/>
                </a:rPr>
                <a:t>2.1% of CRF Prog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grpSp>
      <p:sp>
        <p:nvSpPr>
          <p:cNvPr id="9" name="TextBox 211">
            <a:extLst>
              <a:ext uri="{FF2B5EF4-FFF2-40B4-BE49-F238E27FC236}">
                <a16:creationId xmlns:a16="http://schemas.microsoft.com/office/drawing/2014/main" id="{A1AB916E-73A6-695C-C421-49CF7B4B769C}"/>
              </a:ext>
            </a:extLst>
          </p:cNvPr>
          <p:cNvSpPr txBox="1"/>
          <p:nvPr/>
        </p:nvSpPr>
        <p:spPr>
          <a:xfrm>
            <a:off x="6360839" y="1452479"/>
            <a:ext cx="2382932"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$75m</a:t>
            </a:r>
          </a:p>
        </p:txBody>
      </p:sp>
      <p:sp>
        <p:nvSpPr>
          <p:cNvPr id="10" name="TextBox 208">
            <a:extLst>
              <a:ext uri="{FF2B5EF4-FFF2-40B4-BE49-F238E27FC236}">
                <a16:creationId xmlns:a16="http://schemas.microsoft.com/office/drawing/2014/main" id="{4FFEBD55-2809-A9ED-C3AF-474CE6B478BF}"/>
              </a:ext>
            </a:extLst>
          </p:cNvPr>
          <p:cNvSpPr txBox="1"/>
          <p:nvPr/>
        </p:nvSpPr>
        <p:spPr>
          <a:xfrm>
            <a:off x="6360839" y="1948174"/>
            <a:ext cx="2382932"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CRF Programs</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(2025 CRF Data)</a:t>
            </a:r>
          </a:p>
          <a:p>
            <a:pPr marL="0" marR="0" lvl="0" indent="0" algn="ctr" defTabSz="914400" rtl="0" eaLnBrk="1" fontAlgn="auto" latinLnBrk="0" hangingPunct="1">
              <a:lnSpc>
                <a:spcPct val="105000"/>
              </a:lnSpc>
              <a:spcBef>
                <a:spcPts val="0"/>
              </a:spcBef>
              <a:spcAft>
                <a:spcPts val="0"/>
              </a:spcAft>
              <a:buClrTx/>
              <a:buSzTx/>
              <a:buFontTx/>
              <a:buNone/>
              <a:tabLst/>
              <a:defRPr/>
            </a:pPr>
            <a:endParaRPr kumimoji="0" lang="en-GB" sz="1400" b="1" i="0" u="none" strike="noStrike" kern="1200" cap="none" spc="0" normalizeH="0" baseline="0" noProof="0">
              <a:ln>
                <a:noFill/>
              </a:ln>
              <a:solidFill>
                <a:srgbClr val="3D4B52"/>
              </a:solidFill>
              <a:effectLst/>
              <a:uLnTx/>
              <a:uFillTx/>
              <a:latin typeface="Arial" panose="020B0604020202020204"/>
              <a:ea typeface="+mn-ea"/>
              <a:cs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52381-0319-1B18-05C9-2BE81047774A}"/>
            </a:ext>
          </a:extLst>
        </p:cNvPr>
        <p:cNvGrpSpPr/>
        <p:nvPr/>
      </p:nvGrpSpPr>
      <p:grpSpPr>
        <a:xfrm>
          <a:off x="0" y="0"/>
          <a:ext cx="0" cy="0"/>
          <a:chOff x="0" y="0"/>
          <a:chExt cx="0" cy="0"/>
        </a:xfrm>
      </p:grpSpPr>
      <p:graphicFrame>
        <p:nvGraphicFramePr>
          <p:cNvPr id="37" name="think-cell data - do not delete" hidden="1">
            <a:extLst>
              <a:ext uri="{FF2B5EF4-FFF2-40B4-BE49-F238E27FC236}">
                <a16:creationId xmlns:a16="http://schemas.microsoft.com/office/drawing/2014/main" id="{CEE1DDB8-5D43-E195-A5C8-3127CDEDAF1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77" imgH="377" progId="TCLayout.ActiveDocument.1">
                  <p:embed/>
                </p:oleObj>
              </mc:Choice>
              <mc:Fallback>
                <p:oleObj name="thinkcell Slide" r:id="rId4" imgW="377" imgH="377" progId="TCLayout.ActiveDocument.1">
                  <p:embed/>
                  <p:pic>
                    <p:nvPicPr>
                      <p:cNvPr id="37" name="think-cell data - do not delete" hidden="1">
                        <a:extLst>
                          <a:ext uri="{FF2B5EF4-FFF2-40B4-BE49-F238E27FC236}">
                            <a16:creationId xmlns:a16="http://schemas.microsoft.com/office/drawing/2014/main" id="{CEE1DDB8-5D43-E195-A5C8-3127CDEDAF1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EF59ABAC-8FC4-6C4A-988B-6E4D220BECB8}"/>
              </a:ext>
            </a:extLst>
          </p:cNvPr>
          <p:cNvSpPr>
            <a:spLocks noGrp="1"/>
          </p:cNvSpPr>
          <p:nvPr>
            <p:ph type="body" sz="quarter" idx="22"/>
          </p:nvPr>
        </p:nvSpPr>
        <p:spPr>
          <a:xfrm>
            <a:off x="377250" y="355600"/>
            <a:ext cx="11220109" cy="784231"/>
          </a:xfrm>
        </p:spPr>
        <p:txBody>
          <a:bodyPr/>
          <a:lstStyle/>
          <a:p>
            <a:r>
              <a:rPr lang="en-US" b="1"/>
              <a:t>Regional Strategy Overview | </a:t>
            </a:r>
            <a:r>
              <a:rPr lang="en-US"/>
              <a:t>EMEAA</a:t>
            </a:r>
            <a:endParaRPr lang="en-GB" noProof="0"/>
          </a:p>
        </p:txBody>
      </p:sp>
      <p:grpSp>
        <p:nvGrpSpPr>
          <p:cNvPr id="48" name="Group 47">
            <a:extLst>
              <a:ext uri="{FF2B5EF4-FFF2-40B4-BE49-F238E27FC236}">
                <a16:creationId xmlns:a16="http://schemas.microsoft.com/office/drawing/2014/main" id="{F90EE6C9-F6A4-29F2-0FDD-A2EEA2D203E4}"/>
              </a:ext>
            </a:extLst>
          </p:cNvPr>
          <p:cNvGrpSpPr/>
          <p:nvPr/>
        </p:nvGrpSpPr>
        <p:grpSpPr>
          <a:xfrm>
            <a:off x="1876926" y="1542335"/>
            <a:ext cx="9911888" cy="489377"/>
            <a:chOff x="226855" y="1618534"/>
            <a:chExt cx="11561959" cy="351749"/>
          </a:xfrm>
        </p:grpSpPr>
        <p:sp>
          <p:nvSpPr>
            <p:cNvPr id="33" name="Rectangle 32">
              <a:extLst>
                <a:ext uri="{FF2B5EF4-FFF2-40B4-BE49-F238E27FC236}">
                  <a16:creationId xmlns:a16="http://schemas.microsoft.com/office/drawing/2014/main" id="{F368C066-401E-EA9B-3167-C8BE29B974C3}"/>
                </a:ext>
              </a:extLst>
            </p:cNvPr>
            <p:cNvSpPr/>
            <p:nvPr/>
          </p:nvSpPr>
          <p:spPr>
            <a:xfrm>
              <a:off x="226855" y="1618534"/>
              <a:ext cx="3761619" cy="349620"/>
            </a:xfrm>
            <a:prstGeom prst="rect">
              <a:avLst/>
            </a:prstGeom>
            <a:solidFill>
              <a:schemeClr val="accent4"/>
            </a:solidFill>
            <a:ln w="12700" cap="flat" cmpd="sng" algn="ctr">
              <a:noFill/>
              <a:prstDash val="solid"/>
              <a:miter lim="800000"/>
            </a:ln>
            <a:effectLst/>
          </p:spPr>
          <p:txBody>
            <a:bodyPr tIns="36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FFFF"/>
                  </a:solidFill>
                  <a:effectLst/>
                  <a:uLnTx/>
                  <a:uFillTx/>
                  <a:latin typeface="Arial" panose="020B0604020202020204"/>
                  <a:ea typeface="+mn-ea"/>
                  <a:cs typeface="+mn-cs"/>
                </a:rPr>
                <a:t>Priorities</a:t>
              </a:r>
            </a:p>
          </p:txBody>
        </p:sp>
        <p:sp>
          <p:nvSpPr>
            <p:cNvPr id="34" name="Rectangle 33">
              <a:extLst>
                <a:ext uri="{FF2B5EF4-FFF2-40B4-BE49-F238E27FC236}">
                  <a16:creationId xmlns:a16="http://schemas.microsoft.com/office/drawing/2014/main" id="{905CA5B6-3185-5EC8-3FC9-84CEFBE9B441}"/>
                </a:ext>
              </a:extLst>
            </p:cNvPr>
            <p:cNvSpPr/>
            <p:nvPr/>
          </p:nvSpPr>
          <p:spPr>
            <a:xfrm>
              <a:off x="4181741" y="1629262"/>
              <a:ext cx="3723599" cy="341021"/>
            </a:xfrm>
            <a:prstGeom prst="rect">
              <a:avLst/>
            </a:prstGeom>
            <a:solidFill>
              <a:schemeClr val="tx2"/>
            </a:solidFill>
            <a:ln w="12700" cap="flat" cmpd="sng" algn="ctr">
              <a:noFill/>
              <a:prstDash val="solid"/>
              <a:miter lim="800000"/>
            </a:ln>
            <a:effectLst/>
          </p:spPr>
          <p:txBody>
            <a:bodyPr tIns="36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FFFF"/>
                  </a:solidFill>
                  <a:effectLst/>
                  <a:uLnTx/>
                  <a:uFillTx/>
                  <a:latin typeface="Arial" panose="020B0604020202020204"/>
                  <a:ea typeface="+mn-ea"/>
                  <a:cs typeface="+mn-cs"/>
                </a:rPr>
                <a:t>Approach</a:t>
              </a:r>
            </a:p>
          </p:txBody>
        </p:sp>
        <p:sp>
          <p:nvSpPr>
            <p:cNvPr id="38" name="Rectangle 37">
              <a:extLst>
                <a:ext uri="{FF2B5EF4-FFF2-40B4-BE49-F238E27FC236}">
                  <a16:creationId xmlns:a16="http://schemas.microsoft.com/office/drawing/2014/main" id="{00C4ADEC-CA9C-C58C-161D-F087F564CCD8}"/>
                </a:ext>
              </a:extLst>
            </p:cNvPr>
            <p:cNvSpPr/>
            <p:nvPr/>
          </p:nvSpPr>
          <p:spPr>
            <a:xfrm>
              <a:off x="8065215" y="1629262"/>
              <a:ext cx="3723599" cy="341021"/>
            </a:xfrm>
            <a:prstGeom prst="rect">
              <a:avLst/>
            </a:prstGeom>
            <a:solidFill>
              <a:schemeClr val="accent6"/>
            </a:solidFill>
            <a:ln w="12700" cap="flat" cmpd="sng" algn="ctr">
              <a:noFill/>
              <a:prstDash val="solid"/>
              <a:miter lim="800000"/>
            </a:ln>
            <a:effectLst/>
          </p:spPr>
          <p:txBody>
            <a:bodyPr tIns="36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FFFF"/>
                  </a:solidFill>
                  <a:effectLst/>
                  <a:uLnTx/>
                  <a:uFillTx/>
                  <a:latin typeface="Arial" panose="020B0604020202020204"/>
                  <a:ea typeface="+mn-ea"/>
                  <a:cs typeface="+mn-cs"/>
                </a:rPr>
                <a:t>Budget &amp; Dependencies</a:t>
              </a:r>
            </a:p>
          </p:txBody>
        </p:sp>
      </p:grpSp>
      <p:grpSp>
        <p:nvGrpSpPr>
          <p:cNvPr id="49" name="Group 48">
            <a:extLst>
              <a:ext uri="{FF2B5EF4-FFF2-40B4-BE49-F238E27FC236}">
                <a16:creationId xmlns:a16="http://schemas.microsoft.com/office/drawing/2014/main" id="{1B776756-0759-1E69-6C26-D8B941DD9167}"/>
              </a:ext>
            </a:extLst>
          </p:cNvPr>
          <p:cNvGrpSpPr/>
          <p:nvPr/>
        </p:nvGrpSpPr>
        <p:grpSpPr>
          <a:xfrm>
            <a:off x="1876926" y="2127298"/>
            <a:ext cx="9911888" cy="1956564"/>
            <a:chOff x="226855" y="1618534"/>
            <a:chExt cx="11561959" cy="351749"/>
          </a:xfrm>
          <a:solidFill>
            <a:schemeClr val="bg1">
              <a:lumMod val="95000"/>
            </a:schemeClr>
          </a:solidFill>
        </p:grpSpPr>
        <p:sp>
          <p:nvSpPr>
            <p:cNvPr id="50" name="Rectangle 49">
              <a:extLst>
                <a:ext uri="{FF2B5EF4-FFF2-40B4-BE49-F238E27FC236}">
                  <a16:creationId xmlns:a16="http://schemas.microsoft.com/office/drawing/2014/main" id="{641F9CA7-8CAC-7712-E778-B86F94EB9A20}"/>
                </a:ext>
              </a:extLst>
            </p:cNvPr>
            <p:cNvSpPr/>
            <p:nvPr/>
          </p:nvSpPr>
          <p:spPr>
            <a:xfrm>
              <a:off x="226855" y="1618534"/>
              <a:ext cx="3761619" cy="349620"/>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KSA &amp; IMEA (Build, FF&amp;E, Operate): 1% of £0.92bn captured; largest pipeline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SE Asia (Operate, F&amp;B): 60% P2P coverage, managed-heavy – lowest friction</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India (Build, Open, Operate): high-growth pipeline, little programme presence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UK&amp;I / N. Europe: £1.47bn addressable, 92% franchised, &lt;4% P2P</a:t>
              </a:r>
            </a:p>
          </p:txBody>
        </p:sp>
        <p:sp>
          <p:nvSpPr>
            <p:cNvPr id="51" name="Rectangle 50">
              <a:extLst>
                <a:ext uri="{FF2B5EF4-FFF2-40B4-BE49-F238E27FC236}">
                  <a16:creationId xmlns:a16="http://schemas.microsoft.com/office/drawing/2014/main" id="{EC54CAB7-F5E1-41BA-9D1E-4A81B254A197}"/>
                </a:ext>
              </a:extLst>
            </p:cNvPr>
            <p:cNvSpPr/>
            <p:nvPr/>
          </p:nvSpPr>
          <p:spPr>
            <a:xfrm>
              <a:off x="4181741" y="1629262"/>
              <a:ext cx="3723599" cy="341021"/>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Procurement at HMA / franchise signing (KSA, SE Asia, India first) – Build capture 0.3% → ~4%</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Convert SE Asia P2P coverage into spend; open long-tail categories</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Develop local suppliers and Build pipeline visibility in India</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UK&amp;I: deploy P2P and a franchise value proposition worth joining</a:t>
              </a:r>
            </a:p>
          </p:txBody>
        </p:sp>
        <p:sp>
          <p:nvSpPr>
            <p:cNvPr id="52" name="Rectangle 51">
              <a:extLst>
                <a:ext uri="{FF2B5EF4-FFF2-40B4-BE49-F238E27FC236}">
                  <a16:creationId xmlns:a16="http://schemas.microsoft.com/office/drawing/2014/main" id="{DC53BE54-6201-6CE3-6519-D2B94338F9C1}"/>
                </a:ext>
              </a:extLst>
            </p:cNvPr>
            <p:cNvSpPr/>
            <p:nvPr/>
          </p:nvSpPr>
          <p:spPr>
            <a:xfrm>
              <a:off x="8065215" y="1629262"/>
              <a:ext cx="3723599" cy="341021"/>
            </a:xfrm>
            <a:prstGeom prst="rect">
              <a:avLst/>
            </a:prstGeom>
            <a:grpFill/>
            <a:ln w="12700" cap="flat" cmpd="sng" algn="ctr">
              <a:noFill/>
              <a:prstDash val="solid"/>
              <a:miter lim="800000"/>
            </a:ln>
            <a:effectLst/>
          </p:spPr>
          <p:txBody>
            <a:bodyPr tIns="36000" rtlCol="0" anchor="t"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2026 CRF budget $4.7m; 2025 collected $3.5m (2.1% yield)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Accelerate: +$365m capture and +$7.8m CRF by 2030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KSA headcount or third-party coverage (KSA contractor $0.3m in 2026)</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UK&amp;I P2P needs a business case; FutureLog contingency required</a:t>
              </a:r>
            </a:p>
          </p:txBody>
        </p:sp>
      </p:grpSp>
      <p:grpSp>
        <p:nvGrpSpPr>
          <p:cNvPr id="53" name="Group 52">
            <a:extLst>
              <a:ext uri="{FF2B5EF4-FFF2-40B4-BE49-F238E27FC236}">
                <a16:creationId xmlns:a16="http://schemas.microsoft.com/office/drawing/2014/main" id="{AB25C2AF-24F5-F1A2-86D8-06EF2D1486B7}"/>
              </a:ext>
            </a:extLst>
          </p:cNvPr>
          <p:cNvGrpSpPr/>
          <p:nvPr/>
        </p:nvGrpSpPr>
        <p:grpSpPr>
          <a:xfrm>
            <a:off x="1876926" y="4380319"/>
            <a:ext cx="9911888" cy="1956564"/>
            <a:chOff x="226855" y="1618534"/>
            <a:chExt cx="11561959" cy="351749"/>
          </a:xfrm>
          <a:solidFill>
            <a:schemeClr val="bg1">
              <a:lumMod val="95000"/>
            </a:schemeClr>
          </a:solidFill>
        </p:grpSpPr>
        <p:sp>
          <p:nvSpPr>
            <p:cNvPr id="56" name="Rectangle 55">
              <a:extLst>
                <a:ext uri="{FF2B5EF4-FFF2-40B4-BE49-F238E27FC236}">
                  <a16:creationId xmlns:a16="http://schemas.microsoft.com/office/drawing/2014/main" id="{A7A19445-62C5-F956-DF1F-A65D965CEE66}"/>
                </a:ext>
              </a:extLst>
            </p:cNvPr>
            <p:cNvSpPr/>
            <p:nvPr/>
          </p:nvSpPr>
          <p:spPr>
            <a:xfrm>
              <a:off x="226855" y="1618534"/>
              <a:ext cx="3761619" cy="349620"/>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Managed Estate: pilot region (EAPAC, IMEA) – 37% of hotels, £1.21bn addressable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Commercial Engine: regional owner engagement and CRM; kill the 3% myth</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Scaling with Partners: EMEAA as the GPO test case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ESM: fewer, deeper contracts ahead of the 27–28 renewals</a:t>
              </a:r>
            </a:p>
          </p:txBody>
        </p:sp>
        <p:sp>
          <p:nvSpPr>
            <p:cNvPr id="57" name="Rectangle 56">
              <a:extLst>
                <a:ext uri="{FF2B5EF4-FFF2-40B4-BE49-F238E27FC236}">
                  <a16:creationId xmlns:a16="http://schemas.microsoft.com/office/drawing/2014/main" id="{F00D657A-74E6-016C-DD39-3BA175348768}"/>
                </a:ext>
              </a:extLst>
            </p:cNvPr>
            <p:cNvSpPr/>
            <p:nvPr/>
          </p:nvSpPr>
          <p:spPr>
            <a:xfrm>
              <a:off x="4181741" y="1629262"/>
              <a:ext cx="3723599" cy="341021"/>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Run the central mandate pilot from Q2 27 with GM / DoO accountability and ManCo commitments</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Key-account coverage for institutional and sovereign-backed owners</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Restate the GPO case before scoping; Northern Europe the likely fit</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Move suppliers from compliance to growth partners</a:t>
              </a:r>
            </a:p>
          </p:txBody>
        </p:sp>
        <p:sp>
          <p:nvSpPr>
            <p:cNvPr id="58" name="Rectangle 57">
              <a:extLst>
                <a:ext uri="{FF2B5EF4-FFF2-40B4-BE49-F238E27FC236}">
                  <a16:creationId xmlns:a16="http://schemas.microsoft.com/office/drawing/2014/main" id="{251518DF-23A2-6FA5-557D-7494234D4CB6}"/>
                </a:ext>
              </a:extLst>
            </p:cNvPr>
            <p:cNvSpPr/>
            <p:nvPr/>
          </p:nvSpPr>
          <p:spPr>
            <a:xfrm>
              <a:off x="8065215" y="1629262"/>
              <a:ext cx="3723599" cy="341021"/>
            </a:xfrm>
            <a:prstGeom prst="rect">
              <a:avLst/>
            </a:prstGeom>
            <a:grpFill/>
            <a:ln w="12700" cap="flat" cmpd="sng" algn="ctr">
              <a:noFill/>
              <a:prstDash val="solid"/>
              <a:miter lim="800000"/>
            </a:ln>
            <a:effectLst/>
          </p:spPr>
          <p:txBody>
            <a:bodyPr tIns="36000" rtlCol="0" anchor="t"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Step-change: +$92m capture and +$2.0m CRF by 2030 (→ 9% share)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M&amp;A, commercial and legal diligence – external support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Central CRM plus regional engagement leads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Supplier golden record before consolidation benefits land</a:t>
              </a:r>
            </a:p>
          </p:txBody>
        </p:sp>
      </p:grpSp>
      <p:cxnSp>
        <p:nvCxnSpPr>
          <p:cNvPr id="60" name="Straight Connector 59">
            <a:extLst>
              <a:ext uri="{FF2B5EF4-FFF2-40B4-BE49-F238E27FC236}">
                <a16:creationId xmlns:a16="http://schemas.microsoft.com/office/drawing/2014/main" id="{98D08F16-CD72-F060-A531-C98FF9804AF0}"/>
              </a:ext>
            </a:extLst>
          </p:cNvPr>
          <p:cNvCxnSpPr/>
          <p:nvPr/>
        </p:nvCxnSpPr>
        <p:spPr>
          <a:xfrm>
            <a:off x="228600" y="4236264"/>
            <a:ext cx="11560214"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85C572B7-89FC-3D04-0DFE-F1A867D51B57}"/>
              </a:ext>
            </a:extLst>
          </p:cNvPr>
          <p:cNvSpPr txBox="1"/>
          <p:nvPr/>
        </p:nvSpPr>
        <p:spPr>
          <a:xfrm>
            <a:off x="110067" y="2132713"/>
            <a:ext cx="160117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000000"/>
                </a:solidFill>
                <a:effectLst/>
                <a:uLnTx/>
                <a:uFillTx/>
                <a:latin typeface="Arial" panose="020B0604020202020204"/>
                <a:ea typeface="+mn-ea"/>
                <a:cs typeface="+mn-cs"/>
              </a:rPr>
              <a:t>Regional Acceleration</a:t>
            </a:r>
          </a:p>
        </p:txBody>
      </p:sp>
      <p:sp>
        <p:nvSpPr>
          <p:cNvPr id="62" name="TextBox 61">
            <a:extLst>
              <a:ext uri="{FF2B5EF4-FFF2-40B4-BE49-F238E27FC236}">
                <a16:creationId xmlns:a16="http://schemas.microsoft.com/office/drawing/2014/main" id="{B386A51A-D7D0-2D4B-9707-633A1E43C086}"/>
              </a:ext>
            </a:extLst>
          </p:cNvPr>
          <p:cNvSpPr txBox="1"/>
          <p:nvPr/>
        </p:nvSpPr>
        <p:spPr>
          <a:xfrm>
            <a:off x="110067" y="4315325"/>
            <a:ext cx="1601175"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000000"/>
                </a:solidFill>
                <a:effectLst/>
                <a:uLnTx/>
                <a:uFillTx/>
                <a:latin typeface="Arial" panose="020B0604020202020204"/>
                <a:ea typeface="+mn-ea"/>
                <a:cs typeface="+mn-cs"/>
              </a:rPr>
              <a:t>Support for Central Enablement</a:t>
            </a:r>
          </a:p>
        </p:txBody>
      </p:sp>
      <p:sp>
        <p:nvSpPr>
          <p:cNvPr id="63" name="Rectangle 62">
            <a:extLst>
              <a:ext uri="{FF2B5EF4-FFF2-40B4-BE49-F238E27FC236}">
                <a16:creationId xmlns:a16="http://schemas.microsoft.com/office/drawing/2014/main" id="{4AE5CC13-BCEE-873B-266D-A4237BAEB3C3}"/>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How you will deliver</a:t>
            </a:r>
          </a:p>
        </p:txBody>
      </p:sp>
    </p:spTree>
    <p:extLst>
      <p:ext uri="{BB962C8B-B14F-4D97-AF65-F5344CB8AC3E}">
        <p14:creationId xmlns:p14="http://schemas.microsoft.com/office/powerpoint/2010/main" val="10659533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973C1-FD15-B321-0716-848AEF53BF37}"/>
            </a:ext>
          </a:extLst>
        </p:cNvPr>
        <p:cNvGrpSpPr/>
        <p:nvPr/>
      </p:nvGrpSpPr>
      <p:grpSpPr>
        <a:xfrm>
          <a:off x="0" y="0"/>
          <a:ext cx="0" cy="0"/>
          <a:chOff x="0" y="0"/>
          <a:chExt cx="0" cy="0"/>
        </a:xfrm>
      </p:grpSpPr>
      <p:cxnSp>
        <p:nvCxnSpPr>
          <p:cNvPr id="122" name="Straight Connector 121">
            <a:extLst>
              <a:ext uri="{FF2B5EF4-FFF2-40B4-BE49-F238E27FC236}">
                <a16:creationId xmlns:a16="http://schemas.microsoft.com/office/drawing/2014/main" id="{A86839CD-A135-C9FF-8CCB-A97B9CD492A4}"/>
              </a:ext>
            </a:extLst>
          </p:cNvPr>
          <p:cNvCxnSpPr>
            <a:cxnSpLocks/>
          </p:cNvCxnSpPr>
          <p:nvPr/>
        </p:nvCxnSpPr>
        <p:spPr>
          <a:xfrm>
            <a:off x="5005353" y="986097"/>
            <a:ext cx="0" cy="5262256"/>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23" name="Straight Connector 122">
            <a:extLst>
              <a:ext uri="{FF2B5EF4-FFF2-40B4-BE49-F238E27FC236}">
                <a16:creationId xmlns:a16="http://schemas.microsoft.com/office/drawing/2014/main" id="{CEEE4CCA-73C8-CCF2-CABE-ECEA01112771}"/>
              </a:ext>
            </a:extLst>
          </p:cNvPr>
          <p:cNvCxnSpPr>
            <a:cxnSpLocks/>
          </p:cNvCxnSpPr>
          <p:nvPr/>
        </p:nvCxnSpPr>
        <p:spPr>
          <a:xfrm>
            <a:off x="8537801" y="986096"/>
            <a:ext cx="0" cy="5262257"/>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sp>
        <p:nvSpPr>
          <p:cNvPr id="110" name="Rectangle 109">
            <a:extLst>
              <a:ext uri="{FF2B5EF4-FFF2-40B4-BE49-F238E27FC236}">
                <a16:creationId xmlns:a16="http://schemas.microsoft.com/office/drawing/2014/main" id="{24FDDD28-3625-946D-0DBD-0ED111887965}"/>
              </a:ext>
            </a:extLst>
          </p:cNvPr>
          <p:cNvSpPr/>
          <p:nvPr/>
        </p:nvSpPr>
        <p:spPr>
          <a:xfrm>
            <a:off x="232626" y="2407347"/>
            <a:ext cx="11726748" cy="2375797"/>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2" name="Rectangle 81">
            <a:extLst>
              <a:ext uri="{FF2B5EF4-FFF2-40B4-BE49-F238E27FC236}">
                <a16:creationId xmlns:a16="http://schemas.microsoft.com/office/drawing/2014/main" id="{D7C4C02E-B165-8B95-77B8-3BC5B766DA40}"/>
              </a:ext>
            </a:extLst>
          </p:cNvPr>
          <p:cNvSpPr/>
          <p:nvPr/>
        </p:nvSpPr>
        <p:spPr>
          <a:xfrm>
            <a:off x="132273" y="160019"/>
            <a:ext cx="2732432" cy="6112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aphicFrame>
        <p:nvGraphicFramePr>
          <p:cNvPr id="16" name="think-cell data - do not delete" hidden="1">
            <a:extLst>
              <a:ext uri="{FF2B5EF4-FFF2-40B4-BE49-F238E27FC236}">
                <a16:creationId xmlns:a16="http://schemas.microsoft.com/office/drawing/2014/main" id="{84570B9E-CDAA-F920-3FA3-1C9B00A6EC25}"/>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9" imgH="360" progId="TCLayout.ActiveDocument.1">
                  <p:embed/>
                </p:oleObj>
              </mc:Choice>
              <mc:Fallback>
                <p:oleObj name="thinkcell Slide" r:id="rId4" imgW="359" imgH="360" progId="TCLayout.ActiveDocument.1">
                  <p:embed/>
                  <p:pic>
                    <p:nvPicPr>
                      <p:cNvPr id="16" name="think-cell data - do not delete" hidden="1">
                        <a:extLst>
                          <a:ext uri="{FF2B5EF4-FFF2-40B4-BE49-F238E27FC236}">
                            <a16:creationId xmlns:a16="http://schemas.microsoft.com/office/drawing/2014/main" id="{84570B9E-CDAA-F920-3FA3-1C9B00A6EC2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7" name="Group 6">
            <a:extLst>
              <a:ext uri="{FF2B5EF4-FFF2-40B4-BE49-F238E27FC236}">
                <a16:creationId xmlns:a16="http://schemas.microsoft.com/office/drawing/2014/main" id="{CCC14461-8CED-1279-21CE-B58BC22893B9}"/>
              </a:ext>
            </a:extLst>
          </p:cNvPr>
          <p:cNvGrpSpPr/>
          <p:nvPr/>
        </p:nvGrpSpPr>
        <p:grpSpPr>
          <a:xfrm>
            <a:off x="1825087" y="772847"/>
            <a:ext cx="2700659" cy="1012038"/>
            <a:chOff x="1642385" y="3415926"/>
            <a:chExt cx="2700659" cy="1084856"/>
          </a:xfrm>
        </p:grpSpPr>
        <p:sp>
          <p:nvSpPr>
            <p:cNvPr id="14" name="Rectangle 13">
              <a:extLst>
                <a:ext uri="{FF2B5EF4-FFF2-40B4-BE49-F238E27FC236}">
                  <a16:creationId xmlns:a16="http://schemas.microsoft.com/office/drawing/2014/main" id="{B493117F-2FEE-BA05-7F10-B490A6C2A3A4}"/>
                </a:ext>
              </a:extLst>
            </p:cNvPr>
            <p:cNvSpPr/>
            <p:nvPr/>
          </p:nvSpPr>
          <p:spPr>
            <a:xfrm>
              <a:off x="1823044" y="3590299"/>
              <a:ext cx="2520000" cy="66518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rIns="25200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Latent potential &amp; leakage</a:t>
              </a:r>
            </a:p>
          </p:txBody>
        </p:sp>
        <p:sp>
          <p:nvSpPr>
            <p:cNvPr id="31" name="Oval 30">
              <a:extLst>
                <a:ext uri="{FF2B5EF4-FFF2-40B4-BE49-F238E27FC236}">
                  <a16:creationId xmlns:a16="http://schemas.microsoft.com/office/drawing/2014/main" id="{C4694AAA-7708-0CF5-38BA-B3EA0A2E2D76}"/>
                </a:ext>
              </a:extLst>
            </p:cNvPr>
            <p:cNvSpPr/>
            <p:nvPr/>
          </p:nvSpPr>
          <p:spPr>
            <a:xfrm>
              <a:off x="1642385" y="3415926"/>
              <a:ext cx="361317" cy="351918"/>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1</a:t>
              </a:r>
            </a:p>
          </p:txBody>
        </p:sp>
        <p:sp>
          <p:nvSpPr>
            <p:cNvPr id="41" name="Isosceles Triangle 40">
              <a:extLst>
                <a:ext uri="{FF2B5EF4-FFF2-40B4-BE49-F238E27FC236}">
                  <a16:creationId xmlns:a16="http://schemas.microsoft.com/office/drawing/2014/main" id="{E6F9225D-6661-FE71-1C1E-7DC6A5A1D6DC}"/>
                </a:ext>
              </a:extLst>
            </p:cNvPr>
            <p:cNvSpPr/>
            <p:nvPr/>
          </p:nvSpPr>
          <p:spPr>
            <a:xfrm rot="10800000">
              <a:off x="2750954" y="4255483"/>
              <a:ext cx="461261" cy="245299"/>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4" name="Oval 3">
            <a:extLst>
              <a:ext uri="{FF2B5EF4-FFF2-40B4-BE49-F238E27FC236}">
                <a16:creationId xmlns:a16="http://schemas.microsoft.com/office/drawing/2014/main" id="{781807B4-59CB-F94A-1C46-613C90133E65}"/>
              </a:ext>
            </a:extLst>
          </p:cNvPr>
          <p:cNvSpPr/>
          <p:nvPr/>
        </p:nvSpPr>
        <p:spPr>
          <a:xfrm>
            <a:off x="1825087" y="772848"/>
            <a:ext cx="361317" cy="360000"/>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1</a:t>
            </a:r>
          </a:p>
        </p:txBody>
      </p:sp>
      <p:sp>
        <p:nvSpPr>
          <p:cNvPr id="25" name="Rectangle 24">
            <a:extLst>
              <a:ext uri="{FF2B5EF4-FFF2-40B4-BE49-F238E27FC236}">
                <a16:creationId xmlns:a16="http://schemas.microsoft.com/office/drawing/2014/main" id="{E5940D9D-451A-1E86-FBBB-81C29EB0A23B}"/>
              </a:ext>
            </a:extLst>
          </p:cNvPr>
          <p:cNvSpPr/>
          <p:nvPr/>
        </p:nvSpPr>
        <p:spPr>
          <a:xfrm>
            <a:off x="1623275" y="1784886"/>
            <a:ext cx="3284942" cy="336040"/>
          </a:xfrm>
          <a:prstGeom prst="rect">
            <a:avLst/>
          </a:prstGeom>
          <a:solidFill>
            <a:schemeClr val="bg1"/>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Arial" panose="020B0604020202020204"/>
                <a:ea typeface="+mn-ea"/>
                <a:cs typeface="+mn-cs"/>
              </a:rPr>
              <a:t>Growth headroom for categories &amp; </a:t>
            </a:r>
            <a:r>
              <a:rPr kumimoji="0" lang="en-GB" sz="1200" b="1" i="0" u="none" strike="noStrike" kern="1200" cap="none" spc="0" normalizeH="0" baseline="0" noProof="0" err="1">
                <a:ln>
                  <a:noFill/>
                </a:ln>
                <a:solidFill>
                  <a:srgbClr val="000000"/>
                </a:solidFill>
                <a:effectLst/>
                <a:uLnTx/>
                <a:uFillTx/>
                <a:latin typeface="Arial" panose="020B0604020202020204"/>
                <a:ea typeface="+mn-ea"/>
                <a:cs typeface="+mn-cs"/>
              </a:rPr>
              <a:t>mkts</a:t>
            </a:r>
            <a:endParaRPr kumimoji="0" lang="en-GB" sz="1200" b="1"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43" name="Group 42">
            <a:extLst>
              <a:ext uri="{FF2B5EF4-FFF2-40B4-BE49-F238E27FC236}">
                <a16:creationId xmlns:a16="http://schemas.microsoft.com/office/drawing/2014/main" id="{B8307930-DC70-8FD5-EF8B-EDAE5D55B12D}"/>
              </a:ext>
            </a:extLst>
          </p:cNvPr>
          <p:cNvGrpSpPr/>
          <p:nvPr/>
        </p:nvGrpSpPr>
        <p:grpSpPr>
          <a:xfrm>
            <a:off x="5148854" y="744140"/>
            <a:ext cx="3284942" cy="1376786"/>
            <a:chOff x="1440573" y="3385152"/>
            <a:chExt cx="3284942" cy="1475849"/>
          </a:xfrm>
        </p:grpSpPr>
        <p:sp>
          <p:nvSpPr>
            <p:cNvPr id="44" name="Rectangle 43">
              <a:extLst>
                <a:ext uri="{FF2B5EF4-FFF2-40B4-BE49-F238E27FC236}">
                  <a16:creationId xmlns:a16="http://schemas.microsoft.com/office/drawing/2014/main" id="{096BAB59-E7D8-8E81-12F2-C07BB7D75AFA}"/>
                </a:ext>
              </a:extLst>
            </p:cNvPr>
            <p:cNvSpPr/>
            <p:nvPr/>
          </p:nvSpPr>
          <p:spPr>
            <a:xfrm>
              <a:off x="1823044" y="3590299"/>
              <a:ext cx="2520000" cy="665184"/>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rIns="25200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Gaps &amp;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whitespace</a:t>
              </a:r>
            </a:p>
          </p:txBody>
        </p:sp>
        <p:sp>
          <p:nvSpPr>
            <p:cNvPr id="45" name="Oval 44">
              <a:extLst>
                <a:ext uri="{FF2B5EF4-FFF2-40B4-BE49-F238E27FC236}">
                  <a16:creationId xmlns:a16="http://schemas.microsoft.com/office/drawing/2014/main" id="{2EA2AC7F-833F-5FC1-DA5F-74BC760CB605}"/>
                </a:ext>
              </a:extLst>
            </p:cNvPr>
            <p:cNvSpPr/>
            <p:nvPr/>
          </p:nvSpPr>
          <p:spPr>
            <a:xfrm>
              <a:off x="1625818" y="3385152"/>
              <a:ext cx="361317" cy="385903"/>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2</a:t>
              </a:r>
            </a:p>
          </p:txBody>
        </p:sp>
        <p:sp>
          <p:nvSpPr>
            <p:cNvPr id="47" name="Rectangle 46">
              <a:extLst>
                <a:ext uri="{FF2B5EF4-FFF2-40B4-BE49-F238E27FC236}">
                  <a16:creationId xmlns:a16="http://schemas.microsoft.com/office/drawing/2014/main" id="{8B070F69-FAC0-2C0C-3BA4-1A5F6344952C}"/>
                </a:ext>
              </a:extLst>
            </p:cNvPr>
            <p:cNvSpPr/>
            <p:nvPr/>
          </p:nvSpPr>
          <p:spPr>
            <a:xfrm>
              <a:off x="1440573" y="4500783"/>
              <a:ext cx="3284942" cy="360218"/>
            </a:xfrm>
            <a:prstGeom prst="rect">
              <a:avLst/>
            </a:prstGeom>
            <a:solidFill>
              <a:schemeClr val="bg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Arial" panose="020B0604020202020204"/>
                  <a:ea typeface="+mn-ea"/>
                  <a:cs typeface="+mn-cs"/>
                </a:rPr>
                <a:t>Category / market ‘white spaces’</a:t>
              </a:r>
            </a:p>
          </p:txBody>
        </p:sp>
        <p:sp>
          <p:nvSpPr>
            <p:cNvPr id="48" name="Isosceles Triangle 47">
              <a:extLst>
                <a:ext uri="{FF2B5EF4-FFF2-40B4-BE49-F238E27FC236}">
                  <a16:creationId xmlns:a16="http://schemas.microsoft.com/office/drawing/2014/main" id="{E5147B2A-638D-DB3C-E638-8BBF55AB679C}"/>
                </a:ext>
              </a:extLst>
            </p:cNvPr>
            <p:cNvSpPr/>
            <p:nvPr/>
          </p:nvSpPr>
          <p:spPr>
            <a:xfrm rot="10800000">
              <a:off x="2750954" y="4255483"/>
              <a:ext cx="461261" cy="245299"/>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nvGrpSpPr>
          <p:cNvPr id="49" name="Group 48">
            <a:extLst>
              <a:ext uri="{FF2B5EF4-FFF2-40B4-BE49-F238E27FC236}">
                <a16:creationId xmlns:a16="http://schemas.microsoft.com/office/drawing/2014/main" id="{67D7EEDD-8500-DAAE-BE1A-848F802B842B}"/>
              </a:ext>
            </a:extLst>
          </p:cNvPr>
          <p:cNvGrpSpPr/>
          <p:nvPr/>
        </p:nvGrpSpPr>
        <p:grpSpPr>
          <a:xfrm>
            <a:off x="8674433" y="772848"/>
            <a:ext cx="3284942" cy="1348078"/>
            <a:chOff x="1440573" y="3415926"/>
            <a:chExt cx="3284942" cy="1445075"/>
          </a:xfrm>
        </p:grpSpPr>
        <p:sp>
          <p:nvSpPr>
            <p:cNvPr id="50" name="Rectangle 49">
              <a:extLst>
                <a:ext uri="{FF2B5EF4-FFF2-40B4-BE49-F238E27FC236}">
                  <a16:creationId xmlns:a16="http://schemas.microsoft.com/office/drawing/2014/main" id="{96C91CDA-72EC-9BAC-F6E9-FFFF55496E82}"/>
                </a:ext>
              </a:extLst>
            </p:cNvPr>
            <p:cNvSpPr/>
            <p:nvPr/>
          </p:nvSpPr>
          <p:spPr>
            <a:xfrm>
              <a:off x="1823044" y="3590297"/>
              <a:ext cx="2520000" cy="6651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rIns="25200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Central enablement &amp; dependencies</a:t>
              </a:r>
            </a:p>
          </p:txBody>
        </p:sp>
        <p:sp>
          <p:nvSpPr>
            <p:cNvPr id="51" name="Oval 50">
              <a:extLst>
                <a:ext uri="{FF2B5EF4-FFF2-40B4-BE49-F238E27FC236}">
                  <a16:creationId xmlns:a16="http://schemas.microsoft.com/office/drawing/2014/main" id="{AE897209-1B92-DF1E-324B-1DE5B20928D8}"/>
                </a:ext>
              </a:extLst>
            </p:cNvPr>
            <p:cNvSpPr/>
            <p:nvPr/>
          </p:nvSpPr>
          <p:spPr>
            <a:xfrm>
              <a:off x="1642385" y="3415926"/>
              <a:ext cx="361317" cy="385903"/>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3</a:t>
              </a:r>
            </a:p>
          </p:txBody>
        </p:sp>
        <p:sp>
          <p:nvSpPr>
            <p:cNvPr id="53" name="Rectangle 52">
              <a:extLst>
                <a:ext uri="{FF2B5EF4-FFF2-40B4-BE49-F238E27FC236}">
                  <a16:creationId xmlns:a16="http://schemas.microsoft.com/office/drawing/2014/main" id="{C4850EDA-488A-55BD-F52E-B0FAAD066C1A}"/>
                </a:ext>
              </a:extLst>
            </p:cNvPr>
            <p:cNvSpPr/>
            <p:nvPr/>
          </p:nvSpPr>
          <p:spPr>
            <a:xfrm>
              <a:off x="1440573" y="4500783"/>
              <a:ext cx="3284942" cy="360218"/>
            </a:xfrm>
            <a:prstGeom prst="rect">
              <a:avLst/>
            </a:prstGeom>
            <a:solidFill>
              <a:schemeClr val="bg1"/>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Central Requirements &amp; Support Allocated</a:t>
              </a:r>
            </a:p>
          </p:txBody>
        </p:sp>
        <p:sp>
          <p:nvSpPr>
            <p:cNvPr id="54" name="Isosceles Triangle 53">
              <a:extLst>
                <a:ext uri="{FF2B5EF4-FFF2-40B4-BE49-F238E27FC236}">
                  <a16:creationId xmlns:a16="http://schemas.microsoft.com/office/drawing/2014/main" id="{499E3FF1-1DF9-7C3A-8DED-1AC592DC563B}"/>
                </a:ext>
              </a:extLst>
            </p:cNvPr>
            <p:cNvSpPr/>
            <p:nvPr/>
          </p:nvSpPr>
          <p:spPr>
            <a:xfrm rot="10800000">
              <a:off x="2750954" y="4255483"/>
              <a:ext cx="461261" cy="245299"/>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5" name="TextBox 4">
            <a:extLst>
              <a:ext uri="{FF2B5EF4-FFF2-40B4-BE49-F238E27FC236}">
                <a16:creationId xmlns:a16="http://schemas.microsoft.com/office/drawing/2014/main" id="{B35A95A2-3411-67C8-0855-475E00BF57B2}"/>
              </a:ext>
            </a:extLst>
          </p:cNvPr>
          <p:cNvSpPr txBox="1"/>
          <p:nvPr/>
        </p:nvSpPr>
        <p:spPr>
          <a:xfrm>
            <a:off x="310986" y="2532102"/>
            <a:ext cx="1186561"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Opportunities &amp; initiatives</a:t>
            </a:r>
          </a:p>
        </p:txBody>
      </p:sp>
      <p:sp>
        <p:nvSpPr>
          <p:cNvPr id="6" name="TextBox 5">
            <a:extLst>
              <a:ext uri="{FF2B5EF4-FFF2-40B4-BE49-F238E27FC236}">
                <a16:creationId xmlns:a16="http://schemas.microsoft.com/office/drawing/2014/main" id="{88FFB2BC-2C2B-96F6-CE9B-EA62F8DCDC5C}"/>
              </a:ext>
            </a:extLst>
          </p:cNvPr>
          <p:cNvSpPr txBox="1"/>
          <p:nvPr/>
        </p:nvSpPr>
        <p:spPr>
          <a:xfrm>
            <a:off x="310986" y="5069201"/>
            <a:ext cx="1295547"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Costs, investment &amp; resource allocation</a:t>
            </a:r>
          </a:p>
        </p:txBody>
      </p:sp>
      <p:sp>
        <p:nvSpPr>
          <p:cNvPr id="79" name="TextBox 78">
            <a:extLst>
              <a:ext uri="{FF2B5EF4-FFF2-40B4-BE49-F238E27FC236}">
                <a16:creationId xmlns:a16="http://schemas.microsoft.com/office/drawing/2014/main" id="{AE5943FD-084C-E566-F13C-51E178E8F927}"/>
              </a:ext>
            </a:extLst>
          </p:cNvPr>
          <p:cNvSpPr txBox="1"/>
          <p:nvPr/>
        </p:nvSpPr>
        <p:spPr>
          <a:xfrm>
            <a:off x="1504474" y="2521405"/>
            <a:ext cx="3446721"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Build is 48% of spend but only 0.3% runs on programme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Managed estate: 37% of hotels, the lowest-friction channel</a:t>
            </a:r>
          </a:p>
        </p:txBody>
      </p:sp>
      <p:sp>
        <p:nvSpPr>
          <p:cNvPr id="87" name="TextBox 86">
            <a:extLst>
              <a:ext uri="{FF2B5EF4-FFF2-40B4-BE49-F238E27FC236}">
                <a16:creationId xmlns:a16="http://schemas.microsoft.com/office/drawing/2014/main" id="{1D79D423-AB2E-6497-74F0-4D1969DB9525}"/>
              </a:ext>
            </a:extLst>
          </p:cNvPr>
          <p:cNvSpPr txBox="1"/>
          <p:nvPr/>
        </p:nvSpPr>
        <p:spPr>
          <a:xfrm>
            <a:off x="5091604" y="3832262"/>
            <a:ext cx="3181019" cy="577081"/>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Close white space: $53m by 2030, weighted to higher-CRF non-F&amp;B</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India local supply base; SE Asia long tail</a:t>
            </a:r>
          </a:p>
        </p:txBody>
      </p:sp>
      <p:sp>
        <p:nvSpPr>
          <p:cNvPr id="86" name="Text Placeholder 2">
            <a:extLst>
              <a:ext uri="{FF2B5EF4-FFF2-40B4-BE49-F238E27FC236}">
                <a16:creationId xmlns:a16="http://schemas.microsoft.com/office/drawing/2014/main" id="{30DC6511-87E2-9307-EC98-BBA8DCC46037}"/>
              </a:ext>
            </a:extLst>
          </p:cNvPr>
          <p:cNvSpPr txBox="1">
            <a:spLocks/>
          </p:cNvSpPr>
          <p:nvPr/>
        </p:nvSpPr>
        <p:spPr>
          <a:xfrm>
            <a:off x="400390" y="183008"/>
            <a:ext cx="11449125" cy="991282"/>
          </a:xfrm>
          <a:prstGeom prst="rect">
            <a:avLst/>
          </a:prstGeom>
        </p:spPr>
        <p:txBody>
          <a:bodyPr vert="horz" lIns="0" tIns="0" rIns="0" bIns="0" rtlCol="0" anchor="t">
            <a:noAutofit/>
          </a:bodyPr>
          <a:lstStyle>
            <a:lvl1pPr marL="0" indent="0" algn="l" defTabSz="914400" rtl="0" eaLnBrk="1" latinLnBrk="0" hangingPunct="1">
              <a:lnSpc>
                <a:spcPct val="90000"/>
              </a:lnSpc>
              <a:spcBef>
                <a:spcPts val="0"/>
              </a:spcBef>
              <a:spcAft>
                <a:spcPts val="600"/>
              </a:spcAft>
              <a:buClr>
                <a:schemeClr val="tx1"/>
              </a:buClr>
              <a:buFont typeface="Arial" panose="020B0604020202020204" pitchFamily="34" charset="0"/>
              <a:buNone/>
              <a:defRPr sz="30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600"/>
              </a:spcAft>
              <a:buClr>
                <a:srgbClr val="262626"/>
              </a:buClr>
              <a:buSzTx/>
              <a:buFont typeface="Arial" panose="020B0604020202020204" pitchFamily="34" charset="0"/>
              <a:buNone/>
              <a:tabLst/>
              <a:defRPr/>
            </a:pPr>
            <a:r>
              <a:rPr kumimoji="0" lang="en-US" sz="3000" b="1" i="0" u="none" strike="noStrike" kern="1200" cap="none" spc="0" normalizeH="0" baseline="0" noProof="0">
                <a:ln>
                  <a:noFill/>
                </a:ln>
                <a:solidFill>
                  <a:srgbClr val="262626"/>
                </a:solidFill>
                <a:effectLst/>
                <a:uLnTx/>
                <a:uFillTx/>
                <a:latin typeface="Arial" panose="020B0604020202020204" pitchFamily="34" charset="0"/>
                <a:ea typeface="+mn-ea"/>
                <a:cs typeface="Arial" panose="020B0604020202020204" pitchFamily="34" charset="0"/>
              </a:rPr>
              <a:t>Proposed approach |</a:t>
            </a:r>
            <a:r>
              <a:rPr kumimoji="0" lang="en-US" sz="3000" b="0" i="0" u="none" strike="noStrike" kern="1200" cap="none" spc="0" normalizeH="0" baseline="0" noProof="0">
                <a:ln>
                  <a:noFill/>
                </a:ln>
                <a:solidFill>
                  <a:srgbClr val="262626"/>
                </a:solidFill>
                <a:effectLst/>
                <a:uLnTx/>
                <a:uFillTx/>
                <a:latin typeface="Arial" panose="020B0604020202020204" pitchFamily="34" charset="0"/>
                <a:ea typeface="+mn-ea"/>
                <a:cs typeface="Arial" panose="020B0604020202020204" pitchFamily="34" charset="0"/>
              </a:rPr>
              <a:t> EMEAA</a:t>
            </a:r>
            <a:endParaRPr kumimoji="0" lang="en-GB" sz="3000" b="0" i="0" u="none" strike="noStrike" kern="1200" cap="none" spc="0" normalizeH="0" baseline="0" noProof="0">
              <a:ln>
                <a:noFill/>
              </a:ln>
              <a:solidFill>
                <a:srgbClr val="262626"/>
              </a:solidFill>
              <a:effectLst/>
              <a:uLnTx/>
              <a:uFillTx/>
              <a:latin typeface="Arial" panose="020B0604020202020204" pitchFamily="34" charset="0"/>
              <a:ea typeface="+mn-ea"/>
              <a:cs typeface="Arial" panose="020B0604020202020204" pitchFamily="34" charset="0"/>
            </a:endParaRPr>
          </a:p>
        </p:txBody>
      </p:sp>
      <p:sp>
        <p:nvSpPr>
          <p:cNvPr id="90" name="TextBox 89">
            <a:extLst>
              <a:ext uri="{FF2B5EF4-FFF2-40B4-BE49-F238E27FC236}">
                <a16:creationId xmlns:a16="http://schemas.microsoft.com/office/drawing/2014/main" id="{10112E91-BA11-4DE8-F232-EEF4B133F3FA}"/>
              </a:ext>
            </a:extLst>
          </p:cNvPr>
          <p:cNvSpPr txBox="1"/>
          <p:nvPr/>
        </p:nvSpPr>
        <p:spPr>
          <a:xfrm>
            <a:off x="1504473" y="3639734"/>
            <a:ext cx="3487401"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Win Build at signing: $143m by 2030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 Managed Estate: mandate pilot in EAPAC / IMEA ($38m)</a:t>
            </a:r>
          </a:p>
        </p:txBody>
      </p:sp>
      <p:sp>
        <p:nvSpPr>
          <p:cNvPr id="3" name="TextBox 2">
            <a:extLst>
              <a:ext uri="{FF2B5EF4-FFF2-40B4-BE49-F238E27FC236}">
                <a16:creationId xmlns:a16="http://schemas.microsoft.com/office/drawing/2014/main" id="{FE669AE6-EF6B-E546-AC4E-2CBADFC3AC16}"/>
              </a:ext>
            </a:extLst>
          </p:cNvPr>
          <p:cNvSpPr txBox="1"/>
          <p:nvPr/>
        </p:nvSpPr>
        <p:spPr>
          <a:xfrm>
            <a:off x="5096805" y="4999247"/>
            <a:ext cx="3567788"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Sourcing capacity for coverage mapping (H1 27)</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UK&amp;I P2P business case</a:t>
            </a:r>
          </a:p>
        </p:txBody>
      </p:sp>
      <p:sp>
        <p:nvSpPr>
          <p:cNvPr id="94" name="TextBox 93">
            <a:extLst>
              <a:ext uri="{FF2B5EF4-FFF2-40B4-BE49-F238E27FC236}">
                <a16:creationId xmlns:a16="http://schemas.microsoft.com/office/drawing/2014/main" id="{3CF1E993-5CA1-8643-07A6-07F832EDDCC4}"/>
              </a:ext>
            </a:extLst>
          </p:cNvPr>
          <p:cNvSpPr txBox="1"/>
          <p:nvPr/>
        </p:nvSpPr>
        <p:spPr>
          <a:xfrm>
            <a:off x="1498489" y="5028112"/>
            <a:ext cx="3446721"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Headcount or third-party coverage for KSA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Existing teams for the mandate; ManCo negotiation</a:t>
            </a:r>
          </a:p>
        </p:txBody>
      </p:sp>
      <p:sp>
        <p:nvSpPr>
          <p:cNvPr id="111" name="TextBox 110">
            <a:extLst>
              <a:ext uri="{FF2B5EF4-FFF2-40B4-BE49-F238E27FC236}">
                <a16:creationId xmlns:a16="http://schemas.microsoft.com/office/drawing/2014/main" id="{E7DA1BCC-EF88-173B-1C1A-E608C41CC544}"/>
              </a:ext>
            </a:extLst>
          </p:cNvPr>
          <p:cNvSpPr txBox="1"/>
          <p:nvPr/>
        </p:nvSpPr>
        <p:spPr>
          <a:xfrm>
            <a:off x="8641569" y="4999247"/>
            <a:ext cx="3306679"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External M&amp;A and legal diligence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Supplier golden record; central CRM</a:t>
            </a:r>
          </a:p>
        </p:txBody>
      </p:sp>
      <p:sp>
        <p:nvSpPr>
          <p:cNvPr id="115" name="TextBox 114">
            <a:extLst>
              <a:ext uri="{FF2B5EF4-FFF2-40B4-BE49-F238E27FC236}">
                <a16:creationId xmlns:a16="http://schemas.microsoft.com/office/drawing/2014/main" id="{2754B3EF-FCC9-0907-187B-23115BE2BF64}"/>
              </a:ext>
            </a:extLst>
          </p:cNvPr>
          <p:cNvSpPr txBox="1"/>
          <p:nvPr/>
        </p:nvSpPr>
        <p:spPr>
          <a:xfrm>
            <a:off x="8641570" y="2532102"/>
            <a:ext cx="2935334" cy="900246"/>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The 3% CRF myth is being spread by a GPO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Entegra / Prestige consolidation; FutureLog dependency</a:t>
            </a:r>
          </a:p>
        </p:txBody>
      </p:sp>
      <p:sp>
        <p:nvSpPr>
          <p:cNvPr id="27" name="Isosceles Triangle 26">
            <a:extLst>
              <a:ext uri="{FF2B5EF4-FFF2-40B4-BE49-F238E27FC236}">
                <a16:creationId xmlns:a16="http://schemas.microsoft.com/office/drawing/2014/main" id="{70E05CB7-EC81-F8BF-5983-1E37BD3B54C2}"/>
              </a:ext>
            </a:extLst>
          </p:cNvPr>
          <p:cNvSpPr/>
          <p:nvPr/>
        </p:nvSpPr>
        <p:spPr>
          <a:xfrm rot="10800000">
            <a:off x="2933656" y="1556052"/>
            <a:ext cx="461261" cy="228834"/>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4" name="Rectangle 113">
            <a:extLst>
              <a:ext uri="{FF2B5EF4-FFF2-40B4-BE49-F238E27FC236}">
                <a16:creationId xmlns:a16="http://schemas.microsoft.com/office/drawing/2014/main" id="{AB1FC012-4B9C-CA5A-EC81-E572F22B7AFE}"/>
              </a:ext>
            </a:extLst>
          </p:cNvPr>
          <p:cNvSpPr/>
          <p:nvPr/>
        </p:nvSpPr>
        <p:spPr>
          <a:xfrm>
            <a:off x="232626" y="4930777"/>
            <a:ext cx="11726748" cy="131757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1" name="TextBox 120">
            <a:extLst>
              <a:ext uri="{FF2B5EF4-FFF2-40B4-BE49-F238E27FC236}">
                <a16:creationId xmlns:a16="http://schemas.microsoft.com/office/drawing/2014/main" id="{F91CAD82-30B0-57D3-C03A-58BDBF7DB2EA}"/>
              </a:ext>
            </a:extLst>
          </p:cNvPr>
          <p:cNvSpPr txBox="1"/>
          <p:nvPr/>
        </p:nvSpPr>
        <p:spPr>
          <a:xfrm>
            <a:off x="5091604" y="2521405"/>
            <a:ext cx="3181019"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Many category / market combinations under-served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UK&amp;I is 92% franchised with &lt;4% P2P</a:t>
            </a:r>
          </a:p>
        </p:txBody>
      </p:sp>
      <p:sp>
        <p:nvSpPr>
          <p:cNvPr id="124" name="TextBox 123">
            <a:extLst>
              <a:ext uri="{FF2B5EF4-FFF2-40B4-BE49-F238E27FC236}">
                <a16:creationId xmlns:a16="http://schemas.microsoft.com/office/drawing/2014/main" id="{2DF69B8C-0623-BE1E-B410-3527642311F7}"/>
              </a:ext>
            </a:extLst>
          </p:cNvPr>
          <p:cNvSpPr txBox="1"/>
          <p:nvPr/>
        </p:nvSpPr>
        <p:spPr>
          <a:xfrm>
            <a:off x="8641570" y="3830135"/>
            <a:ext cx="2935334"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err="1">
                <a:ln>
                  <a:noFill/>
                </a:ln>
                <a:solidFill>
                  <a:srgbClr val="000000"/>
                </a:solidFill>
                <a:effectLst/>
                <a:uLnTx/>
                <a:uFillTx/>
                <a:latin typeface="Arial" panose="020B0604020202020204"/>
                <a:ea typeface="+mn-ea"/>
                <a:cs typeface="+mn-cs"/>
              </a:rPr>
              <a:t>→ Commercial Engine: key accounts, CRM, collateral ($38m)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err="1">
                <a:ln>
                  <a:noFill/>
                </a:ln>
                <a:solidFill>
                  <a:srgbClr val="000000"/>
                </a:solidFill>
                <a:effectLst/>
                <a:uLnTx/>
                <a:uFillTx/>
                <a:latin typeface="Arial" panose="020B0604020202020204"/>
                <a:ea typeface="+mn-ea"/>
                <a:cs typeface="+mn-cs"/>
              </a:rPr>
              <a:t>→ Scaling with Partners ($92m); → ESM consolidation ($31m)</a:t>
            </a:r>
          </a:p>
        </p:txBody>
      </p:sp>
      <p:sp>
        <p:nvSpPr>
          <p:cNvPr id="8" name="Rectangle 7">
            <a:extLst>
              <a:ext uri="{FF2B5EF4-FFF2-40B4-BE49-F238E27FC236}">
                <a16:creationId xmlns:a16="http://schemas.microsoft.com/office/drawing/2014/main" id="{CDA7D81B-3FB7-6B99-92CF-3D4B491B212F}"/>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Detail &amp; Trade-offs</a:t>
            </a:r>
          </a:p>
        </p:txBody>
      </p:sp>
    </p:spTree>
    <p:extLst>
      <p:ext uri="{BB962C8B-B14F-4D97-AF65-F5344CB8AC3E}">
        <p14:creationId xmlns:p14="http://schemas.microsoft.com/office/powerpoint/2010/main" val="31338990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Text"/>
          <p:cNvSpPr txBox="1"/>
          <p:nvPr/>
        </p:nvSpPr>
        <p:spPr>
          <a:xfrm>
            <a:off x="246342" y="488720"/>
            <a:ext cx="11150000" cy="7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all" spc="0" normalizeH="0" baseline="0" noProof="0">
                <a:ln>
                  <a:noFill/>
                </a:ln>
                <a:solidFill>
                  <a:srgbClr val="000000"/>
                </a:solidFill>
                <a:effectLst/>
                <a:uLnTx/>
                <a:uFillTx/>
                <a:latin typeface="Arial" panose="020B0604020202020204"/>
                <a:ea typeface="+mn-ea"/>
                <a:cs typeface="+mn-cs"/>
              </a:rPr>
              <a:t>Sequencing &amp; Dependencies | </a:t>
            </a:r>
            <a:r>
              <a:rPr kumimoji="0" lang="en-GB" sz="2000" b="0" i="0" u="none" strike="noStrike" kern="1200" cap="none" spc="0" normalizeH="0" baseline="0" noProof="0">
                <a:ln>
                  <a:noFill/>
                </a:ln>
                <a:solidFill>
                  <a:srgbClr val="000000"/>
                </a:solidFill>
                <a:effectLst/>
                <a:uLnTx/>
                <a:uFillTx/>
                <a:latin typeface="Arial" panose="020B0604020202020204"/>
                <a:ea typeface="+mn-ea"/>
                <a:cs typeface="+mn-cs"/>
              </a:rPr>
              <a:t>EMEAA</a:t>
            </a:r>
          </a:p>
        </p:txBody>
      </p:sp>
      <p:graphicFrame>
        <p:nvGraphicFramePr>
          <p:cNvPr id="20" name="Assumptions Table"/>
          <p:cNvGraphicFramePr>
            <a:graphicFrameLocks noGrp="1"/>
          </p:cNvGraphicFramePr>
          <p:nvPr/>
        </p:nvGraphicFramePr>
        <p:xfrm>
          <a:off x="246343" y="1188720"/>
          <a:ext cx="11699315" cy="4897119"/>
        </p:xfrm>
        <a:graphic>
          <a:graphicData uri="http://schemas.openxmlformats.org/drawingml/2006/table">
            <a:tbl>
              <a:tblPr firstRow="1">
                <a:tableStyleId>{5C22544A-7EE6-4342-B048-85BDC9FD1C3A}</a:tableStyleId>
              </a:tblPr>
              <a:tblGrid>
                <a:gridCol w="1700000">
                  <a:extLst>
                    <a:ext uri="{9D8B030D-6E8A-4147-A177-3AD203B41FA5}">
                      <a16:colId xmlns:a16="http://schemas.microsoft.com/office/drawing/2014/main" val="20000"/>
                    </a:ext>
                  </a:extLst>
                </a:gridCol>
                <a:gridCol w="1111035">
                  <a:extLst>
                    <a:ext uri="{9D8B030D-6E8A-4147-A177-3AD203B41FA5}">
                      <a16:colId xmlns:a16="http://schemas.microsoft.com/office/drawing/2014/main" val="20001"/>
                    </a:ext>
                  </a:extLst>
                </a:gridCol>
                <a:gridCol w="1111035">
                  <a:extLst>
                    <a:ext uri="{9D8B030D-6E8A-4147-A177-3AD203B41FA5}">
                      <a16:colId xmlns:a16="http://schemas.microsoft.com/office/drawing/2014/main" val="718993024"/>
                    </a:ext>
                  </a:extLst>
                </a:gridCol>
                <a:gridCol w="1111035">
                  <a:extLst>
                    <a:ext uri="{9D8B030D-6E8A-4147-A177-3AD203B41FA5}">
                      <a16:colId xmlns:a16="http://schemas.microsoft.com/office/drawing/2014/main" val="740929758"/>
                    </a:ext>
                  </a:extLst>
                </a:gridCol>
                <a:gridCol w="1111035">
                  <a:extLst>
                    <a:ext uri="{9D8B030D-6E8A-4147-A177-3AD203B41FA5}">
                      <a16:colId xmlns:a16="http://schemas.microsoft.com/office/drawing/2014/main" val="118497269"/>
                    </a:ext>
                  </a:extLst>
                </a:gridCol>
                <a:gridCol w="1111035">
                  <a:extLst>
                    <a:ext uri="{9D8B030D-6E8A-4147-A177-3AD203B41FA5}">
                      <a16:colId xmlns:a16="http://schemas.microsoft.com/office/drawing/2014/main" val="189961642"/>
                    </a:ext>
                  </a:extLst>
                </a:gridCol>
                <a:gridCol w="1111035">
                  <a:extLst>
                    <a:ext uri="{9D8B030D-6E8A-4147-A177-3AD203B41FA5}">
                      <a16:colId xmlns:a16="http://schemas.microsoft.com/office/drawing/2014/main" val="20002"/>
                    </a:ext>
                  </a:extLst>
                </a:gridCol>
                <a:gridCol w="1111035">
                  <a:extLst>
                    <a:ext uri="{9D8B030D-6E8A-4147-A177-3AD203B41FA5}">
                      <a16:colId xmlns:a16="http://schemas.microsoft.com/office/drawing/2014/main" val="307328310"/>
                    </a:ext>
                  </a:extLst>
                </a:gridCol>
                <a:gridCol w="1111035">
                  <a:extLst>
                    <a:ext uri="{9D8B030D-6E8A-4147-A177-3AD203B41FA5}">
                      <a16:colId xmlns:a16="http://schemas.microsoft.com/office/drawing/2014/main" val="20003"/>
                    </a:ext>
                  </a:extLst>
                </a:gridCol>
                <a:gridCol w="1111035">
                  <a:extLst>
                    <a:ext uri="{9D8B030D-6E8A-4147-A177-3AD203B41FA5}">
                      <a16:colId xmlns:a16="http://schemas.microsoft.com/office/drawing/2014/main" val="3935873405"/>
                    </a:ext>
                  </a:extLst>
                </a:gridCol>
              </a:tblGrid>
              <a:tr h="353596">
                <a:tc>
                  <a:txBody>
                    <a:bodyPr/>
                    <a:lstStyle/>
                    <a:p>
                      <a:pPr marL="0" indent="0" algn="l">
                        <a:lnSpc>
                          <a:spcPct val="90000"/>
                        </a:lnSpc>
                        <a:spcBef>
                          <a:spcPts val="100"/>
                        </a:spcBef>
                        <a:spcAft>
                          <a:spcPts val="100"/>
                        </a:spcAft>
                        <a:buNone/>
                      </a:pPr>
                      <a:r>
                        <a:rPr lang="en-GB" sz="1100" b="1" i="0">
                          <a:solidFill>
                            <a:srgbClr val="FFFFFF"/>
                          </a:solidFill>
                          <a:latin typeface="+mn-lt"/>
                        </a:rPr>
                        <a:t>Regional Plan</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26-Q4</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27-Q1</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27-Q2</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27-Q3</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27-Q4</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2028 H1</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2028 H2</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2029</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2030</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extLst>
                  <a:ext uri="{0D108BD9-81ED-4DB2-BD59-A6C34878D82A}">
                    <a16:rowId xmlns:a16="http://schemas.microsoft.com/office/drawing/2014/main" val="10000"/>
                  </a:ext>
                </a:extLst>
              </a:tr>
              <a:tr h="691120">
                <a:tc>
                  <a:txBody>
                    <a:bodyPr/>
                    <a:lstStyle/>
                    <a:p>
                      <a:pPr marL="0" indent="0" algn="l">
                        <a:lnSpc>
                          <a:spcPct val="90000"/>
                        </a:lnSpc>
                        <a:spcBef>
                          <a:spcPts val="100"/>
                        </a:spcBef>
                        <a:spcAft>
                          <a:spcPts val="100"/>
                        </a:spcAft>
                        <a:buNone/>
                      </a:pPr>
                      <a:r>
                        <a:rPr lang="en-GB" sz="1100" b="1" i="0">
                          <a:solidFill>
                            <a:srgbClr val="1F4456"/>
                          </a:solidFill>
                          <a:latin typeface="+mn-lt"/>
                        </a:rPr>
                        <a:t>Win Build at signing</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2"/>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Central: Managed Estate pilot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3"/>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Close programme white space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4"/>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Simplify &amp; flex CRF</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5"/>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Central: Commercial Engine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6"/>
                  </a:ext>
                </a:extLst>
              </a:tr>
              <a:tr h="482176">
                <a:tc>
                  <a:txBody>
                    <a:bodyPr/>
                    <a:lstStyle/>
                    <a:p>
                      <a:pPr marL="0" marR="0" lvl="0" indent="0" algn="l" defTabSz="914400" rtl="0" eaLnBrk="1" fontAlgn="auto" latinLnBrk="0" hangingPunct="1">
                        <a:lnSpc>
                          <a:spcPct val="90000"/>
                        </a:lnSpc>
                        <a:spcBef>
                          <a:spcPts val="100"/>
                        </a:spcBef>
                        <a:spcAft>
                          <a:spcPts val="100"/>
                        </a:spcAft>
                        <a:buClrTx/>
                        <a:buSzTx/>
                        <a:buFontTx/>
                        <a:buNone/>
                        <a:tabLst/>
                        <a:defRPr/>
                      </a:pPr>
                      <a:r>
                        <a:rPr kumimoji="0" lang="en-GB" sz="1100" b="1" i="0" u="none" strike="noStrike" kern="1200" cap="none" spc="0" normalizeH="0" baseline="0" noProof="0">
                          <a:ln>
                            <a:noFill/>
                          </a:ln>
                          <a:solidFill>
                            <a:srgbClr val="1F4456"/>
                          </a:solidFill>
                          <a:effectLst/>
                          <a:uLnTx/>
                          <a:uFillTx/>
                          <a:latin typeface="Arial" panose="020B0604020202020204"/>
                          <a:ea typeface="+mn-ea"/>
                          <a:cs typeface="+mn-cs"/>
                        </a:rPr>
                        <a:t>Consolidate supply / ESM</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7"/>
                  </a:ext>
                </a:extLst>
              </a:tr>
              <a:tr h="482176">
                <a:tc>
                  <a:txBody>
                    <a:bodyPr/>
                    <a:lstStyle/>
                    <a:p>
                      <a:pPr marL="0" marR="0" lvl="0" indent="0" algn="l" defTabSz="914400" rtl="0" eaLnBrk="1" fontAlgn="auto" latinLnBrk="0" hangingPunct="1">
                        <a:lnSpc>
                          <a:spcPct val="90000"/>
                        </a:lnSpc>
                        <a:spcBef>
                          <a:spcPts val="100"/>
                        </a:spcBef>
                        <a:spcAft>
                          <a:spcPts val="100"/>
                        </a:spcAft>
                        <a:buClrTx/>
                        <a:buSzTx/>
                        <a:buFontTx/>
                        <a:buNone/>
                        <a:tabLst/>
                        <a:defRPr/>
                      </a:pPr>
                      <a:r>
                        <a:rPr kumimoji="0" lang="en-GB" sz="1100" b="1" i="0" u="none" strike="noStrike" kern="1200" cap="none" spc="0" normalizeH="0" baseline="0" noProof="0">
                          <a:ln>
                            <a:noFill/>
                          </a:ln>
                          <a:solidFill>
                            <a:srgbClr val="1F4456"/>
                          </a:solidFill>
                          <a:effectLst/>
                          <a:uLnTx/>
                          <a:uFillTx/>
                          <a:latin typeface="Arial" panose="020B0604020202020204"/>
                          <a:ea typeface="+mn-ea"/>
                          <a:cs typeface="+mn-cs"/>
                        </a:rPr>
                        <a:t>Central: Scaling with Partners</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8"/>
                  </a:ext>
                </a:extLst>
              </a:tr>
              <a:tr h="959347">
                <a:tc>
                  <a:txBody>
                    <a:bodyPr/>
                    <a:lstStyle/>
                    <a:p>
                      <a:pPr marL="0" indent="0" algn="l">
                        <a:lnSpc>
                          <a:spcPct val="90000"/>
                        </a:lnSpc>
                        <a:spcBef>
                          <a:spcPts val="100"/>
                        </a:spcBef>
                        <a:spcAft>
                          <a:spcPts val="100"/>
                        </a:spcAft>
                        <a:buNone/>
                      </a:pPr>
                      <a:r>
                        <a:rPr lang="en-GB" sz="1000" b="1" i="0">
                          <a:solidFill>
                            <a:srgbClr val="FFFFFF"/>
                          </a:solidFill>
                          <a:latin typeface="+mn-lt"/>
                        </a:rPr>
                        <a:t>HOW IT ROLLS UP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gridSpan="5">
                  <a:txBody>
                    <a:bodyPr/>
                    <a:lstStyle/>
                    <a:p>
                      <a:pPr marL="0" indent="0" algn="l">
                        <a:lnSpc>
                          <a:spcPct val="90000"/>
                        </a:lnSpc>
                        <a:spcBef>
                          <a:spcPts val="100"/>
                        </a:spcBef>
                        <a:spcAft>
                          <a:spcPts val="100"/>
                        </a:spcAft>
                        <a:buNone/>
                      </a:pPr>
                      <a:r>
                        <a:rPr lang="en-GB" sz="900" b="0" i="0">
                          <a:solidFill>
                            <a:srgbClr val="FFFFFF"/>
                          </a:solidFill>
                          <a:latin typeface="+mn-lt"/>
                        </a:rPr>
                        <a:t>Baseline is 2025 actual: $163.8m programme capture on $5.46bn addressable spend, a 3.0% capture rate. Addressable spend grows to $7.64bn by 2030 per the fact pack. CRF is earned at a flat 2.1% yield, while the target grows 3% a year to $5.3m.</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indent="0" algn="l">
                        <a:lnSpc>
                          <a:spcPct val="90000"/>
                        </a:lnSpc>
                        <a:spcBef>
                          <a:spcPts val="100"/>
                        </a:spcBef>
                        <a:spcAft>
                          <a:spcPts val="100"/>
                        </a:spcAft>
                        <a:buNone/>
                      </a:pPr>
                      <a:endParaRPr lang="en-GB" sz="900" b="0" i="0">
                        <a:solidFill>
                          <a:srgbClr val="FFFFFF"/>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hMerge="1">
                  <a:txBody>
                    <a:bodyPr/>
                    <a:lstStyle/>
                    <a:p>
                      <a:endParaRPr lang="en-US"/>
                    </a:p>
                  </a:txBody>
                  <a:tcPr/>
                </a:tc>
                <a:tc gridSpan="2">
                  <a:txBody>
                    <a:bodyPr/>
                    <a:lstStyle/>
                    <a:p>
                      <a:pPr marL="0" indent="0" algn="l">
                        <a:lnSpc>
                          <a:spcPct val="90000"/>
                        </a:lnSpc>
                        <a:spcBef>
                          <a:spcPts val="100"/>
                        </a:spcBef>
                        <a:spcAft>
                          <a:spcPts val="100"/>
                        </a:spcAft>
                        <a:buNone/>
                      </a:pPr>
                      <a:endParaRPr lang="en-GB" sz="900" b="0" i="0">
                        <a:solidFill>
                          <a:srgbClr val="FFFFFF"/>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hMerge="1">
                  <a:txBody>
                    <a:bodyPr/>
                    <a:lstStyle/>
                    <a:p>
                      <a:endParaRPr lang="en-US"/>
                    </a:p>
                  </a:txBody>
                  <a:tcPr/>
                </a:tc>
                <a:extLst>
                  <a:ext uri="{0D108BD9-81ED-4DB2-BD59-A6C34878D82A}">
                    <a16:rowId xmlns:a16="http://schemas.microsoft.com/office/drawing/2014/main" val="10011"/>
                  </a:ext>
                </a:extLst>
              </a:tr>
            </a:tbl>
          </a:graphicData>
        </a:graphic>
      </p:graphicFrame>
      <p:sp>
        <p:nvSpPr>
          <p:cNvPr id="2" name="Arrow: Pentagon 1">
            <a:extLst>
              <a:ext uri="{FF2B5EF4-FFF2-40B4-BE49-F238E27FC236}">
                <a16:creationId xmlns:a16="http://schemas.microsoft.com/office/drawing/2014/main" id="{C13DDCFD-4285-B9CA-8852-F90D0ADFCCFC}"/>
              </a:ext>
            </a:extLst>
          </p:cNvPr>
          <p:cNvSpPr/>
          <p:nvPr/>
        </p:nvSpPr>
        <p:spPr>
          <a:xfrm>
            <a:off x="3102559" y="1778507"/>
            <a:ext cx="8796528"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KSA, SE Asia, India, then Europe and Japan</a:t>
            </a:r>
          </a:p>
        </p:txBody>
      </p:sp>
      <p:sp>
        <p:nvSpPr>
          <p:cNvPr id="3" name="Arrow: Pentagon 2">
            <a:extLst>
              <a:ext uri="{FF2B5EF4-FFF2-40B4-BE49-F238E27FC236}">
                <a16:creationId xmlns:a16="http://schemas.microsoft.com/office/drawing/2014/main" id="{0210F5CD-073B-07B8-BAE4-C05D5F55BB35}"/>
              </a:ext>
            </a:extLst>
          </p:cNvPr>
          <p:cNvSpPr/>
          <p:nvPr/>
        </p:nvSpPr>
        <p:spPr>
          <a:xfrm>
            <a:off x="3102559" y="2365095"/>
            <a:ext cx="4352544"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Model Q1 → EAPAC / IMEA pilot</a:t>
            </a:r>
          </a:p>
        </p:txBody>
      </p:sp>
      <p:sp>
        <p:nvSpPr>
          <p:cNvPr id="4" name="Arrow: Pentagon 3">
            <a:extLst>
              <a:ext uri="{FF2B5EF4-FFF2-40B4-BE49-F238E27FC236}">
                <a16:creationId xmlns:a16="http://schemas.microsoft.com/office/drawing/2014/main" id="{D1395241-DB52-9BFD-2184-AE8F136DD879}"/>
              </a:ext>
            </a:extLst>
          </p:cNvPr>
          <p:cNvSpPr/>
          <p:nvPr/>
        </p:nvSpPr>
        <p:spPr>
          <a:xfrm>
            <a:off x="3102559" y="2846984"/>
            <a:ext cx="6574536"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Coverage map H1 27, then fill gaps</a:t>
            </a:r>
          </a:p>
        </p:txBody>
      </p:sp>
      <p:sp>
        <p:nvSpPr>
          <p:cNvPr id="5" name="Arrow: Pentagon 4">
            <a:extLst>
              <a:ext uri="{FF2B5EF4-FFF2-40B4-BE49-F238E27FC236}">
                <a16:creationId xmlns:a16="http://schemas.microsoft.com/office/drawing/2014/main" id="{84FE7DC6-9EC5-D7F9-7D4B-980ADCF7E27D}"/>
              </a:ext>
            </a:extLst>
          </p:cNvPr>
          <p:cNvSpPr/>
          <p:nvPr/>
        </p:nvSpPr>
        <p:spPr>
          <a:xfrm>
            <a:off x="1991563" y="3328873"/>
            <a:ext cx="3241548"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Kill the 3% myth</a:t>
            </a:r>
          </a:p>
        </p:txBody>
      </p:sp>
      <p:sp>
        <p:nvSpPr>
          <p:cNvPr id="6" name="Arrow: Pentagon 5">
            <a:extLst>
              <a:ext uri="{FF2B5EF4-FFF2-40B4-BE49-F238E27FC236}">
                <a16:creationId xmlns:a16="http://schemas.microsoft.com/office/drawing/2014/main" id="{CCBD0C76-5B0C-6C07-287B-0A7101240718}"/>
              </a:ext>
            </a:extLst>
          </p:cNvPr>
          <p:cNvSpPr/>
          <p:nvPr/>
        </p:nvSpPr>
        <p:spPr>
          <a:xfrm>
            <a:off x="3102559" y="3810761"/>
            <a:ext cx="5463540"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Owner CRM and key accounts</a:t>
            </a:r>
          </a:p>
        </p:txBody>
      </p:sp>
      <p:sp>
        <p:nvSpPr>
          <p:cNvPr id="7" name="Arrow: Pentagon 6">
            <a:extLst>
              <a:ext uri="{FF2B5EF4-FFF2-40B4-BE49-F238E27FC236}">
                <a16:creationId xmlns:a16="http://schemas.microsoft.com/office/drawing/2014/main" id="{F0B880E5-3D4E-8F6F-7A92-A82AE5EF27F9}"/>
              </a:ext>
            </a:extLst>
          </p:cNvPr>
          <p:cNvSpPr/>
          <p:nvPr/>
        </p:nvSpPr>
        <p:spPr>
          <a:xfrm>
            <a:off x="4213555" y="4292650"/>
            <a:ext cx="5463540"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27–28 renewal cycle</a:t>
            </a:r>
          </a:p>
        </p:txBody>
      </p:sp>
      <p:sp>
        <p:nvSpPr>
          <p:cNvPr id="8" name="Arrow: Pentagon 7">
            <a:extLst>
              <a:ext uri="{FF2B5EF4-FFF2-40B4-BE49-F238E27FC236}">
                <a16:creationId xmlns:a16="http://schemas.microsoft.com/office/drawing/2014/main" id="{0267E437-5FA6-93CD-6D9A-5427183B9530}"/>
              </a:ext>
            </a:extLst>
          </p:cNvPr>
          <p:cNvSpPr/>
          <p:nvPr/>
        </p:nvSpPr>
        <p:spPr>
          <a:xfrm>
            <a:off x="3102559" y="4774539"/>
            <a:ext cx="8796528"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GPO deal 2027, integrate from 2028</a:t>
            </a:r>
          </a:p>
        </p:txBody>
      </p:sp>
      <p:sp>
        <p:nvSpPr>
          <p:cNvPr id="9" name="Flowchart: Decision 8">
            <a:extLst>
              <a:ext uri="{FF2B5EF4-FFF2-40B4-BE49-F238E27FC236}">
                <a16:creationId xmlns:a16="http://schemas.microsoft.com/office/drawing/2014/main" id="{10903787-D48A-6F09-91B1-C937ABA2730E}"/>
              </a:ext>
            </a:extLst>
          </p:cNvPr>
          <p:cNvSpPr/>
          <p:nvPr/>
        </p:nvSpPr>
        <p:spPr>
          <a:xfrm>
            <a:off x="7519111" y="2365095"/>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Flowchart: Decision 9">
            <a:extLst>
              <a:ext uri="{FF2B5EF4-FFF2-40B4-BE49-F238E27FC236}">
                <a16:creationId xmlns:a16="http://schemas.microsoft.com/office/drawing/2014/main" id="{89898198-E26F-7E3C-9EE1-B94E439A43A6}"/>
              </a:ext>
            </a:extLst>
          </p:cNvPr>
          <p:cNvSpPr/>
          <p:nvPr/>
        </p:nvSpPr>
        <p:spPr>
          <a:xfrm>
            <a:off x="9741103" y="2846984"/>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 name="Flowchart: Decision 10">
            <a:extLst>
              <a:ext uri="{FF2B5EF4-FFF2-40B4-BE49-F238E27FC236}">
                <a16:creationId xmlns:a16="http://schemas.microsoft.com/office/drawing/2014/main" id="{CCFA6253-2797-AAA4-107D-7A435D0921D1}"/>
              </a:ext>
            </a:extLst>
          </p:cNvPr>
          <p:cNvSpPr/>
          <p:nvPr/>
        </p:nvSpPr>
        <p:spPr>
          <a:xfrm>
            <a:off x="8630107" y="3810761"/>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Rectangle 14">
            <a:extLst>
              <a:ext uri="{FF2B5EF4-FFF2-40B4-BE49-F238E27FC236}">
                <a16:creationId xmlns:a16="http://schemas.microsoft.com/office/drawing/2014/main" id="{3DFF9D1C-BAC3-7E3B-19B9-C6D1834A7F3B}"/>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Sequencing</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AECDD-61CF-5A31-7DF5-7821AE35BC46}"/>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2F9DBEF-F304-A3FA-A6D6-8A1B3AC96E3B}"/>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3" imgW="395" imgH="394" progId="TCLayout.ActiveDocument.1">
                  <p:embed/>
                </p:oleObj>
              </mc:Choice>
              <mc:Fallback>
                <p:oleObj name="thinkcell Slide" r:id="rId43" imgW="395" imgH="394" progId="TCLayout.ActiveDocument.1">
                  <p:embed/>
                  <p:pic>
                    <p:nvPicPr>
                      <p:cNvPr id="6" name="think-cell data - do not delete" hidden="1">
                        <a:extLst>
                          <a:ext uri="{FF2B5EF4-FFF2-40B4-BE49-F238E27FC236}">
                            <a16:creationId xmlns:a16="http://schemas.microsoft.com/office/drawing/2014/main" id="{32F9DBEF-F304-A3FA-A6D6-8A1B3AC96E3B}"/>
                          </a:ext>
                        </a:extLst>
                      </p:cNvPr>
                      <p:cNvPicPr/>
                      <p:nvPr/>
                    </p:nvPicPr>
                    <p:blipFill>
                      <a:blip r:embed="rId44"/>
                      <a:stretch>
                        <a:fillRect/>
                      </a:stretch>
                    </p:blipFill>
                    <p:spPr>
                      <a:xfrm>
                        <a:off x="1588" y="1588"/>
                        <a:ext cx="1588" cy="1588"/>
                      </a:xfrm>
                      <a:prstGeom prst="rect">
                        <a:avLst/>
                      </a:prstGeom>
                    </p:spPr>
                  </p:pic>
                </p:oleObj>
              </mc:Fallback>
            </mc:AlternateContent>
          </a:graphicData>
        </a:graphic>
      </p:graphicFrame>
      <p:cxnSp>
        <p:nvCxnSpPr>
          <p:cNvPr id="177" name="Straight Connector 176">
            <a:extLst>
              <a:ext uri="{FF2B5EF4-FFF2-40B4-BE49-F238E27FC236}">
                <a16:creationId xmlns:a16="http://schemas.microsoft.com/office/drawing/2014/main" id="{3239CCFB-2568-30F8-0108-7AF34F7F9A6C}"/>
              </a:ext>
            </a:extLst>
          </p:cNvPr>
          <p:cNvCxnSpPr>
            <a:cxnSpLocks/>
          </p:cNvCxnSpPr>
          <p:nvPr/>
        </p:nvCxnSpPr>
        <p:spPr>
          <a:xfrm>
            <a:off x="126710" y="1471032"/>
            <a:ext cx="11476711" cy="0"/>
          </a:xfrm>
          <a:prstGeom prst="line">
            <a:avLst/>
          </a:prstGeom>
        </p:spPr>
        <p:style>
          <a:lnRef idx="1">
            <a:schemeClr val="dk1"/>
          </a:lnRef>
          <a:fillRef idx="0">
            <a:schemeClr val="dk1"/>
          </a:fillRef>
          <a:effectRef idx="0">
            <a:schemeClr val="dk1"/>
          </a:effectRef>
          <a:fontRef idx="minor">
            <a:schemeClr val="tx1"/>
          </a:fontRef>
        </p:style>
      </p:cxnSp>
      <p:sp>
        <p:nvSpPr>
          <p:cNvPr id="383" name="Rectangle 382">
            <a:extLst>
              <a:ext uri="{FF2B5EF4-FFF2-40B4-BE49-F238E27FC236}">
                <a16:creationId xmlns:a16="http://schemas.microsoft.com/office/drawing/2014/main" id="{6DEB1B47-01FF-3F75-9C5C-3E86D90C9177}"/>
              </a:ext>
            </a:extLst>
          </p:cNvPr>
          <p:cNvSpPr/>
          <p:nvPr/>
        </p:nvSpPr>
        <p:spPr>
          <a:xfrm>
            <a:off x="2542489" y="1742989"/>
            <a:ext cx="657203" cy="209456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36DC82DC-2F13-2DA0-6359-735E11C58C12}"/>
              </a:ext>
            </a:extLst>
          </p:cNvPr>
          <p:cNvSpPr>
            <a:spLocks noGrp="1"/>
          </p:cNvSpPr>
          <p:nvPr>
            <p:ph type="title"/>
          </p:nvPr>
        </p:nvSpPr>
        <p:spPr>
          <a:xfrm>
            <a:off x="189781" y="201794"/>
            <a:ext cx="11764875" cy="991282"/>
          </a:xfrm>
        </p:spPr>
        <p:txBody>
          <a:bodyPr vert="horz" rIns="0"/>
          <a:lstStyle/>
          <a:p>
            <a:r>
              <a:rPr lang="en-GB" sz="2800" b="1">
                <a:sym typeface="Trebuchet MS" panose="020B0603020202020204" pitchFamily="34" charset="0"/>
              </a:rPr>
              <a:t>2027 - 2030 Budgeting | </a:t>
            </a:r>
            <a:r>
              <a:rPr lang="en-GB" sz="2800">
                <a:sym typeface="Trebuchet MS" panose="020B0603020202020204" pitchFamily="34" charset="0"/>
              </a:rPr>
              <a:t>EMEAA</a:t>
            </a:r>
            <a:endParaRPr lang="en-GB" sz="2800" b="1"/>
          </a:p>
        </p:txBody>
      </p:sp>
      <p:cxnSp>
        <p:nvCxnSpPr>
          <p:cNvPr id="214" name="Straight Connector 213">
            <a:extLst>
              <a:ext uri="{FF2B5EF4-FFF2-40B4-BE49-F238E27FC236}">
                <a16:creationId xmlns:a16="http://schemas.microsoft.com/office/drawing/2014/main" id="{6484C671-4C94-2A0E-114B-7A3C51B2CF0E}"/>
              </a:ext>
            </a:extLst>
          </p:cNvPr>
          <p:cNvCxnSpPr>
            <a:cxnSpLocks/>
          </p:cNvCxnSpPr>
          <p:nvPr>
            <p:custDataLst>
              <p:tags r:id="rId2"/>
            </p:custDataLst>
          </p:nvPr>
        </p:nvCxnSpPr>
        <p:spPr bwMode="auto">
          <a:xfrm flipV="1">
            <a:off x="3071813" y="3086100"/>
            <a:ext cx="12700" cy="79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C60C160E-007B-DB0E-DF51-9A2352A91AB1}"/>
              </a:ext>
            </a:extLst>
          </p:cNvPr>
          <p:cNvCxnSpPr/>
          <p:nvPr>
            <p:custDataLst>
              <p:tags r:id="rId3"/>
            </p:custDataLst>
          </p:nvPr>
        </p:nvCxnSpPr>
        <p:spPr bwMode="auto">
          <a:xfrm flipV="1">
            <a:off x="2320925" y="3094038"/>
            <a:ext cx="333375" cy="1095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0A49E1DF-44EA-867C-3A6D-800E24CCAA47}"/>
              </a:ext>
            </a:extLst>
          </p:cNvPr>
          <p:cNvCxnSpPr>
            <a:cxnSpLocks/>
          </p:cNvCxnSpPr>
          <p:nvPr>
            <p:custDataLst>
              <p:tags r:id="rId4"/>
            </p:custDataLst>
          </p:nvPr>
        </p:nvCxnSpPr>
        <p:spPr bwMode="auto">
          <a:xfrm flipV="1">
            <a:off x="2320925" y="3190875"/>
            <a:ext cx="333375" cy="1270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AFDE50EA-BAEB-33B3-8FAD-117B717801E7}"/>
              </a:ext>
            </a:extLst>
          </p:cNvPr>
          <p:cNvCxnSpPr/>
          <p:nvPr>
            <p:custDataLst>
              <p:tags r:id="rId5"/>
            </p:custDataLst>
          </p:nvPr>
        </p:nvCxnSpPr>
        <p:spPr bwMode="auto">
          <a:xfrm flipV="1">
            <a:off x="4575175" y="2451100"/>
            <a:ext cx="333375" cy="22701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0E81976E-609F-AB25-1C36-D434A9859973}"/>
              </a:ext>
            </a:extLst>
          </p:cNvPr>
          <p:cNvCxnSpPr/>
          <p:nvPr>
            <p:custDataLst>
              <p:tags r:id="rId6"/>
            </p:custDataLst>
          </p:nvPr>
        </p:nvCxnSpPr>
        <p:spPr bwMode="auto">
          <a:xfrm flipV="1">
            <a:off x="4575175" y="2274888"/>
            <a:ext cx="333375" cy="29368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4D908169-F3D0-B5E0-C8B0-CFEC792E5753}"/>
              </a:ext>
            </a:extLst>
          </p:cNvPr>
          <p:cNvCxnSpPr>
            <a:cxnSpLocks/>
          </p:cNvCxnSpPr>
          <p:nvPr>
            <p:custDataLst>
              <p:tags r:id="rId7"/>
            </p:custDataLst>
          </p:nvPr>
        </p:nvCxnSpPr>
        <p:spPr bwMode="auto">
          <a:xfrm flipV="1">
            <a:off x="3824288" y="3165475"/>
            <a:ext cx="333375" cy="1270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A9F553D6-293A-1FBA-EC1E-6B280CEA8012}"/>
              </a:ext>
            </a:extLst>
          </p:cNvPr>
          <p:cNvCxnSpPr/>
          <p:nvPr>
            <p:custDataLst>
              <p:tags r:id="rId8"/>
            </p:custDataLst>
          </p:nvPr>
        </p:nvCxnSpPr>
        <p:spPr bwMode="auto">
          <a:xfrm flipV="1">
            <a:off x="4575175" y="3151188"/>
            <a:ext cx="333375" cy="1428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2" name="Straight Connector 251">
            <a:extLst>
              <a:ext uri="{FF2B5EF4-FFF2-40B4-BE49-F238E27FC236}">
                <a16:creationId xmlns:a16="http://schemas.microsoft.com/office/drawing/2014/main" id="{1BD010C6-34D5-31DB-8050-949C7F95CB0E}"/>
              </a:ext>
            </a:extLst>
          </p:cNvPr>
          <p:cNvCxnSpPr/>
          <p:nvPr>
            <p:custDataLst>
              <p:tags r:id="rId9"/>
            </p:custDataLst>
          </p:nvPr>
        </p:nvCxnSpPr>
        <p:spPr bwMode="auto">
          <a:xfrm flipV="1">
            <a:off x="3824288" y="2678113"/>
            <a:ext cx="333375" cy="231775"/>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7983A6E-C279-2BA9-A319-94F94D75E216}"/>
              </a:ext>
            </a:extLst>
          </p:cNvPr>
          <p:cNvCxnSpPr/>
          <p:nvPr>
            <p:custDataLst>
              <p:tags r:id="rId10"/>
            </p:custDataLst>
          </p:nvPr>
        </p:nvCxnSpPr>
        <p:spPr bwMode="auto">
          <a:xfrm flipV="1">
            <a:off x="3824288" y="2568575"/>
            <a:ext cx="333375" cy="30321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6" name="Straight Connector 255">
            <a:extLst>
              <a:ext uri="{FF2B5EF4-FFF2-40B4-BE49-F238E27FC236}">
                <a16:creationId xmlns:a16="http://schemas.microsoft.com/office/drawing/2014/main" id="{7B49CAD4-57FE-2856-16A8-51C089124D2F}"/>
              </a:ext>
            </a:extLst>
          </p:cNvPr>
          <p:cNvCxnSpPr>
            <a:cxnSpLocks/>
          </p:cNvCxnSpPr>
          <p:nvPr>
            <p:custDataLst>
              <p:tags r:id="rId11"/>
            </p:custDataLst>
          </p:nvPr>
        </p:nvCxnSpPr>
        <p:spPr bwMode="auto">
          <a:xfrm flipV="1">
            <a:off x="3071813" y="3178175"/>
            <a:ext cx="333375" cy="1270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5" name="Straight Connector 254">
            <a:extLst>
              <a:ext uri="{FF2B5EF4-FFF2-40B4-BE49-F238E27FC236}">
                <a16:creationId xmlns:a16="http://schemas.microsoft.com/office/drawing/2014/main" id="{CDC55906-FF21-A7EB-61D3-7D655AF4282E}"/>
              </a:ext>
            </a:extLst>
          </p:cNvPr>
          <p:cNvCxnSpPr/>
          <p:nvPr>
            <p:custDataLst>
              <p:tags r:id="rId12"/>
            </p:custDataLst>
          </p:nvPr>
        </p:nvCxnSpPr>
        <p:spPr bwMode="auto">
          <a:xfrm flipV="1">
            <a:off x="3206750" y="2909888"/>
            <a:ext cx="198438" cy="1095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5" name="Straight Connector 214">
            <a:extLst>
              <a:ext uri="{FF2B5EF4-FFF2-40B4-BE49-F238E27FC236}">
                <a16:creationId xmlns:a16="http://schemas.microsoft.com/office/drawing/2014/main" id="{46F66984-6E73-048C-4A28-C57675C8568A}"/>
              </a:ext>
            </a:extLst>
          </p:cNvPr>
          <p:cNvCxnSpPr>
            <a:cxnSpLocks/>
          </p:cNvCxnSpPr>
          <p:nvPr>
            <p:custDataLst>
              <p:tags r:id="rId13"/>
            </p:custDataLst>
          </p:nvPr>
        </p:nvCxnSpPr>
        <p:spPr bwMode="auto">
          <a:xfrm flipV="1">
            <a:off x="3071813" y="3087688"/>
            <a:ext cx="12700" cy="635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2C905A83-C855-EB1C-8451-D7E6C5AECCCF}"/>
              </a:ext>
            </a:extLst>
          </p:cNvPr>
          <p:cNvCxnSpPr/>
          <p:nvPr>
            <p:custDataLst>
              <p:tags r:id="rId14"/>
            </p:custDataLst>
          </p:nvPr>
        </p:nvCxnSpPr>
        <p:spPr bwMode="auto">
          <a:xfrm flipV="1">
            <a:off x="3184525" y="2871788"/>
            <a:ext cx="220663" cy="1476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7A7B5183-6B39-A463-9156-F4E77FD44E90}"/>
              </a:ext>
            </a:extLst>
          </p:cNvPr>
          <p:cNvCxnSpPr/>
          <p:nvPr>
            <p:custDataLst>
              <p:tags r:id="rId15"/>
            </p:custDataLst>
          </p:nvPr>
        </p:nvCxnSpPr>
        <p:spPr bwMode="auto">
          <a:xfrm flipV="1">
            <a:off x="2320925" y="3094038"/>
            <a:ext cx="333375" cy="1095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278" name="Chart 277">
            <a:extLst>
              <a:ext uri="{FF2B5EF4-FFF2-40B4-BE49-F238E27FC236}">
                <a16:creationId xmlns:a16="http://schemas.microsoft.com/office/drawing/2014/main" id="{892A087B-CD29-61C2-C95B-76B91E7A050D}"/>
              </a:ext>
            </a:extLst>
          </p:cNvPr>
          <p:cNvGraphicFramePr/>
          <p:nvPr>
            <p:custDataLst>
              <p:tags r:id="rId16"/>
            </p:custDataLst>
          </p:nvPr>
        </p:nvGraphicFramePr>
        <p:xfrm>
          <a:off x="1654175" y="2192338"/>
          <a:ext cx="3921125" cy="1519237"/>
        </p:xfrm>
        <a:graphic>
          <a:graphicData uri="http://schemas.openxmlformats.org/drawingml/2006/chart">
            <c:chart xmlns:c="http://schemas.openxmlformats.org/drawingml/2006/chart" xmlns:r="http://schemas.openxmlformats.org/officeDocument/2006/relationships" r:id="rId45"/>
          </a:graphicData>
        </a:graphic>
      </p:graphicFrame>
      <p:cxnSp>
        <p:nvCxnSpPr>
          <p:cNvPr id="4" name="Straight Connector 3">
            <a:extLst>
              <a:ext uri="{FF2B5EF4-FFF2-40B4-BE49-F238E27FC236}">
                <a16:creationId xmlns:a16="http://schemas.microsoft.com/office/drawing/2014/main" id="{8F656FC7-4350-E218-CCD8-63A05D4A4EEA}"/>
              </a:ext>
            </a:extLst>
          </p:cNvPr>
          <p:cNvCxnSpPr/>
          <p:nvPr>
            <p:custDataLst>
              <p:tags r:id="rId17"/>
            </p:custDataLst>
          </p:nvPr>
        </p:nvCxnSpPr>
        <p:spPr bwMode="auto">
          <a:xfrm flipH="1">
            <a:off x="3019425" y="3094038"/>
            <a:ext cx="69850" cy="0"/>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65" name="Text Placeholder 2">
            <a:extLst>
              <a:ext uri="{FF2B5EF4-FFF2-40B4-BE49-F238E27FC236}">
                <a16:creationId xmlns:a16="http://schemas.microsoft.com/office/drawing/2014/main" id="{49FAC6E5-9045-C6CF-CDD8-CF5B99CE4FAA}"/>
              </a:ext>
            </a:extLst>
          </p:cNvPr>
          <p:cNvSpPr>
            <a:spLocks/>
          </p:cNvSpPr>
          <p:nvPr>
            <p:custDataLst>
              <p:tags r:id="rId18"/>
            </p:custDataLst>
          </p:nvPr>
        </p:nvSpPr>
        <p:spPr bwMode="gray">
          <a:xfrm>
            <a:off x="2701925" y="3067050"/>
            <a:ext cx="320675" cy="150813"/>
          </a:xfrm>
          <a:prstGeom prst="rect">
            <a:avLst/>
          </a:prstGeom>
          <a:solidFill>
            <a:schemeClr val="accent5"/>
          </a:solidFill>
          <a:ln>
            <a:noFill/>
          </a:ln>
          <a:effec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21A524C1-D688-4DA6-B78C-538DD1A0057C}" type="datetime'''''''''''''''''''''''''18''''''''''''''%'''">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18%</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7" name="Text Placeholder 2">
            <a:extLst>
              <a:ext uri="{FF2B5EF4-FFF2-40B4-BE49-F238E27FC236}">
                <a16:creationId xmlns:a16="http://schemas.microsoft.com/office/drawing/2014/main" id="{F7DE6F26-40D5-BDA7-631F-139CA923E104}"/>
              </a:ext>
            </a:extLst>
          </p:cNvPr>
          <p:cNvSpPr>
            <a:spLocks/>
          </p:cNvSpPr>
          <p:nvPr>
            <p:custDataLst>
              <p:tags r:id="rId19"/>
            </p:custDataLst>
          </p:nvPr>
        </p:nvSpPr>
        <p:spPr bwMode="gray">
          <a:xfrm>
            <a:off x="4956175" y="3314700"/>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7905E31E-16A7-4617-8D5A-4B3FA9EBFD09}" type="datetime'''''''''''''''''''''''''''''''3''''''''''''''''''''''''5''%'">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35%</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68" name="Text Placeholder 2">
            <a:extLst>
              <a:ext uri="{FF2B5EF4-FFF2-40B4-BE49-F238E27FC236}">
                <a16:creationId xmlns:a16="http://schemas.microsoft.com/office/drawing/2014/main" id="{426F8ACC-FED6-4C43-74C3-FAF612C6BE93}"/>
              </a:ext>
            </a:extLst>
          </p:cNvPr>
          <p:cNvSpPr>
            <a:spLocks/>
          </p:cNvSpPr>
          <p:nvPr>
            <p:custDataLst>
              <p:tags r:id="rId20"/>
            </p:custDataLst>
          </p:nvPr>
        </p:nvSpPr>
        <p:spPr bwMode="gray">
          <a:xfrm>
            <a:off x="4956175" y="2725738"/>
            <a:ext cx="320675" cy="150813"/>
          </a:xfrm>
          <a:prstGeom prst="rect">
            <a:avLst/>
          </a:prstGeom>
          <a:noFill/>
          <a:ln>
            <a:noFill/>
          </a:ln>
          <a:effectLst/>
          <a:extLst>
            <a:ext uri="{909E8E84-426E-40DD-AFC4-6F175D3DCCD1}">
              <a14:hiddenFill xmlns:a14="http://schemas.microsoft.com/office/drawing/2010/main">
                <a:solidFill>
                  <a:srgbClr val="4C6C9C"/>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014AF296-3A08-4D60-BCA8-487F4EADCF4D}" type="datetime'''''5''2''''''''''''''''''''''''''''''''''%'''">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52%</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41" name="Text Placeholder 2">
            <a:extLst>
              <a:ext uri="{FF2B5EF4-FFF2-40B4-BE49-F238E27FC236}">
                <a16:creationId xmlns:a16="http://schemas.microsoft.com/office/drawing/2014/main" id="{EA7B61B1-F0B9-ED0B-D8BA-2C80349724B1}"/>
              </a:ext>
            </a:extLst>
          </p:cNvPr>
          <p:cNvSpPr>
            <a:spLocks/>
          </p:cNvSpPr>
          <p:nvPr>
            <p:custDataLst>
              <p:tags r:id="rId21"/>
            </p:custDataLst>
          </p:nvPr>
        </p:nvSpPr>
        <p:spPr bwMode="gray">
          <a:xfrm>
            <a:off x="4956175" y="2287588"/>
            <a:ext cx="320675"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A5BC7C2C-7698-406C-82EB-724E5ED8CAA8}" type="datetime'''''''''''1''''3''''''''''''''''''''''%'">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13%</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5" name="Text Placeholder 2">
            <a:extLst>
              <a:ext uri="{FF2B5EF4-FFF2-40B4-BE49-F238E27FC236}">
                <a16:creationId xmlns:a16="http://schemas.microsoft.com/office/drawing/2014/main" id="{68B8ADEB-5583-C8DC-6BE9-F497F0CA66C5}"/>
              </a:ext>
            </a:extLst>
          </p:cNvPr>
          <p:cNvSpPr>
            <a:spLocks/>
          </p:cNvSpPr>
          <p:nvPr>
            <p:custDataLst>
              <p:tags r:id="rId22"/>
            </p:custDataLst>
          </p:nvPr>
        </p:nvSpPr>
        <p:spPr bwMode="gray">
          <a:xfrm>
            <a:off x="4205288" y="3322638"/>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A1C46BED-95AC-4FEB-A187-B16CF4E6B861}" type="datetime'''''''''''''''''''''''''''''4''''''''''''4''''''''''''%'''">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44%</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67" name="Text Placeholder 2">
            <a:extLst>
              <a:ext uri="{FF2B5EF4-FFF2-40B4-BE49-F238E27FC236}">
                <a16:creationId xmlns:a16="http://schemas.microsoft.com/office/drawing/2014/main" id="{56AB1C48-CACD-CAF6-849A-C64524CD946B}"/>
              </a:ext>
            </a:extLst>
          </p:cNvPr>
          <p:cNvSpPr>
            <a:spLocks/>
          </p:cNvSpPr>
          <p:nvPr>
            <p:custDataLst>
              <p:tags r:id="rId23"/>
            </p:custDataLst>
          </p:nvPr>
        </p:nvSpPr>
        <p:spPr bwMode="gray">
          <a:xfrm>
            <a:off x="4205288" y="2846388"/>
            <a:ext cx="320675" cy="150813"/>
          </a:xfrm>
          <a:prstGeom prst="rect">
            <a:avLst/>
          </a:prstGeom>
          <a:noFill/>
          <a:ln>
            <a:noFill/>
          </a:ln>
          <a:effectLst/>
          <a:extLst>
            <a:ext uri="{909E8E84-426E-40DD-AFC4-6F175D3DCCD1}">
              <a14:hiddenFill xmlns:a14="http://schemas.microsoft.com/office/drawing/2010/main">
                <a:solidFill>
                  <a:schemeClr val="accent5"/>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EEE94C3E-08EB-4A25-89B9-93DE9435A694}" type="datetime'''''''''''''''''''''''''''4''6''''''''''''''''%'">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46%</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1" name="Text Placeholder 2">
            <a:extLst>
              <a:ext uri="{FF2B5EF4-FFF2-40B4-BE49-F238E27FC236}">
                <a16:creationId xmlns:a16="http://schemas.microsoft.com/office/drawing/2014/main" id="{74FC4418-B49A-CFF1-5486-4C865DD57396}"/>
              </a:ext>
            </a:extLst>
          </p:cNvPr>
          <p:cNvSpPr>
            <a:spLocks/>
          </p:cNvSpPr>
          <p:nvPr>
            <p:custDataLst>
              <p:tags r:id="rId24"/>
            </p:custDataLst>
          </p:nvPr>
        </p:nvSpPr>
        <p:spPr bwMode="gray">
          <a:xfrm>
            <a:off x="4205288" y="2547938"/>
            <a:ext cx="320675" cy="150813"/>
          </a:xfrm>
          <a:prstGeom prst="rect">
            <a:avLst/>
          </a:prstGeom>
          <a:solidFill>
            <a:schemeClr val="accent1"/>
          </a:solidFill>
          <a:ln>
            <a:noFill/>
          </a:ln>
          <a:effec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1D57E550-FD50-4F32-92A5-80BEA2C1FB18}" type="datetime'''''''''''''''''''''''''''''''''''''''''''''''1''''''0''''''%'">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10%</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2" name="Text Placeholder 2">
            <a:extLst>
              <a:ext uri="{FF2B5EF4-FFF2-40B4-BE49-F238E27FC236}">
                <a16:creationId xmlns:a16="http://schemas.microsoft.com/office/drawing/2014/main" id="{D33BA812-2961-DBDF-E193-C36677E23D99}"/>
              </a:ext>
            </a:extLst>
          </p:cNvPr>
          <p:cNvSpPr>
            <a:spLocks/>
          </p:cNvSpPr>
          <p:nvPr>
            <p:custDataLst>
              <p:tags r:id="rId25"/>
            </p:custDataLst>
          </p:nvPr>
        </p:nvSpPr>
        <p:spPr bwMode="gray">
          <a:xfrm>
            <a:off x="3454400" y="3328988"/>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EDEB9CB7-95AE-483B-BE6D-10E4DDCEF556}" type="datetime'''''''''''''''''''''''''5''''''''''''''''''9''''%'">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59%</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5" name="Text Placeholder 2">
            <a:extLst>
              <a:ext uri="{FF2B5EF4-FFF2-40B4-BE49-F238E27FC236}">
                <a16:creationId xmlns:a16="http://schemas.microsoft.com/office/drawing/2014/main" id="{155E1D01-3F06-9DD9-D362-2051836BF52F}"/>
              </a:ext>
            </a:extLst>
          </p:cNvPr>
          <p:cNvSpPr>
            <a:spLocks/>
          </p:cNvSpPr>
          <p:nvPr>
            <p:custDataLst>
              <p:tags r:id="rId26"/>
            </p:custDataLst>
          </p:nvPr>
        </p:nvSpPr>
        <p:spPr bwMode="gray">
          <a:xfrm>
            <a:off x="1993900" y="3027363"/>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224FC2FE-6300-4AC8-AED0-A4AEAE429362}" type="datetime'''0.''''''''''''''''''''''''''2'''''''">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0.2</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59" name="Text Placeholder 2">
            <a:extLst>
              <a:ext uri="{FF2B5EF4-FFF2-40B4-BE49-F238E27FC236}">
                <a16:creationId xmlns:a16="http://schemas.microsoft.com/office/drawing/2014/main" id="{1E20326E-930C-BFDF-EA26-B34C19B3A17C}"/>
              </a:ext>
            </a:extLst>
          </p:cNvPr>
          <p:cNvSpPr>
            <a:spLocks/>
          </p:cNvSpPr>
          <p:nvPr>
            <p:custDataLst>
              <p:tags r:id="rId27"/>
            </p:custDataLst>
          </p:nvPr>
        </p:nvSpPr>
        <p:spPr bwMode="gray">
          <a:xfrm>
            <a:off x="2744788" y="2916238"/>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B80BE87C-33E5-4454-85EF-B5ABE3DB13A3}" type="datetime'''''''''''''''''''''0''''''''''''''''.''''''''3'''''''''''''''">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0.3</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62" name="Text Placeholder 2">
            <a:extLst>
              <a:ext uri="{FF2B5EF4-FFF2-40B4-BE49-F238E27FC236}">
                <a16:creationId xmlns:a16="http://schemas.microsoft.com/office/drawing/2014/main" id="{418FA038-AD43-CF0D-D98C-AB80055FEC9D}"/>
              </a:ext>
            </a:extLst>
          </p:cNvPr>
          <p:cNvSpPr>
            <a:spLocks/>
          </p:cNvSpPr>
          <p:nvPr>
            <p:custDataLst>
              <p:tags r:id="rId28"/>
            </p:custDataLst>
          </p:nvPr>
        </p:nvSpPr>
        <p:spPr bwMode="gray">
          <a:xfrm>
            <a:off x="3497263" y="2665413"/>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FE0CA7AC-29DE-4A73-B9F5-F90891E67E28}" type="datetime'''''''''''0''''''''''''''''''.''''''''''''''4'''">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0.4</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129" name="Text Placeholder 2">
            <a:extLst>
              <a:ext uri="{FF2B5EF4-FFF2-40B4-BE49-F238E27FC236}">
                <a16:creationId xmlns:a16="http://schemas.microsoft.com/office/drawing/2014/main" id="{71A8DCD9-C98E-2E2F-EAE0-B5B35E5C2A75}"/>
              </a:ext>
            </a:extLst>
          </p:cNvPr>
          <p:cNvSpPr>
            <a:spLocks/>
          </p:cNvSpPr>
          <p:nvPr>
            <p:custDataLst>
              <p:tags r:id="rId29"/>
            </p:custDataLst>
          </p:nvPr>
        </p:nvSpPr>
        <p:spPr bwMode="gray">
          <a:xfrm>
            <a:off x="4248150" y="2392363"/>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50948907-3717-46DD-9075-3C0AF7AC6B9A}" type="datetime'''''''''''0''''''''''''''''''''''.''''''''''''''6'''''">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0.6</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135" name="Text Placeholder 2">
            <a:extLst>
              <a:ext uri="{FF2B5EF4-FFF2-40B4-BE49-F238E27FC236}">
                <a16:creationId xmlns:a16="http://schemas.microsoft.com/office/drawing/2014/main" id="{6110088C-AD89-08F9-FC37-05FA0BD29DDF}"/>
              </a:ext>
            </a:extLst>
          </p:cNvPr>
          <p:cNvSpPr>
            <a:spLocks/>
          </p:cNvSpPr>
          <p:nvPr>
            <p:custDataLst>
              <p:tags r:id="rId30"/>
            </p:custDataLst>
          </p:nvPr>
        </p:nvSpPr>
        <p:spPr bwMode="gray">
          <a:xfrm>
            <a:off x="4999038" y="2098675"/>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EF587A58-2BF9-4713-B6AA-69720440BC80}" type="datetime'''''''''''0''''''''''.''''''''7'''''''''''''''">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0.7</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6" name="Text Placeholder 2">
            <a:extLst>
              <a:ext uri="{FF2B5EF4-FFF2-40B4-BE49-F238E27FC236}">
                <a16:creationId xmlns:a16="http://schemas.microsoft.com/office/drawing/2014/main" id="{A5B2BF6A-DC26-C364-4E4B-6300E337667E}"/>
              </a:ext>
            </a:extLst>
          </p:cNvPr>
          <p:cNvSpPr>
            <a:spLocks/>
          </p:cNvSpPr>
          <p:nvPr>
            <p:custDataLst>
              <p:tags r:id="rId31"/>
            </p:custDataLst>
          </p:nvPr>
        </p:nvSpPr>
        <p:spPr bwMode="gray">
          <a:xfrm>
            <a:off x="3454400" y="2968625"/>
            <a:ext cx="320675" cy="150813"/>
          </a:xfrm>
          <a:prstGeom prst="rect">
            <a:avLst/>
          </a:prstGeom>
          <a:noFill/>
          <a:ln>
            <a:noFill/>
          </a:ln>
          <a:effectLst/>
          <a:extLst>
            <a:ext uri="{909E8E84-426E-40DD-AFC4-6F175D3DCCD1}">
              <a14:hiddenFill xmlns:a14="http://schemas.microsoft.com/office/drawing/2010/main">
                <a:solidFill>
                  <a:schemeClr val="accent5"/>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363DA714-9893-453C-A2B9-27DCB464D3EB}" type="datetime'''''''''''''''''''''3''5''''''%'''''">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35%</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8" name="Text Placeholder 2">
            <a:extLst>
              <a:ext uri="{FF2B5EF4-FFF2-40B4-BE49-F238E27FC236}">
                <a16:creationId xmlns:a16="http://schemas.microsoft.com/office/drawing/2014/main" id="{2A3E1991-48C2-CEFB-E0B3-9295963001C8}"/>
              </a:ext>
            </a:extLst>
          </p:cNvPr>
          <p:cNvSpPr>
            <a:spLocks/>
          </p:cNvSpPr>
          <p:nvPr>
            <p:custDataLst>
              <p:tags r:id="rId32"/>
            </p:custDataLst>
          </p:nvPr>
        </p:nvSpPr>
        <p:spPr bwMode="gray">
          <a:xfrm>
            <a:off x="3494088" y="2816225"/>
            <a:ext cx="242888" cy="150813"/>
          </a:xfrm>
          <a:prstGeom prst="rect">
            <a:avLst/>
          </a:prstGeom>
          <a:solidFill>
            <a:schemeClr val="accent1"/>
          </a:solidFill>
          <a:ln>
            <a:noFill/>
          </a:ln>
          <a:effec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F90868A1-1709-48D8-992A-4E9EBD792DF7}" type="datetime'''''''''''5''''''''''%'''''''">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5%</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0" name="Text Placeholder 2">
            <a:extLst>
              <a:ext uri="{FF2B5EF4-FFF2-40B4-BE49-F238E27FC236}">
                <a16:creationId xmlns:a16="http://schemas.microsoft.com/office/drawing/2014/main" id="{42550779-C8C0-C25D-CB15-0C6DE30EF7D1}"/>
              </a:ext>
            </a:extLst>
          </p:cNvPr>
          <p:cNvSpPr>
            <a:spLocks/>
          </p:cNvSpPr>
          <p:nvPr>
            <p:custDataLst>
              <p:tags r:id="rId33"/>
            </p:custDataLst>
          </p:nvPr>
        </p:nvSpPr>
        <p:spPr bwMode="gray">
          <a:xfrm>
            <a:off x="2701925" y="3335338"/>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CEECF29F-A778-4071-B323-5D119BB7583C}" type="datetime'''''''''''8''''''2''''''''''%'''''''''''''''''''''''''''''''''">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82%</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1" name="Text Placeholder 2">
            <a:extLst>
              <a:ext uri="{FF2B5EF4-FFF2-40B4-BE49-F238E27FC236}">
                <a16:creationId xmlns:a16="http://schemas.microsoft.com/office/drawing/2014/main" id="{F0A52F25-6641-0D91-33BA-334A030303BA}"/>
              </a:ext>
            </a:extLst>
          </p:cNvPr>
          <p:cNvSpPr>
            <a:spLocks/>
          </p:cNvSpPr>
          <p:nvPr>
            <p:custDataLst>
              <p:tags r:id="rId34"/>
            </p:custDataLst>
          </p:nvPr>
        </p:nvSpPr>
        <p:spPr bwMode="gray">
          <a:xfrm>
            <a:off x="3089275" y="3019425"/>
            <a:ext cx="242888" cy="150813"/>
          </a:xfrm>
          <a:prstGeom prst="rect">
            <a:avLst/>
          </a:prstGeom>
          <a:noFill/>
          <a:ln>
            <a:noFill/>
          </a:ln>
          <a:effectLst/>
          <a:extLst>
            <a:ext uri="{909E8E84-426E-40DD-AFC4-6F175D3DCCD1}">
              <a14:hiddenFill xmlns:a14="http://schemas.microsoft.com/office/drawing/2010/main">
                <a:solidFill>
                  <a:srgbClr val="4C6C9C"/>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882CCAC9-61D9-45F9-B3F7-F7E7ED40A2F3}" type="datetime'''''0''''''''''''''%'''''''''''">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0%</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86" name="TextBox 185">
            <a:extLst>
              <a:ext uri="{FF2B5EF4-FFF2-40B4-BE49-F238E27FC236}">
                <a16:creationId xmlns:a16="http://schemas.microsoft.com/office/drawing/2014/main" id="{AF5009CA-CA02-6AD0-215D-A6C4E2D3226E}"/>
              </a:ext>
            </a:extLst>
          </p:cNvPr>
          <p:cNvSpPr txBox="1"/>
          <p:nvPr/>
        </p:nvSpPr>
        <p:spPr>
          <a:xfrm>
            <a:off x="126710" y="1175775"/>
            <a:ext cx="3855697" cy="60016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GB" sz="1400" b="1" i="0" u="none" strike="noStrike" kern="1200" cap="none" spc="0" normalizeH="0" baseline="0" noProof="0">
                <a:ln>
                  <a:noFill/>
                </a:ln>
                <a:solidFill>
                  <a:srgbClr val="262626"/>
                </a:solidFill>
                <a:effectLst/>
                <a:uLnTx/>
                <a:uFillTx/>
                <a:latin typeface="Arial" panose="020B0604020202020204"/>
                <a:ea typeface="+mn-ea"/>
                <a:cs typeface="+mn-cs"/>
              </a:rPr>
              <a:t>Indicative EMEAA Spend on GP Programs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1" u="none" strike="noStrike" kern="1200" cap="none" spc="0" normalizeH="0" baseline="0" noProof="0">
                <a:ln>
                  <a:noFill/>
                </a:ln>
                <a:solidFill>
                  <a:srgbClr val="262626"/>
                </a:solidFill>
                <a:effectLst/>
                <a:uLnTx/>
                <a:uFillTx/>
                <a:latin typeface="Arial" panose="020B0604020202020204"/>
                <a:ea typeface="+mn-ea"/>
                <a:cs typeface="+mn-cs"/>
              </a:rPr>
              <a:t>$bn, 2026A – 2030F</a:t>
            </a:r>
          </a:p>
        </p:txBody>
      </p:sp>
      <p:sp>
        <p:nvSpPr>
          <p:cNvPr id="9" name="TextBox 8">
            <a:extLst>
              <a:ext uri="{FF2B5EF4-FFF2-40B4-BE49-F238E27FC236}">
                <a16:creationId xmlns:a16="http://schemas.microsoft.com/office/drawing/2014/main" id="{093E559E-06F6-5E25-72F6-38AF3F0D559D}"/>
              </a:ext>
            </a:extLst>
          </p:cNvPr>
          <p:cNvSpPr txBox="1"/>
          <p:nvPr/>
        </p:nvSpPr>
        <p:spPr>
          <a:xfrm>
            <a:off x="191336" y="6471445"/>
            <a:ext cx="750936" cy="386556"/>
          </a:xfrm>
          <a:prstGeom prst="rect">
            <a:avLst/>
          </a:prstGeom>
        </p:spPr>
        <p:txBody>
          <a:bodyPr vert="horz" lIns="0" tIns="0" rIns="0" bIns="0" rtlCol="0" anchor="ctr"/>
          <a:lstStyle>
            <a:defPPr>
              <a:defRPr lang="en-US"/>
            </a:defPPr>
            <a:lvl1pPr>
              <a:defRPr sz="800" b="0" i="0">
                <a:solidFill>
                  <a:srgbClr val="E8542C"/>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DFCF27A5-1A5B-48D3-A060-2758FFBB1ADD}" type="slidenum">
              <a:rPr kumimoji="0" lang="en-US" sz="800" b="0" i="0" u="none" strike="noStrike" kern="0" cap="none" spc="0" normalizeH="0" baseline="0" noProof="0" smtClean="0">
                <a:ln>
                  <a:noFill/>
                </a:ln>
                <a:solidFill>
                  <a:srgbClr val="E8542C"/>
                </a:solidFill>
                <a:effectLst/>
                <a:uLnTx/>
                <a:uFillTx/>
                <a:latin typeface="Arial" panose="020B0604020202020204"/>
                <a:ea typeface="+mn-ea"/>
                <a:cs typeface="+mn-cs"/>
                <a:sym typeface="Trebuchet MS" panose="020B060302020202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0" cap="none" spc="0" normalizeH="0" baseline="0" noProof="0">
              <a:ln>
                <a:noFill/>
              </a:ln>
              <a:solidFill>
                <a:srgbClr val="E8542C"/>
              </a:solidFill>
              <a:effectLst/>
              <a:uLnTx/>
              <a:uFillTx/>
              <a:latin typeface="Arial" panose="020B0604020202020204"/>
              <a:ea typeface="+mn-ea"/>
              <a:cs typeface="+mn-cs"/>
              <a:sym typeface="Trebuchet MS" panose="020B0603020202020204" pitchFamily="34" charset="0"/>
            </a:endParaRPr>
          </a:p>
        </p:txBody>
      </p:sp>
      <p:sp>
        <p:nvSpPr>
          <p:cNvPr id="149" name="Rectangle 148">
            <a:extLst>
              <a:ext uri="{FF2B5EF4-FFF2-40B4-BE49-F238E27FC236}">
                <a16:creationId xmlns:a16="http://schemas.microsoft.com/office/drawing/2014/main" id="{CE0265F8-860C-6175-8070-1E4CD624B25F}"/>
              </a:ext>
            </a:extLst>
          </p:cNvPr>
          <p:cNvSpPr/>
          <p:nvPr>
            <p:custDataLst>
              <p:tags r:id="rId35"/>
            </p:custDataLst>
          </p:nvPr>
        </p:nvSpPr>
        <p:spPr bwMode="auto">
          <a:xfrm>
            <a:off x="192088" y="2279650"/>
            <a:ext cx="196850" cy="147638"/>
          </a:xfrm>
          <a:prstGeom prst="rect">
            <a:avLst/>
          </a:prstGeom>
          <a:solidFill>
            <a:schemeClr val="accent1"/>
          </a:solidFill>
          <a:ln w="9525" cmpd="sng" algn="ctr">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0" name="Rectangle 149">
            <a:extLst>
              <a:ext uri="{FF2B5EF4-FFF2-40B4-BE49-F238E27FC236}">
                <a16:creationId xmlns:a16="http://schemas.microsoft.com/office/drawing/2014/main" id="{054EA50A-0877-588B-0674-5A2EE030D517}"/>
              </a:ext>
            </a:extLst>
          </p:cNvPr>
          <p:cNvSpPr/>
          <p:nvPr>
            <p:custDataLst>
              <p:tags r:id="rId36"/>
            </p:custDataLst>
          </p:nvPr>
        </p:nvSpPr>
        <p:spPr bwMode="auto">
          <a:xfrm>
            <a:off x="192088" y="2498725"/>
            <a:ext cx="196850" cy="147638"/>
          </a:xfrm>
          <a:prstGeom prst="rect">
            <a:avLst/>
          </a:prstGeom>
          <a:solidFill>
            <a:schemeClr val="accent5"/>
          </a:solidFill>
          <a:ln w="9525" cmpd="sng" algn="ctr">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13" name="Rectangle 212">
            <a:extLst>
              <a:ext uri="{FF2B5EF4-FFF2-40B4-BE49-F238E27FC236}">
                <a16:creationId xmlns:a16="http://schemas.microsoft.com/office/drawing/2014/main" id="{6010D818-A1C7-5EE1-0C44-1F08FD805770}"/>
              </a:ext>
            </a:extLst>
          </p:cNvPr>
          <p:cNvSpPr/>
          <p:nvPr>
            <p:custDataLst>
              <p:tags r:id="rId37"/>
            </p:custDataLst>
          </p:nvPr>
        </p:nvSpPr>
        <p:spPr bwMode="auto">
          <a:xfrm>
            <a:off x="192088" y="2717800"/>
            <a:ext cx="196850" cy="147638"/>
          </a:xfrm>
          <a:prstGeom prst="rect">
            <a:avLst/>
          </a:prstGeom>
          <a:solidFill>
            <a:schemeClr val="accent3"/>
          </a:solidFill>
          <a:ln w="9525" cmpd="sng" algn="ctr">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5" name="Text Placeholder 2">
            <a:extLst>
              <a:ext uri="{FF2B5EF4-FFF2-40B4-BE49-F238E27FC236}">
                <a16:creationId xmlns:a16="http://schemas.microsoft.com/office/drawing/2014/main" id="{2E61FD20-C3F6-478E-4CAF-2CD85FF189C5}"/>
              </a:ext>
            </a:extLst>
          </p:cNvPr>
          <p:cNvSpPr>
            <a:spLocks/>
          </p:cNvSpPr>
          <p:nvPr>
            <p:custDataLst>
              <p:tags r:id="rId38"/>
            </p:custDataLst>
          </p:nvPr>
        </p:nvSpPr>
        <p:spPr bwMode="auto">
          <a:xfrm>
            <a:off x="439738" y="2274888"/>
            <a:ext cx="887413"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12AB11F9-A2EE-4661-86BC-91BE5996C921}" type="datetime'''''''H''igh''-S''''''cen''''''''''''a''r''i''''o'''''''''''">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High-Scenario</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6" name="Text Placeholder 2">
            <a:extLst>
              <a:ext uri="{FF2B5EF4-FFF2-40B4-BE49-F238E27FC236}">
                <a16:creationId xmlns:a16="http://schemas.microsoft.com/office/drawing/2014/main" id="{4CCE16C9-6265-8B9E-5887-C980973830D4}"/>
              </a:ext>
            </a:extLst>
          </p:cNvPr>
          <p:cNvSpPr>
            <a:spLocks/>
          </p:cNvSpPr>
          <p:nvPr>
            <p:custDataLst>
              <p:tags r:id="rId39"/>
            </p:custDataLst>
          </p:nvPr>
        </p:nvSpPr>
        <p:spPr bwMode="auto">
          <a:xfrm>
            <a:off x="439738" y="2493963"/>
            <a:ext cx="762000"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8A450EA0-BE28-4ABF-8CC1-426D0E299484}" type="datetime'''''''N''ew B''''''''''''''u''d''''''''''g''e''''t'''''">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New Budget</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8" name="Text Placeholder 2">
            <a:extLst>
              <a:ext uri="{FF2B5EF4-FFF2-40B4-BE49-F238E27FC236}">
                <a16:creationId xmlns:a16="http://schemas.microsoft.com/office/drawing/2014/main" id="{CF4E97AB-ADBF-F226-9242-D668F195BA54}"/>
              </a:ext>
            </a:extLst>
          </p:cNvPr>
          <p:cNvSpPr>
            <a:spLocks/>
          </p:cNvSpPr>
          <p:nvPr>
            <p:custDataLst>
              <p:tags r:id="rId40"/>
            </p:custDataLst>
          </p:nvPr>
        </p:nvSpPr>
        <p:spPr bwMode="auto">
          <a:xfrm>
            <a:off x="439738" y="2713038"/>
            <a:ext cx="1038225"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8A822CD9-00A8-4750-96C9-1B0EBB6D4A29}" type="datetime'3''%'''' ''Ste''''''a''''''''''''''''dy'''''' S''''''tat''e'">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3% Steady State</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267" name="Table 266">
            <a:extLst>
              <a:ext uri="{FF2B5EF4-FFF2-40B4-BE49-F238E27FC236}">
                <a16:creationId xmlns:a16="http://schemas.microsoft.com/office/drawing/2014/main" id="{43D1AA02-9676-CFA3-202E-C51E4B7E11B4}"/>
              </a:ext>
            </a:extLst>
          </p:cNvPr>
          <p:cNvGraphicFramePr>
            <a:graphicFrameLocks noGrp="1"/>
          </p:cNvGraphicFramePr>
          <p:nvPr/>
        </p:nvGraphicFramePr>
        <p:xfrm>
          <a:off x="171450" y="3846513"/>
          <a:ext cx="5230416" cy="777240"/>
        </p:xfrm>
        <a:graphic>
          <a:graphicData uri="http://schemas.openxmlformats.org/drawingml/2006/table">
            <a:tbl>
              <a:tblPr firstRow="1" bandRow="1">
                <a:tableStyleId>{5C22544A-7EE6-4342-B048-85BDC9FD1C3A}</a:tableStyleId>
              </a:tblPr>
              <a:tblGrid>
                <a:gridCol w="1553983">
                  <a:extLst>
                    <a:ext uri="{9D8B030D-6E8A-4147-A177-3AD203B41FA5}">
                      <a16:colId xmlns:a16="http://schemas.microsoft.com/office/drawing/2014/main" val="262143033"/>
                    </a:ext>
                  </a:extLst>
                </a:gridCol>
                <a:gridCol w="723944">
                  <a:extLst>
                    <a:ext uri="{9D8B030D-6E8A-4147-A177-3AD203B41FA5}">
                      <a16:colId xmlns:a16="http://schemas.microsoft.com/office/drawing/2014/main" val="1721870662"/>
                    </a:ext>
                  </a:extLst>
                </a:gridCol>
                <a:gridCol w="800550">
                  <a:extLst>
                    <a:ext uri="{9D8B030D-6E8A-4147-A177-3AD203B41FA5}">
                      <a16:colId xmlns:a16="http://schemas.microsoft.com/office/drawing/2014/main" val="1601874909"/>
                    </a:ext>
                  </a:extLst>
                </a:gridCol>
                <a:gridCol w="717313">
                  <a:extLst>
                    <a:ext uri="{9D8B030D-6E8A-4147-A177-3AD203B41FA5}">
                      <a16:colId xmlns:a16="http://schemas.microsoft.com/office/drawing/2014/main" val="1029108326"/>
                    </a:ext>
                  </a:extLst>
                </a:gridCol>
                <a:gridCol w="717313">
                  <a:extLst>
                    <a:ext uri="{9D8B030D-6E8A-4147-A177-3AD203B41FA5}">
                      <a16:colId xmlns:a16="http://schemas.microsoft.com/office/drawing/2014/main" val="346975862"/>
                    </a:ext>
                  </a:extLst>
                </a:gridCol>
                <a:gridCol w="717313">
                  <a:extLst>
                    <a:ext uri="{9D8B030D-6E8A-4147-A177-3AD203B41FA5}">
                      <a16:colId xmlns:a16="http://schemas.microsoft.com/office/drawing/2014/main" val="2538839697"/>
                    </a:ext>
                  </a:extLst>
                </a:gridCol>
              </a:tblGrid>
              <a:tr h="212328">
                <a:tc>
                  <a:txBody>
                    <a:bodyPr/>
                    <a:lstStyle/>
                    <a:p>
                      <a:r>
                        <a:rPr lang="en-GB" sz="1100" b="0" i="1">
                          <a:solidFill>
                            <a:schemeClr val="tx1"/>
                          </a:solidFill>
                        </a:rPr>
                        <a:t>Est. % CRF collected</a:t>
                      </a:r>
                    </a:p>
                  </a:txBody>
                  <a:tcPr>
                    <a:solidFill>
                      <a:schemeClr val="bg1">
                        <a:lumMod val="95000"/>
                      </a:schemeClr>
                    </a:solidFill>
                  </a:tcPr>
                </a:tc>
                <a:tc gridSpan="5">
                  <a:txBody>
                    <a:bodyPr/>
                    <a:lstStyle/>
                    <a:p>
                      <a:pPr algn="ctr"/>
                      <a:r>
                        <a:rPr lang="en-GB" sz="1100" i="1">
                          <a:solidFill>
                            <a:schemeClr val="tx1"/>
                          </a:solidFill>
                        </a:rPr>
                        <a:t>2.1%</a:t>
                      </a: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extLst>
                  <a:ext uri="{0D108BD9-81ED-4DB2-BD59-A6C34878D82A}">
                    <a16:rowId xmlns:a16="http://schemas.microsoft.com/office/drawing/2014/main" val="895979644"/>
                  </a:ext>
                </a:extLst>
              </a:tr>
              <a:tr h="212328">
                <a:tc>
                  <a:txBody>
                    <a:bodyPr/>
                    <a:lstStyle/>
                    <a:p>
                      <a:r>
                        <a:rPr lang="en-GB" sz="1100">
                          <a:solidFill>
                            <a:schemeClr val="tx1"/>
                          </a:solidFill>
                        </a:rPr>
                        <a:t>High Scenario</a:t>
                      </a:r>
                    </a:p>
                  </a:txBody>
                  <a:tcPr>
                    <a:solidFill>
                      <a:schemeClr val="bg1">
                        <a:lumMod val="95000"/>
                      </a:schemeClr>
                    </a:solidFill>
                  </a:tcPr>
                </a:tc>
                <a:tc>
                  <a:txBody>
                    <a:bodyPr/>
                    <a:lstStyle/>
                    <a:p>
                      <a:pPr algn="ctr" rtl="0" fontAlgn="ctr">
                        <a:buNone/>
                      </a:pPr>
                      <a:r>
                        <a:rPr lang="en-GB" sz="1400" b="0" i="0" u="none" strike="noStrike">
                          <a:solidFill>
                            <a:srgbClr val="000000"/>
                          </a:solidFill>
                          <a:effectLst/>
                          <a:latin typeface="Arial" panose="020B0604020202020204" pitchFamily="34" charset="0"/>
                        </a:rPr>
                        <a:t>4.7</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6.0</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8.4</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11.8</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15.1</a:t>
                      </a:r>
                    </a:p>
                  </a:txBody>
                  <a:tcPr marL="0" marR="0" marT="0" marB="0" anchor="ctr">
                    <a:solidFill>
                      <a:schemeClr val="bg1">
                        <a:lumMod val="95000"/>
                      </a:schemeClr>
                    </a:solidFill>
                  </a:tcPr>
                </a:tc>
                <a:extLst>
                  <a:ext uri="{0D108BD9-81ED-4DB2-BD59-A6C34878D82A}">
                    <a16:rowId xmlns:a16="http://schemas.microsoft.com/office/drawing/2014/main" val="830397639"/>
                  </a:ext>
                </a:extLst>
              </a:tr>
              <a:tr h="212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Budget Commitment</a:t>
                      </a:r>
                    </a:p>
                  </a:txBody>
                  <a:tcP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4.7</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6.0</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8.0</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10.6</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13.1</a:t>
                      </a:r>
                    </a:p>
                  </a:txBody>
                  <a:tcPr marL="0" marR="0" marT="0" marB="0" anchor="ctr">
                    <a:solidFill>
                      <a:schemeClr val="bg1">
                        <a:lumMod val="95000"/>
                      </a:schemeClr>
                    </a:solidFill>
                  </a:tcPr>
                </a:tc>
                <a:extLst>
                  <a:ext uri="{0D108BD9-81ED-4DB2-BD59-A6C34878D82A}">
                    <a16:rowId xmlns:a16="http://schemas.microsoft.com/office/drawing/2014/main" val="2128844127"/>
                  </a:ext>
                </a:extLst>
              </a:tr>
            </a:tbl>
          </a:graphicData>
        </a:graphic>
      </p:graphicFrame>
      <p:cxnSp>
        <p:nvCxnSpPr>
          <p:cNvPr id="269" name="Straight Arrow Connector 268">
            <a:extLst>
              <a:ext uri="{FF2B5EF4-FFF2-40B4-BE49-F238E27FC236}">
                <a16:creationId xmlns:a16="http://schemas.microsoft.com/office/drawing/2014/main" id="{99FE2567-BD4E-C331-BE99-C51603C0CAAA}"/>
              </a:ext>
            </a:extLst>
          </p:cNvPr>
          <p:cNvCxnSpPr>
            <a:cxnSpLocks/>
          </p:cNvCxnSpPr>
          <p:nvPr/>
        </p:nvCxnSpPr>
        <p:spPr>
          <a:xfrm flipH="1">
            <a:off x="1965060" y="3970338"/>
            <a:ext cx="1327679" cy="0"/>
          </a:xfrm>
          <a:prstGeom prst="straightConnector1">
            <a:avLst/>
          </a:prstGeom>
          <a:ln w="952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70" name="Straight Arrow Connector 269">
            <a:extLst>
              <a:ext uri="{FF2B5EF4-FFF2-40B4-BE49-F238E27FC236}">
                <a16:creationId xmlns:a16="http://schemas.microsoft.com/office/drawing/2014/main" id="{A39D4D8D-1DEE-4103-9CF0-EB6C76A2FD32}"/>
              </a:ext>
            </a:extLst>
          </p:cNvPr>
          <p:cNvCxnSpPr>
            <a:cxnSpLocks/>
          </p:cNvCxnSpPr>
          <p:nvPr/>
        </p:nvCxnSpPr>
        <p:spPr>
          <a:xfrm flipH="1">
            <a:off x="3982407" y="3968750"/>
            <a:ext cx="1294392" cy="0"/>
          </a:xfrm>
          <a:prstGeom prst="straightConnector1">
            <a:avLst/>
          </a:prstGeom>
          <a:ln w="9525">
            <a:solidFill>
              <a:schemeClr val="bg1">
                <a:lumMod val="50000"/>
              </a:schemeClr>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B0EFCCD8-8821-C4DB-E5B9-BD26E6A9B2AE}"/>
              </a:ext>
            </a:extLst>
          </p:cNvPr>
          <p:cNvSpPr/>
          <p:nvPr/>
        </p:nvSpPr>
        <p:spPr>
          <a:xfrm>
            <a:off x="189781" y="3605213"/>
            <a:ext cx="1089128" cy="1920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CRF Collected</a:t>
            </a:r>
          </a:p>
        </p:txBody>
      </p:sp>
      <p:graphicFrame>
        <p:nvGraphicFramePr>
          <p:cNvPr id="209" name="Table 208">
            <a:extLst>
              <a:ext uri="{FF2B5EF4-FFF2-40B4-BE49-F238E27FC236}">
                <a16:creationId xmlns:a16="http://schemas.microsoft.com/office/drawing/2014/main" id="{B4613E75-6D8D-8C31-ED70-06CD63C94F32}"/>
              </a:ext>
            </a:extLst>
          </p:cNvPr>
          <p:cNvGraphicFramePr>
            <a:graphicFrameLocks noGrp="1"/>
          </p:cNvGraphicFramePr>
          <p:nvPr/>
        </p:nvGraphicFramePr>
        <p:xfrm>
          <a:off x="171450" y="4975226"/>
          <a:ext cx="5230415" cy="518160"/>
        </p:xfrm>
        <a:graphic>
          <a:graphicData uri="http://schemas.openxmlformats.org/drawingml/2006/table">
            <a:tbl>
              <a:tblPr firstRow="1" bandRow="1">
                <a:tableStyleId>{5C22544A-7EE6-4342-B048-85BDC9FD1C3A}</a:tableStyleId>
              </a:tblPr>
              <a:tblGrid>
                <a:gridCol w="1581150">
                  <a:extLst>
                    <a:ext uri="{9D8B030D-6E8A-4147-A177-3AD203B41FA5}">
                      <a16:colId xmlns:a16="http://schemas.microsoft.com/office/drawing/2014/main" val="262143033"/>
                    </a:ext>
                  </a:extLst>
                </a:gridCol>
                <a:gridCol w="729853">
                  <a:extLst>
                    <a:ext uri="{9D8B030D-6E8A-4147-A177-3AD203B41FA5}">
                      <a16:colId xmlns:a16="http://schemas.microsoft.com/office/drawing/2014/main" val="1721870662"/>
                    </a:ext>
                  </a:extLst>
                </a:gridCol>
                <a:gridCol w="729853">
                  <a:extLst>
                    <a:ext uri="{9D8B030D-6E8A-4147-A177-3AD203B41FA5}">
                      <a16:colId xmlns:a16="http://schemas.microsoft.com/office/drawing/2014/main" val="1601874909"/>
                    </a:ext>
                  </a:extLst>
                </a:gridCol>
                <a:gridCol w="729853">
                  <a:extLst>
                    <a:ext uri="{9D8B030D-6E8A-4147-A177-3AD203B41FA5}">
                      <a16:colId xmlns:a16="http://schemas.microsoft.com/office/drawing/2014/main" val="1029108326"/>
                    </a:ext>
                  </a:extLst>
                </a:gridCol>
                <a:gridCol w="729853">
                  <a:extLst>
                    <a:ext uri="{9D8B030D-6E8A-4147-A177-3AD203B41FA5}">
                      <a16:colId xmlns:a16="http://schemas.microsoft.com/office/drawing/2014/main" val="346975862"/>
                    </a:ext>
                  </a:extLst>
                </a:gridCol>
                <a:gridCol w="729853">
                  <a:extLst>
                    <a:ext uri="{9D8B030D-6E8A-4147-A177-3AD203B41FA5}">
                      <a16:colId xmlns:a16="http://schemas.microsoft.com/office/drawing/2014/main" val="2538839697"/>
                    </a:ext>
                  </a:extLst>
                </a:gridCol>
              </a:tblGrid>
              <a:tr h="212328">
                <a:tc>
                  <a:txBody>
                    <a:bodyPr/>
                    <a:lstStyle/>
                    <a:p>
                      <a:r>
                        <a:rPr lang="en-GB" sz="1100" b="0">
                          <a:solidFill>
                            <a:schemeClr val="tx1"/>
                          </a:solidFill>
                        </a:rPr>
                        <a:t>High Scenario</a:t>
                      </a:r>
                    </a:p>
                  </a:txBody>
                  <a:tcPr>
                    <a:solidFill>
                      <a:schemeClr val="bg1">
                        <a:lumMod val="95000"/>
                      </a:schemeClr>
                    </a:solidFill>
                  </a:tcPr>
                </a:tc>
                <a:tc>
                  <a:txBody>
                    <a:bodyPr/>
                    <a:lstStyle/>
                    <a:p>
                      <a:pPr algn="ctr" rtl="0" fontAlgn="ctr">
                        <a:buNone/>
                      </a:pPr>
                      <a:r>
                        <a:rPr lang="en-GB" sz="1400" b="0" i="0" u="none" strike="noStrike">
                          <a:solidFill>
                            <a:srgbClr val="000000"/>
                          </a:solidFill>
                          <a:effectLst/>
                          <a:latin typeface="Arial" panose="020B0604020202020204" pitchFamily="34" charset="0"/>
                        </a:rPr>
                        <a:t>TBC</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830397639"/>
                  </a:ext>
                </a:extLst>
              </a:tr>
              <a:tr h="212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Budget Commitment</a:t>
                      </a:r>
                    </a:p>
                  </a:txBody>
                  <a:tcP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TBC</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2128844127"/>
                  </a:ext>
                </a:extLst>
              </a:tr>
            </a:tbl>
          </a:graphicData>
        </a:graphic>
      </p:graphicFrame>
      <p:sp>
        <p:nvSpPr>
          <p:cNvPr id="211" name="Rectangle 210">
            <a:extLst>
              <a:ext uri="{FF2B5EF4-FFF2-40B4-BE49-F238E27FC236}">
                <a16:creationId xmlns:a16="http://schemas.microsoft.com/office/drawing/2014/main" id="{18160551-DC02-87A1-F55B-25B1C7F49824}"/>
              </a:ext>
            </a:extLst>
          </p:cNvPr>
          <p:cNvSpPr/>
          <p:nvPr/>
        </p:nvSpPr>
        <p:spPr>
          <a:xfrm>
            <a:off x="189781" y="4784621"/>
            <a:ext cx="1089128" cy="19208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Cost Base</a:t>
            </a:r>
          </a:p>
        </p:txBody>
      </p:sp>
      <p:graphicFrame>
        <p:nvGraphicFramePr>
          <p:cNvPr id="212" name="Table 211">
            <a:extLst>
              <a:ext uri="{FF2B5EF4-FFF2-40B4-BE49-F238E27FC236}">
                <a16:creationId xmlns:a16="http://schemas.microsoft.com/office/drawing/2014/main" id="{5932E841-061B-30FC-2326-7BE5AB3CC190}"/>
              </a:ext>
            </a:extLst>
          </p:cNvPr>
          <p:cNvGraphicFramePr>
            <a:graphicFrameLocks noGrp="1"/>
          </p:cNvGraphicFramePr>
          <p:nvPr/>
        </p:nvGraphicFramePr>
        <p:xfrm>
          <a:off x="171450" y="5961803"/>
          <a:ext cx="5230415" cy="518160"/>
        </p:xfrm>
        <a:graphic>
          <a:graphicData uri="http://schemas.openxmlformats.org/drawingml/2006/table">
            <a:tbl>
              <a:tblPr firstRow="1" bandRow="1">
                <a:tableStyleId>{5C22544A-7EE6-4342-B048-85BDC9FD1C3A}</a:tableStyleId>
              </a:tblPr>
              <a:tblGrid>
                <a:gridCol w="1581150">
                  <a:extLst>
                    <a:ext uri="{9D8B030D-6E8A-4147-A177-3AD203B41FA5}">
                      <a16:colId xmlns:a16="http://schemas.microsoft.com/office/drawing/2014/main" val="262143033"/>
                    </a:ext>
                  </a:extLst>
                </a:gridCol>
                <a:gridCol w="729853">
                  <a:extLst>
                    <a:ext uri="{9D8B030D-6E8A-4147-A177-3AD203B41FA5}">
                      <a16:colId xmlns:a16="http://schemas.microsoft.com/office/drawing/2014/main" val="1721870662"/>
                    </a:ext>
                  </a:extLst>
                </a:gridCol>
                <a:gridCol w="729853">
                  <a:extLst>
                    <a:ext uri="{9D8B030D-6E8A-4147-A177-3AD203B41FA5}">
                      <a16:colId xmlns:a16="http://schemas.microsoft.com/office/drawing/2014/main" val="1601874909"/>
                    </a:ext>
                  </a:extLst>
                </a:gridCol>
                <a:gridCol w="729853">
                  <a:extLst>
                    <a:ext uri="{9D8B030D-6E8A-4147-A177-3AD203B41FA5}">
                      <a16:colId xmlns:a16="http://schemas.microsoft.com/office/drawing/2014/main" val="1029108326"/>
                    </a:ext>
                  </a:extLst>
                </a:gridCol>
                <a:gridCol w="729853">
                  <a:extLst>
                    <a:ext uri="{9D8B030D-6E8A-4147-A177-3AD203B41FA5}">
                      <a16:colId xmlns:a16="http://schemas.microsoft.com/office/drawing/2014/main" val="346975862"/>
                    </a:ext>
                  </a:extLst>
                </a:gridCol>
                <a:gridCol w="729853">
                  <a:extLst>
                    <a:ext uri="{9D8B030D-6E8A-4147-A177-3AD203B41FA5}">
                      <a16:colId xmlns:a16="http://schemas.microsoft.com/office/drawing/2014/main" val="2538839697"/>
                    </a:ext>
                  </a:extLst>
                </a:gridCol>
              </a:tblGrid>
              <a:tr h="212328">
                <a:tc>
                  <a:txBody>
                    <a:bodyPr/>
                    <a:lstStyle/>
                    <a:p>
                      <a:r>
                        <a:rPr lang="en-GB" sz="1100" b="0">
                          <a:solidFill>
                            <a:schemeClr val="tx1"/>
                          </a:solidFill>
                        </a:rPr>
                        <a:t>High Scenario</a:t>
                      </a:r>
                    </a:p>
                  </a:txBody>
                  <a:tcPr>
                    <a:solidFill>
                      <a:schemeClr val="bg1">
                        <a:lumMod val="95000"/>
                      </a:schemeClr>
                    </a:solidFill>
                  </a:tcPr>
                </a:tc>
                <a:tc>
                  <a:txBody>
                    <a:bodyPr/>
                    <a:lstStyle/>
                    <a:p>
                      <a:pPr algn="ctr" rtl="0" fontAlgn="ctr">
                        <a:buNone/>
                      </a:pPr>
                      <a:r>
                        <a:rPr lang="en-GB" sz="1400" b="0" i="0" u="none" strike="noStrike">
                          <a:solidFill>
                            <a:srgbClr val="000000"/>
                          </a:solidFill>
                          <a:effectLst/>
                          <a:latin typeface="Arial" panose="020B0604020202020204" pitchFamily="34" charset="0"/>
                        </a:rPr>
                        <a:t>TBC</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830397639"/>
                  </a:ext>
                </a:extLst>
              </a:tr>
              <a:tr h="212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Budget Commitment</a:t>
                      </a:r>
                    </a:p>
                  </a:txBody>
                  <a:tcP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TBC</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2128844127"/>
                  </a:ext>
                </a:extLst>
              </a:tr>
            </a:tbl>
          </a:graphicData>
        </a:graphic>
      </p:graphicFrame>
      <p:sp>
        <p:nvSpPr>
          <p:cNvPr id="218" name="Rectangle 217">
            <a:extLst>
              <a:ext uri="{FF2B5EF4-FFF2-40B4-BE49-F238E27FC236}">
                <a16:creationId xmlns:a16="http://schemas.microsoft.com/office/drawing/2014/main" id="{67C52A24-2E1F-7BFE-F73A-D0A6905E42A7}"/>
              </a:ext>
            </a:extLst>
          </p:cNvPr>
          <p:cNvSpPr/>
          <p:nvPr/>
        </p:nvSpPr>
        <p:spPr>
          <a:xfrm>
            <a:off x="189781" y="5771198"/>
            <a:ext cx="1089128" cy="19208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Net Position</a:t>
            </a:r>
          </a:p>
        </p:txBody>
      </p:sp>
      <p:graphicFrame>
        <p:nvGraphicFramePr>
          <p:cNvPr id="229" name="Table 228">
            <a:extLst>
              <a:ext uri="{FF2B5EF4-FFF2-40B4-BE49-F238E27FC236}">
                <a16:creationId xmlns:a16="http://schemas.microsoft.com/office/drawing/2014/main" id="{7560741F-ACCF-678B-59C8-5EF5DC5AAD9F}"/>
              </a:ext>
            </a:extLst>
          </p:cNvPr>
          <p:cNvGraphicFramePr>
            <a:graphicFrameLocks noGrp="1"/>
          </p:cNvGraphicFramePr>
          <p:nvPr/>
        </p:nvGraphicFramePr>
        <p:xfrm>
          <a:off x="5818823" y="2093913"/>
          <a:ext cx="6068913" cy="2072640"/>
        </p:xfrm>
        <a:graphic>
          <a:graphicData uri="http://schemas.openxmlformats.org/drawingml/2006/table">
            <a:tbl>
              <a:tblPr firstRow="1" bandRow="1">
                <a:tableStyleId>{5C22544A-7EE6-4342-B048-85BDC9FD1C3A}</a:tableStyleId>
              </a:tblPr>
              <a:tblGrid>
                <a:gridCol w="1546859">
                  <a:extLst>
                    <a:ext uri="{9D8B030D-6E8A-4147-A177-3AD203B41FA5}">
                      <a16:colId xmlns:a16="http://schemas.microsoft.com/office/drawing/2014/main" val="262143033"/>
                    </a:ext>
                  </a:extLst>
                </a:gridCol>
                <a:gridCol w="429377">
                  <a:extLst>
                    <a:ext uri="{9D8B030D-6E8A-4147-A177-3AD203B41FA5}">
                      <a16:colId xmlns:a16="http://schemas.microsoft.com/office/drawing/2014/main" val="1721870662"/>
                    </a:ext>
                  </a:extLst>
                </a:gridCol>
                <a:gridCol w="474812">
                  <a:extLst>
                    <a:ext uri="{9D8B030D-6E8A-4147-A177-3AD203B41FA5}">
                      <a16:colId xmlns:a16="http://schemas.microsoft.com/office/drawing/2014/main" val="1601874909"/>
                    </a:ext>
                  </a:extLst>
                </a:gridCol>
                <a:gridCol w="425444">
                  <a:extLst>
                    <a:ext uri="{9D8B030D-6E8A-4147-A177-3AD203B41FA5}">
                      <a16:colId xmlns:a16="http://schemas.microsoft.com/office/drawing/2014/main" val="1029108326"/>
                    </a:ext>
                  </a:extLst>
                </a:gridCol>
                <a:gridCol w="425444">
                  <a:extLst>
                    <a:ext uri="{9D8B030D-6E8A-4147-A177-3AD203B41FA5}">
                      <a16:colId xmlns:a16="http://schemas.microsoft.com/office/drawing/2014/main" val="346975862"/>
                    </a:ext>
                  </a:extLst>
                </a:gridCol>
                <a:gridCol w="425444">
                  <a:extLst>
                    <a:ext uri="{9D8B030D-6E8A-4147-A177-3AD203B41FA5}">
                      <a16:colId xmlns:a16="http://schemas.microsoft.com/office/drawing/2014/main" val="2538839697"/>
                    </a:ext>
                  </a:extLst>
                </a:gridCol>
                <a:gridCol w="214313">
                  <a:extLst>
                    <a:ext uri="{9D8B030D-6E8A-4147-A177-3AD203B41FA5}">
                      <a16:colId xmlns:a16="http://schemas.microsoft.com/office/drawing/2014/main" val="278534971"/>
                    </a:ext>
                  </a:extLst>
                </a:gridCol>
                <a:gridCol w="425444">
                  <a:extLst>
                    <a:ext uri="{9D8B030D-6E8A-4147-A177-3AD203B41FA5}">
                      <a16:colId xmlns:a16="http://schemas.microsoft.com/office/drawing/2014/main" val="2104472613"/>
                    </a:ext>
                  </a:extLst>
                </a:gridCol>
                <a:gridCol w="425444">
                  <a:extLst>
                    <a:ext uri="{9D8B030D-6E8A-4147-A177-3AD203B41FA5}">
                      <a16:colId xmlns:a16="http://schemas.microsoft.com/office/drawing/2014/main" val="974560783"/>
                    </a:ext>
                  </a:extLst>
                </a:gridCol>
                <a:gridCol w="425444">
                  <a:extLst>
                    <a:ext uri="{9D8B030D-6E8A-4147-A177-3AD203B41FA5}">
                      <a16:colId xmlns:a16="http://schemas.microsoft.com/office/drawing/2014/main" val="932835530"/>
                    </a:ext>
                  </a:extLst>
                </a:gridCol>
                <a:gridCol w="425444">
                  <a:extLst>
                    <a:ext uri="{9D8B030D-6E8A-4147-A177-3AD203B41FA5}">
                      <a16:colId xmlns:a16="http://schemas.microsoft.com/office/drawing/2014/main" val="2821003846"/>
                    </a:ext>
                  </a:extLst>
                </a:gridCol>
                <a:gridCol w="425444">
                  <a:extLst>
                    <a:ext uri="{9D8B030D-6E8A-4147-A177-3AD203B41FA5}">
                      <a16:colId xmlns:a16="http://schemas.microsoft.com/office/drawing/2014/main" val="4017866570"/>
                    </a:ext>
                  </a:extLst>
                </a:gridCol>
              </a:tblGrid>
              <a:tr h="179799">
                <a:tc>
                  <a:txBody>
                    <a:bodyPr/>
                    <a:lstStyle/>
                    <a:p>
                      <a:r>
                        <a:rPr lang="en-GB" sz="1100">
                          <a:solidFill>
                            <a:schemeClr val="bg1"/>
                          </a:solidFill>
                        </a:rPr>
                        <a:t>CRF $M</a:t>
                      </a:r>
                    </a:p>
                  </a:txBody>
                  <a:tcPr>
                    <a:solidFill>
                      <a:schemeClr val="accent4"/>
                    </a:solid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chemeClr val="accent4"/>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chemeClr val="accent4"/>
                    </a:solidFill>
                  </a:tcPr>
                </a:tc>
                <a:extLst>
                  <a:ext uri="{0D108BD9-81ED-4DB2-BD59-A6C34878D82A}">
                    <a16:rowId xmlns:a16="http://schemas.microsoft.com/office/drawing/2014/main" val="830397639"/>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Existing (3% share)</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4.7</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4.9</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5.0</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5.2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5.3</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4.7</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4.9</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5.0</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5.2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5.3</a:t>
                      </a:r>
                    </a:p>
                  </a:txBody>
                  <a:tcPr marL="0" marR="0" marT="0" marB="0" anchor="ctr">
                    <a:solidFill>
                      <a:schemeClr val="bg1">
                        <a:lumMod val="95000"/>
                      </a:schemeClr>
                    </a:solidFill>
                  </a:tcPr>
                </a:tc>
                <a:extLst>
                  <a:ext uri="{0D108BD9-81ED-4DB2-BD59-A6C34878D82A}">
                    <a16:rowId xmlns:a16="http://schemas.microsoft.com/office/drawing/2014/main" val="2128844127"/>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Win Build at signing</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0.3</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1.0</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2.0</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3.0</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0.3</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1.0</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2.0</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3.0</a:t>
                      </a:r>
                    </a:p>
                  </a:txBody>
                  <a:tcPr marL="0" marR="0" marT="0" marB="0" anchor="ctr">
                    <a:solidFill>
                      <a:schemeClr val="bg1">
                        <a:lumMod val="95000"/>
                      </a:schemeClr>
                    </a:solidFill>
                  </a:tcPr>
                </a:tc>
                <a:extLst>
                  <a:ext uri="{0D108BD9-81ED-4DB2-BD59-A6C34878D82A}">
                    <a16:rowId xmlns:a16="http://schemas.microsoft.com/office/drawing/2014/main" val="1259534407"/>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Other accelerate</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0.8</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2.0</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3.4</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4.8</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t>
                      </a: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0.8</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2.0</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3.4</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4.8</a:t>
                      </a:r>
                    </a:p>
                  </a:txBody>
                  <a:tcPr marL="0" marR="0" marT="0" marB="0" anchor="ctr">
                    <a:solidFill>
                      <a:schemeClr val="bg1">
                        <a:lumMod val="95000"/>
                      </a:schemeClr>
                    </a:solidFill>
                  </a:tcPr>
                </a:tc>
                <a:extLst>
                  <a:ext uri="{0D108BD9-81ED-4DB2-BD59-A6C34878D82A}">
                    <a16:rowId xmlns:a16="http://schemas.microsoft.com/office/drawing/2014/main" val="2017490822"/>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Step-change (GPO)</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0.4</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1.2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2.0</a:t>
                      </a:r>
                    </a:p>
                  </a:txBody>
                  <a:tcPr marL="0" marR="0" marT="0" marB="0" anchor="ctr">
                    <a:solidFill>
                      <a:schemeClr val="bg1">
                        <a:lumMod val="95000"/>
                      </a:schemeClr>
                    </a:solidFill>
                  </a:tcPr>
                </a:tc>
                <a:extLst>
                  <a:ext uri="{0D108BD9-81ED-4DB2-BD59-A6C34878D82A}">
                    <a16:rowId xmlns:a16="http://schemas.microsoft.com/office/drawing/2014/main" val="2658700520"/>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Total</a:t>
                      </a:r>
                    </a:p>
                  </a:txBody>
                  <a:tcP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4.7</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6.0</a:t>
                      </a:r>
                    </a:p>
                  </a:txBody>
                  <a:tcPr marL="0" marR="0" marT="0" marB="0" anchor="ctr">
                    <a:solidFill>
                      <a:schemeClr val="accent1">
                        <a:lumMod val="40000"/>
                        <a:lumOff val="6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8.0</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10.6</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13.1</a:t>
                      </a: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1" i="0" u="none" strike="noStrike">
                          <a:solidFill>
                            <a:srgbClr val="000000"/>
                          </a:solidFill>
                          <a:effectLst/>
                          <a:latin typeface="Aptos Narrow" panose="020B0004020202020204" pitchFamily="34" charset="0"/>
                        </a:rPr>
                        <a:t>4.7</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6.0</a:t>
                      </a:r>
                    </a:p>
                  </a:txBody>
                  <a:tcPr marL="0" marR="0" marT="0" marB="0" anchor="ctr">
                    <a:solidFill>
                      <a:schemeClr val="accent1">
                        <a:lumMod val="40000"/>
                        <a:lumOff val="6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8.4</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11.8</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15.1</a:t>
                      </a:r>
                    </a:p>
                  </a:txBody>
                  <a:tcPr marL="0" marR="0" marT="0" marB="0" anchor="ctr">
                    <a:solidFill>
                      <a:schemeClr val="tx2">
                        <a:lumMod val="20000"/>
                        <a:lumOff val="80000"/>
                      </a:schemeClr>
                    </a:solidFill>
                  </a:tcPr>
                </a:tc>
                <a:extLst>
                  <a:ext uri="{0D108BD9-81ED-4DB2-BD59-A6C34878D82A}">
                    <a16:rowId xmlns:a16="http://schemas.microsoft.com/office/drawing/2014/main" val="2287648924"/>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3% Baseline</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4.7</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4.9</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5.0</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5.2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5.3</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4.7</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4.9</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5.0</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5.2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5.3</a:t>
                      </a:r>
                    </a:p>
                  </a:txBody>
                  <a:tcPr marL="0" marR="0" marT="0" marB="0" anchor="ctr">
                    <a:solidFill>
                      <a:schemeClr val="bg1">
                        <a:lumMod val="95000"/>
                      </a:schemeClr>
                    </a:solidFill>
                  </a:tcPr>
                </a:tc>
                <a:extLst>
                  <a:ext uri="{0D108BD9-81ED-4DB2-BD59-A6C34878D82A}">
                    <a16:rowId xmlns:a16="http://schemas.microsoft.com/office/drawing/2014/main" val="1156686138"/>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a:ln>
                            <a:noFill/>
                          </a:ln>
                          <a:solidFill>
                            <a:srgbClr val="000000"/>
                          </a:solidFill>
                          <a:effectLst/>
                          <a:uLnTx/>
                          <a:uFillTx/>
                          <a:latin typeface="Arial" panose="020B0604020202020204"/>
                          <a:ea typeface="+mn-ea"/>
                          <a:cs typeface="+mn-cs"/>
                        </a:rPr>
                        <a:t>Incremental CRF</a:t>
                      </a:r>
                    </a:p>
                  </a:txBody>
                  <a:tcP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a:t>
                      </a:r>
                    </a:p>
                  </a:txBody>
                  <a:tcPr marL="0" marR="0" marT="0" marB="0" anchor="ctr">
                    <a:solidFill>
                      <a:srgbClr val="F2F2F2"/>
                    </a:solidFill>
                  </a:tcPr>
                </a:tc>
                <a:tc>
                  <a:txBody>
                    <a:bodyPr/>
                    <a:lstStyle/>
                    <a:p>
                      <a:pPr algn="ctr" fontAlgn="b">
                        <a:buNone/>
                      </a:pPr>
                      <a:r>
                        <a:rPr lang="en-GB" sz="1100" b="1" i="1" u="none" strike="noStrike">
                          <a:solidFill>
                            <a:srgbClr val="000000"/>
                          </a:solidFill>
                          <a:effectLst/>
                          <a:latin typeface="Aptos Narrow" panose="020B0004020202020204" pitchFamily="34" charset="0"/>
                        </a:rPr>
                        <a:t>1.1</a:t>
                      </a:r>
                    </a:p>
                  </a:txBody>
                  <a:tcPr marL="0" marR="0" marT="0" marB="0" anchor="ctr">
                    <a:solidFill>
                      <a:srgbClr val="FADDD5"/>
                    </a:solidFill>
                  </a:tcPr>
                </a:tc>
                <a:tc>
                  <a:txBody>
                    <a:bodyPr/>
                    <a:lstStyle/>
                    <a:p>
                      <a:pPr algn="ctr" fontAlgn="b">
                        <a:buNone/>
                      </a:pPr>
                      <a:r>
                        <a:rPr lang="en-GB" sz="1100" b="1" i="1" u="none" strike="noStrike">
                          <a:solidFill>
                            <a:srgbClr val="000000"/>
                          </a:solidFill>
                          <a:effectLst/>
                          <a:latin typeface="Aptos Narrow" panose="020B0004020202020204" pitchFamily="34" charset="0"/>
                        </a:rPr>
                        <a:t>3.0</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5.4</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7.8</a:t>
                      </a: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1" i="1"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1.1</a:t>
                      </a:r>
                    </a:p>
                  </a:txBody>
                  <a:tcPr marL="0" marR="0" marT="0" marB="0" anchor="ctr">
                    <a:solidFill>
                      <a:srgbClr val="FADDD5"/>
                    </a:solidFill>
                  </a:tcPr>
                </a:tc>
                <a:tc>
                  <a:txBody>
                    <a:bodyPr/>
                    <a:lstStyle/>
                    <a:p>
                      <a:pPr algn="ctr" fontAlgn="b">
                        <a:buNone/>
                      </a:pPr>
                      <a:r>
                        <a:rPr lang="en-GB" sz="1100" b="1" i="1" u="none" strike="noStrike">
                          <a:solidFill>
                            <a:srgbClr val="000000"/>
                          </a:solidFill>
                          <a:effectLst/>
                          <a:latin typeface="Aptos Narrow" panose="020B0004020202020204" pitchFamily="34" charset="0"/>
                        </a:rPr>
                        <a:t>3.4</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6.6</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9.8</a:t>
                      </a:r>
                    </a:p>
                  </a:txBody>
                  <a:tcPr marL="0" marR="0" marT="0" marB="0" anchor="ctr">
                    <a:solidFill>
                      <a:schemeClr val="bg1">
                        <a:lumMod val="95000"/>
                      </a:schemeClr>
                    </a:solidFill>
                  </a:tcPr>
                </a:tc>
                <a:extLst>
                  <a:ext uri="{0D108BD9-81ED-4DB2-BD59-A6C34878D82A}">
                    <a16:rowId xmlns:a16="http://schemas.microsoft.com/office/drawing/2014/main" val="3495859299"/>
                  </a:ext>
                </a:extLst>
              </a:tr>
            </a:tbl>
          </a:graphicData>
        </a:graphic>
      </p:graphicFrame>
      <p:sp>
        <p:nvSpPr>
          <p:cNvPr id="236" name="Rectangle 235">
            <a:extLst>
              <a:ext uri="{FF2B5EF4-FFF2-40B4-BE49-F238E27FC236}">
                <a16:creationId xmlns:a16="http://schemas.microsoft.com/office/drawing/2014/main" id="{FF610D51-F3D5-BDB4-5DC8-D678E076BD47}"/>
              </a:ext>
            </a:extLst>
          </p:cNvPr>
          <p:cNvSpPr/>
          <p:nvPr/>
        </p:nvSpPr>
        <p:spPr>
          <a:xfrm>
            <a:off x="7386007" y="1776413"/>
            <a:ext cx="2096659" cy="24923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Budget Scenario</a:t>
            </a:r>
          </a:p>
        </p:txBody>
      </p:sp>
      <p:sp>
        <p:nvSpPr>
          <p:cNvPr id="237" name="Rectangle 236">
            <a:extLst>
              <a:ext uri="{FF2B5EF4-FFF2-40B4-BE49-F238E27FC236}">
                <a16:creationId xmlns:a16="http://schemas.microsoft.com/office/drawing/2014/main" id="{AD7F3CBB-715F-01B5-3710-7FCBBD558AB9}"/>
              </a:ext>
            </a:extLst>
          </p:cNvPr>
          <p:cNvSpPr/>
          <p:nvPr/>
        </p:nvSpPr>
        <p:spPr>
          <a:xfrm>
            <a:off x="9791077" y="1776413"/>
            <a:ext cx="2096659" cy="24923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High Scenario</a:t>
            </a:r>
          </a:p>
        </p:txBody>
      </p:sp>
      <p:graphicFrame>
        <p:nvGraphicFramePr>
          <p:cNvPr id="239" name="Table 238">
            <a:extLst>
              <a:ext uri="{FF2B5EF4-FFF2-40B4-BE49-F238E27FC236}">
                <a16:creationId xmlns:a16="http://schemas.microsoft.com/office/drawing/2014/main" id="{1D7813D0-87DC-E82E-F006-14A83F56CE5E}"/>
              </a:ext>
            </a:extLst>
          </p:cNvPr>
          <p:cNvGraphicFramePr>
            <a:graphicFrameLocks noGrp="1"/>
          </p:cNvGraphicFramePr>
          <p:nvPr/>
        </p:nvGraphicFramePr>
        <p:xfrm>
          <a:off x="5818823" y="4407323"/>
          <a:ext cx="6068913" cy="2072640"/>
        </p:xfrm>
        <a:graphic>
          <a:graphicData uri="http://schemas.openxmlformats.org/drawingml/2006/table">
            <a:tbl>
              <a:tblPr firstRow="1" bandRow="1">
                <a:tableStyleId>{5C22544A-7EE6-4342-B048-85BDC9FD1C3A}</a:tableStyleId>
              </a:tblPr>
              <a:tblGrid>
                <a:gridCol w="1546859">
                  <a:extLst>
                    <a:ext uri="{9D8B030D-6E8A-4147-A177-3AD203B41FA5}">
                      <a16:colId xmlns:a16="http://schemas.microsoft.com/office/drawing/2014/main" val="262143033"/>
                    </a:ext>
                  </a:extLst>
                </a:gridCol>
                <a:gridCol w="429377">
                  <a:extLst>
                    <a:ext uri="{9D8B030D-6E8A-4147-A177-3AD203B41FA5}">
                      <a16:colId xmlns:a16="http://schemas.microsoft.com/office/drawing/2014/main" val="1721870662"/>
                    </a:ext>
                  </a:extLst>
                </a:gridCol>
                <a:gridCol w="474812">
                  <a:extLst>
                    <a:ext uri="{9D8B030D-6E8A-4147-A177-3AD203B41FA5}">
                      <a16:colId xmlns:a16="http://schemas.microsoft.com/office/drawing/2014/main" val="1601874909"/>
                    </a:ext>
                  </a:extLst>
                </a:gridCol>
                <a:gridCol w="425444">
                  <a:extLst>
                    <a:ext uri="{9D8B030D-6E8A-4147-A177-3AD203B41FA5}">
                      <a16:colId xmlns:a16="http://schemas.microsoft.com/office/drawing/2014/main" val="1029108326"/>
                    </a:ext>
                  </a:extLst>
                </a:gridCol>
                <a:gridCol w="425444">
                  <a:extLst>
                    <a:ext uri="{9D8B030D-6E8A-4147-A177-3AD203B41FA5}">
                      <a16:colId xmlns:a16="http://schemas.microsoft.com/office/drawing/2014/main" val="346975862"/>
                    </a:ext>
                  </a:extLst>
                </a:gridCol>
                <a:gridCol w="425444">
                  <a:extLst>
                    <a:ext uri="{9D8B030D-6E8A-4147-A177-3AD203B41FA5}">
                      <a16:colId xmlns:a16="http://schemas.microsoft.com/office/drawing/2014/main" val="2538839697"/>
                    </a:ext>
                  </a:extLst>
                </a:gridCol>
                <a:gridCol w="214313">
                  <a:extLst>
                    <a:ext uri="{9D8B030D-6E8A-4147-A177-3AD203B41FA5}">
                      <a16:colId xmlns:a16="http://schemas.microsoft.com/office/drawing/2014/main" val="278534971"/>
                    </a:ext>
                  </a:extLst>
                </a:gridCol>
                <a:gridCol w="425444">
                  <a:extLst>
                    <a:ext uri="{9D8B030D-6E8A-4147-A177-3AD203B41FA5}">
                      <a16:colId xmlns:a16="http://schemas.microsoft.com/office/drawing/2014/main" val="2104472613"/>
                    </a:ext>
                  </a:extLst>
                </a:gridCol>
                <a:gridCol w="425444">
                  <a:extLst>
                    <a:ext uri="{9D8B030D-6E8A-4147-A177-3AD203B41FA5}">
                      <a16:colId xmlns:a16="http://schemas.microsoft.com/office/drawing/2014/main" val="974560783"/>
                    </a:ext>
                  </a:extLst>
                </a:gridCol>
                <a:gridCol w="425444">
                  <a:extLst>
                    <a:ext uri="{9D8B030D-6E8A-4147-A177-3AD203B41FA5}">
                      <a16:colId xmlns:a16="http://schemas.microsoft.com/office/drawing/2014/main" val="932835530"/>
                    </a:ext>
                  </a:extLst>
                </a:gridCol>
                <a:gridCol w="425444">
                  <a:extLst>
                    <a:ext uri="{9D8B030D-6E8A-4147-A177-3AD203B41FA5}">
                      <a16:colId xmlns:a16="http://schemas.microsoft.com/office/drawing/2014/main" val="2821003846"/>
                    </a:ext>
                  </a:extLst>
                </a:gridCol>
                <a:gridCol w="425444">
                  <a:extLst>
                    <a:ext uri="{9D8B030D-6E8A-4147-A177-3AD203B41FA5}">
                      <a16:colId xmlns:a16="http://schemas.microsoft.com/office/drawing/2014/main" val="4017866570"/>
                    </a:ext>
                  </a:extLst>
                </a:gridCol>
              </a:tblGrid>
              <a:tr h="0">
                <a:tc>
                  <a:txBody>
                    <a:bodyPr/>
                    <a:lstStyle/>
                    <a:p>
                      <a:r>
                        <a:rPr lang="en-GB" sz="1100">
                          <a:solidFill>
                            <a:schemeClr val="bg1"/>
                          </a:solidFill>
                        </a:rPr>
                        <a:t>Cost Base $M</a:t>
                      </a:r>
                    </a:p>
                  </a:txBody>
                  <a:tcPr>
                    <a:solidFill>
                      <a:srgbClr val="1F4456"/>
                    </a:solid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rgbClr val="1F4456"/>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rgbClr val="1F4456"/>
                    </a:solidFill>
                  </a:tcPr>
                </a:tc>
                <a:extLst>
                  <a:ext uri="{0D108BD9-81ED-4DB2-BD59-A6C34878D82A}">
                    <a16:rowId xmlns:a16="http://schemas.microsoft.com/office/drawing/2014/main" val="83039763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Employees</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212884412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Pro-Services</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125953440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Travel + Conference</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t>
                      </a: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201749082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POM &amp; Util’s + Other</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2658700520"/>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Total</a:t>
                      </a:r>
                    </a:p>
                  </a:txBody>
                  <a:tcP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TBC</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accent1">
                        <a:lumMod val="40000"/>
                        <a:lumOff val="6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1" i="0" u="none" strike="noStrike">
                          <a:solidFill>
                            <a:srgbClr val="000000"/>
                          </a:solidFill>
                          <a:effectLst/>
                          <a:latin typeface="Aptos Narrow" panose="020B0004020202020204" pitchFamily="34" charset="0"/>
                        </a:rPr>
                        <a:t>TBC</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accent1">
                        <a:lumMod val="40000"/>
                        <a:lumOff val="6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extLst>
                  <a:ext uri="{0D108BD9-81ED-4DB2-BD59-A6C34878D82A}">
                    <a16:rowId xmlns:a16="http://schemas.microsoft.com/office/drawing/2014/main" val="228764892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Flat Baseline to ‘26</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115668613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a:ln>
                            <a:noFill/>
                          </a:ln>
                          <a:solidFill>
                            <a:srgbClr val="000000"/>
                          </a:solidFill>
                          <a:effectLst/>
                          <a:uLnTx/>
                          <a:uFillTx/>
                          <a:latin typeface="Arial" panose="020B0604020202020204"/>
                          <a:ea typeface="+mn-ea"/>
                          <a:cs typeface="+mn-cs"/>
                        </a:rPr>
                        <a:t>Var. to Baseline</a:t>
                      </a:r>
                    </a:p>
                  </a:txBody>
                  <a:tcP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3495859299"/>
                  </a:ext>
                </a:extLst>
              </a:tr>
            </a:tbl>
          </a:graphicData>
        </a:graphic>
      </p:graphicFrame>
      <p:cxnSp>
        <p:nvCxnSpPr>
          <p:cNvPr id="280" name="Straight Connector 279">
            <a:extLst>
              <a:ext uri="{FF2B5EF4-FFF2-40B4-BE49-F238E27FC236}">
                <a16:creationId xmlns:a16="http://schemas.microsoft.com/office/drawing/2014/main" id="{5DC39A9A-770A-16D2-9D85-1E82670BE1BE}"/>
              </a:ext>
            </a:extLst>
          </p:cNvPr>
          <p:cNvCxnSpPr/>
          <p:nvPr/>
        </p:nvCxnSpPr>
        <p:spPr>
          <a:xfrm>
            <a:off x="189781" y="4694873"/>
            <a:ext cx="528645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1" name="Straight Connector 280">
            <a:extLst>
              <a:ext uri="{FF2B5EF4-FFF2-40B4-BE49-F238E27FC236}">
                <a16:creationId xmlns:a16="http://schemas.microsoft.com/office/drawing/2014/main" id="{C2D2CB95-F760-8C12-8F1B-8CCCD932E983}"/>
              </a:ext>
            </a:extLst>
          </p:cNvPr>
          <p:cNvCxnSpPr/>
          <p:nvPr/>
        </p:nvCxnSpPr>
        <p:spPr>
          <a:xfrm>
            <a:off x="189781" y="5619433"/>
            <a:ext cx="528645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2" name="Straight Connector 281">
            <a:extLst>
              <a:ext uri="{FF2B5EF4-FFF2-40B4-BE49-F238E27FC236}">
                <a16:creationId xmlns:a16="http://schemas.microsoft.com/office/drawing/2014/main" id="{CF82DBFD-38B5-1AE7-DF71-5791C4FDBC18}"/>
              </a:ext>
            </a:extLst>
          </p:cNvPr>
          <p:cNvCxnSpPr>
            <a:cxnSpLocks/>
          </p:cNvCxnSpPr>
          <p:nvPr/>
        </p:nvCxnSpPr>
        <p:spPr>
          <a:xfrm>
            <a:off x="5740527" y="4268153"/>
            <a:ext cx="629907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3" name="Straight Connector 282">
            <a:extLst>
              <a:ext uri="{FF2B5EF4-FFF2-40B4-BE49-F238E27FC236}">
                <a16:creationId xmlns:a16="http://schemas.microsoft.com/office/drawing/2014/main" id="{C217342C-73A8-EEAF-5B23-4D3CD8A484CD}"/>
              </a:ext>
            </a:extLst>
          </p:cNvPr>
          <p:cNvCxnSpPr>
            <a:cxnSpLocks/>
          </p:cNvCxnSpPr>
          <p:nvPr/>
        </p:nvCxnSpPr>
        <p:spPr>
          <a:xfrm>
            <a:off x="5740527" y="6625273"/>
            <a:ext cx="621412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7" name="Straight Connector 286">
            <a:extLst>
              <a:ext uri="{FF2B5EF4-FFF2-40B4-BE49-F238E27FC236}">
                <a16:creationId xmlns:a16="http://schemas.microsoft.com/office/drawing/2014/main" id="{D2D06479-E7F1-97D6-4E58-2FE44B39FF4A}"/>
              </a:ext>
            </a:extLst>
          </p:cNvPr>
          <p:cNvCxnSpPr/>
          <p:nvPr/>
        </p:nvCxnSpPr>
        <p:spPr>
          <a:xfrm>
            <a:off x="5476240" y="5619433"/>
            <a:ext cx="264287" cy="100584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9" name="Straight Connector 288">
            <a:extLst>
              <a:ext uri="{FF2B5EF4-FFF2-40B4-BE49-F238E27FC236}">
                <a16:creationId xmlns:a16="http://schemas.microsoft.com/office/drawing/2014/main" id="{B7B8DA25-C731-745B-0AC8-F60721DB2F89}"/>
              </a:ext>
            </a:extLst>
          </p:cNvPr>
          <p:cNvCxnSpPr/>
          <p:nvPr/>
        </p:nvCxnSpPr>
        <p:spPr>
          <a:xfrm flipV="1">
            <a:off x="5476240" y="4268153"/>
            <a:ext cx="264287" cy="426720"/>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290" name="Table 289">
            <a:extLst>
              <a:ext uri="{FF2B5EF4-FFF2-40B4-BE49-F238E27FC236}">
                <a16:creationId xmlns:a16="http://schemas.microsoft.com/office/drawing/2014/main" id="{22FCB714-41BA-4B1C-94EB-64908F5D0D43}"/>
              </a:ext>
            </a:extLst>
          </p:cNvPr>
          <p:cNvGraphicFramePr>
            <a:graphicFrameLocks noGrp="1"/>
          </p:cNvGraphicFramePr>
          <p:nvPr/>
        </p:nvGraphicFramePr>
        <p:xfrm>
          <a:off x="1788160" y="1777526"/>
          <a:ext cx="3688080" cy="242411"/>
        </p:xfrm>
        <a:graphic>
          <a:graphicData uri="http://schemas.openxmlformats.org/drawingml/2006/table">
            <a:tbl>
              <a:tblPr firstRow="1" bandRow="1">
                <a:tableStyleId>{5C22544A-7EE6-4342-B048-85BDC9FD1C3A}</a:tableStyleId>
              </a:tblPr>
              <a:tblGrid>
                <a:gridCol w="726237">
                  <a:extLst>
                    <a:ext uri="{9D8B030D-6E8A-4147-A177-3AD203B41FA5}">
                      <a16:colId xmlns:a16="http://schemas.microsoft.com/office/drawing/2014/main" val="3830636141"/>
                    </a:ext>
                  </a:extLst>
                </a:gridCol>
                <a:gridCol w="803085">
                  <a:extLst>
                    <a:ext uri="{9D8B030D-6E8A-4147-A177-3AD203B41FA5}">
                      <a16:colId xmlns:a16="http://schemas.microsoft.com/office/drawing/2014/main" val="3683990458"/>
                    </a:ext>
                  </a:extLst>
                </a:gridCol>
                <a:gridCol w="719586">
                  <a:extLst>
                    <a:ext uri="{9D8B030D-6E8A-4147-A177-3AD203B41FA5}">
                      <a16:colId xmlns:a16="http://schemas.microsoft.com/office/drawing/2014/main" val="4284492435"/>
                    </a:ext>
                  </a:extLst>
                </a:gridCol>
                <a:gridCol w="719586">
                  <a:extLst>
                    <a:ext uri="{9D8B030D-6E8A-4147-A177-3AD203B41FA5}">
                      <a16:colId xmlns:a16="http://schemas.microsoft.com/office/drawing/2014/main" val="2811475244"/>
                    </a:ext>
                  </a:extLst>
                </a:gridCol>
                <a:gridCol w="719586">
                  <a:extLst>
                    <a:ext uri="{9D8B030D-6E8A-4147-A177-3AD203B41FA5}">
                      <a16:colId xmlns:a16="http://schemas.microsoft.com/office/drawing/2014/main" val="1032623306"/>
                    </a:ext>
                  </a:extLst>
                </a:gridCol>
              </a:tblGrid>
              <a:tr h="242411">
                <a:tc>
                  <a:txBody>
                    <a:bodyPr/>
                    <a:lstStyle/>
                    <a:p>
                      <a:pPr algn="ctr" rtl="0" fontAlgn="ctr">
                        <a:buNone/>
                      </a:pPr>
                      <a:r>
                        <a:rPr lang="en-GB" sz="1400" b="1" i="0" u="none" strike="noStrike">
                          <a:solidFill>
                            <a:schemeClr val="tx1"/>
                          </a:solidFill>
                          <a:effectLst/>
                          <a:latin typeface="Arial" panose="020B0604020202020204" pitchFamily="34" charset="0"/>
                        </a:rPr>
                        <a:t>26A</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27B  </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28F</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29F</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30F</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24323180"/>
                  </a:ext>
                </a:extLst>
              </a:tr>
            </a:tbl>
          </a:graphicData>
        </a:graphic>
      </p:graphicFrame>
      <p:sp>
        <p:nvSpPr>
          <p:cNvPr id="291" name="Rectangle 290">
            <a:extLst>
              <a:ext uri="{FF2B5EF4-FFF2-40B4-BE49-F238E27FC236}">
                <a16:creationId xmlns:a16="http://schemas.microsoft.com/office/drawing/2014/main" id="{824C70D8-BE3E-E893-29D3-427F298CA443}"/>
              </a:ext>
            </a:extLst>
          </p:cNvPr>
          <p:cNvSpPr/>
          <p:nvPr/>
        </p:nvSpPr>
        <p:spPr>
          <a:xfrm>
            <a:off x="9051533" y="-157132"/>
            <a:ext cx="3246633" cy="38985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27+ Budget impact &amp; Commitment</a:t>
            </a:r>
          </a:p>
        </p:txBody>
      </p:sp>
      <p:sp>
        <p:nvSpPr>
          <p:cNvPr id="292" name="Rectangle 291">
            <a:extLst>
              <a:ext uri="{FF2B5EF4-FFF2-40B4-BE49-F238E27FC236}">
                <a16:creationId xmlns:a16="http://schemas.microsoft.com/office/drawing/2014/main" id="{64E39426-B679-AE70-B79B-0275F8FE3CC7}"/>
              </a:ext>
            </a:extLst>
          </p:cNvPr>
          <p:cNvSpPr/>
          <p:nvPr/>
        </p:nvSpPr>
        <p:spPr>
          <a:xfrm>
            <a:off x="8743308" y="327335"/>
            <a:ext cx="3554858" cy="52826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Feeds into overarching GP strategy for consolidation &amp; iteration</a:t>
            </a:r>
          </a:p>
        </p:txBody>
      </p:sp>
    </p:spTree>
    <p:extLst>
      <p:ext uri="{BB962C8B-B14F-4D97-AF65-F5344CB8AC3E}">
        <p14:creationId xmlns:p14="http://schemas.microsoft.com/office/powerpoint/2010/main" val="1261819725"/>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D2074-AFAA-1CFC-C8E8-86D21C813858}"/>
            </a:ext>
          </a:extLst>
        </p:cNvPr>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2175B8A7-03D2-2D0C-50B3-E24BCE705608}"/>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11" name="think-cell data - do not delete" hidden="1">
                        <a:extLst>
                          <a:ext uri="{FF2B5EF4-FFF2-40B4-BE49-F238E27FC236}">
                            <a16:creationId xmlns:a16="http://schemas.microsoft.com/office/drawing/2014/main" id="{2175B8A7-03D2-2D0C-50B3-E24BCE7056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5EEE2F98-510E-6226-D8DC-424C0E0F957E}"/>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48F63A3B-78C7-47BE-AE5E-E10140E04643}" type="slidenum">
              <a:rPr kumimoji="0" lang="en-US" sz="9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19</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 name="Title Text">
            <a:extLst>
              <a:ext uri="{FF2B5EF4-FFF2-40B4-BE49-F238E27FC236}">
                <a16:creationId xmlns:a16="http://schemas.microsoft.com/office/drawing/2014/main" id="{B74FA0A0-7685-E553-ABC6-F56FD058CB5D}"/>
              </a:ext>
            </a:extLst>
          </p:cNvPr>
          <p:cNvSpPr txBox="1"/>
          <p:nvPr/>
        </p:nvSpPr>
        <p:spPr>
          <a:xfrm>
            <a:off x="526489" y="339843"/>
            <a:ext cx="10600000" cy="9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600" b="1" i="0" u="none" strike="noStrike" kern="1200" cap="all" spc="0" normalizeH="0" baseline="0" noProof="0">
                <a:ln>
                  <a:noFill/>
                </a:ln>
                <a:solidFill>
                  <a:srgbClr val="000000"/>
                </a:solidFill>
                <a:effectLst/>
                <a:uLnTx/>
                <a:uFillTx/>
                <a:latin typeface="Arial" panose="020B0604020202020204"/>
                <a:ea typeface="+mn-ea"/>
                <a:cs typeface="+mn-cs"/>
              </a:rPr>
              <a:t>KPI Targets | </a:t>
            </a:r>
            <a:r>
              <a:rPr kumimoji="0" lang="en-GB" sz="2600" b="0" i="0" u="none" strike="noStrike" kern="1200" cap="none" spc="0" normalizeH="0" baseline="0" noProof="0">
                <a:ln>
                  <a:noFill/>
                </a:ln>
                <a:solidFill>
                  <a:srgbClr val="000000"/>
                </a:solidFill>
                <a:effectLst/>
                <a:uLnTx/>
                <a:uFillTx/>
                <a:latin typeface="Arial" panose="020B0604020202020204"/>
                <a:ea typeface="+mn-ea"/>
                <a:cs typeface="+mn-cs"/>
              </a:rPr>
              <a:t>EMEAA: how we will measure and track success</a:t>
            </a:r>
          </a:p>
        </p:txBody>
      </p:sp>
      <p:graphicFrame>
        <p:nvGraphicFramePr>
          <p:cNvPr id="2" name="Table 1">
            <a:extLst>
              <a:ext uri="{FF2B5EF4-FFF2-40B4-BE49-F238E27FC236}">
                <a16:creationId xmlns:a16="http://schemas.microsoft.com/office/drawing/2014/main" id="{A371901F-C1F7-07FD-5048-96923EA50F59}"/>
              </a:ext>
            </a:extLst>
          </p:cNvPr>
          <p:cNvGraphicFramePr>
            <a:graphicFrameLocks noGrp="1"/>
          </p:cNvGraphicFramePr>
          <p:nvPr/>
        </p:nvGraphicFramePr>
        <p:xfrm>
          <a:off x="321234" y="1239843"/>
          <a:ext cx="11699314" cy="5046654"/>
        </p:xfrm>
        <a:graphic>
          <a:graphicData uri="http://schemas.openxmlformats.org/drawingml/2006/table">
            <a:tbl>
              <a:tblPr>
                <a:tableStyleId>{5C22544A-7EE6-4342-B048-85BDC9FD1C3A}</a:tableStyleId>
              </a:tblPr>
              <a:tblGrid>
                <a:gridCol w="1431366">
                  <a:extLst>
                    <a:ext uri="{9D8B030D-6E8A-4147-A177-3AD203B41FA5}">
                      <a16:colId xmlns:a16="http://schemas.microsoft.com/office/drawing/2014/main" val="345868666"/>
                    </a:ext>
                  </a:extLst>
                </a:gridCol>
                <a:gridCol w="1819275">
                  <a:extLst>
                    <a:ext uri="{9D8B030D-6E8A-4147-A177-3AD203B41FA5}">
                      <a16:colId xmlns:a16="http://schemas.microsoft.com/office/drawing/2014/main" val="3812088750"/>
                    </a:ext>
                  </a:extLst>
                </a:gridCol>
                <a:gridCol w="2819400">
                  <a:extLst>
                    <a:ext uri="{9D8B030D-6E8A-4147-A177-3AD203B41FA5}">
                      <a16:colId xmlns:a16="http://schemas.microsoft.com/office/drawing/2014/main" val="3246795165"/>
                    </a:ext>
                  </a:extLst>
                </a:gridCol>
                <a:gridCol w="923925">
                  <a:extLst>
                    <a:ext uri="{9D8B030D-6E8A-4147-A177-3AD203B41FA5}">
                      <a16:colId xmlns:a16="http://schemas.microsoft.com/office/drawing/2014/main" val="3172953695"/>
                    </a:ext>
                  </a:extLst>
                </a:gridCol>
                <a:gridCol w="952500">
                  <a:extLst>
                    <a:ext uri="{9D8B030D-6E8A-4147-A177-3AD203B41FA5}">
                      <a16:colId xmlns:a16="http://schemas.microsoft.com/office/drawing/2014/main" val="3500305026"/>
                    </a:ext>
                  </a:extLst>
                </a:gridCol>
                <a:gridCol w="3752848">
                  <a:extLst>
                    <a:ext uri="{9D8B030D-6E8A-4147-A177-3AD203B41FA5}">
                      <a16:colId xmlns:a16="http://schemas.microsoft.com/office/drawing/2014/main" val="979415447"/>
                    </a:ext>
                  </a:extLst>
                </a:gridCol>
              </a:tblGrid>
              <a:tr h="376073">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CATEGORY</a:t>
                      </a:r>
                    </a:p>
                  </a:txBody>
                  <a:tcPr marL="5154" marR="5154" marT="5154" marB="0" anchor="ctr">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KPI</a:t>
                      </a:r>
                    </a:p>
                  </a:txBody>
                  <a:tcPr marL="5154" marR="5154" marT="5154" marB="0" anchor="ctr">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DESCRIPTION</a:t>
                      </a:r>
                    </a:p>
                  </a:txBody>
                  <a:tcPr marL="5154" marR="5154" marT="5154" marB="0" anchor="ctr">
                    <a:lnB w="12700" cap="flat" cmpd="sng" algn="ctr">
                      <a:solidFill>
                        <a:schemeClr val="tx1"/>
                      </a:solidFill>
                      <a:prstDash val="solid"/>
                      <a:round/>
                      <a:headEnd type="none" w="med" len="med"/>
                      <a:tailEnd type="none" w="med" len="med"/>
                    </a:lnB>
                  </a:tcPr>
                </a:tc>
                <a:tc grid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TARGET</a:t>
                      </a:r>
                    </a:p>
                  </a:txBody>
                  <a:tcPr marL="5154" marR="5154" marT="5154" marB="0" anchor="ctr">
                    <a:lnB w="19050" cap="flat" cmpd="sng" algn="ctr">
                      <a:solidFill>
                        <a:schemeClr val="bg1">
                          <a:lumMod val="85000"/>
                        </a:schemeClr>
                      </a:solidFill>
                      <a:prstDash val="solid"/>
                      <a:round/>
                      <a:headEnd type="none" w="med" len="med"/>
                      <a:tailEnd type="none" w="med" len="med"/>
                    </a:lnB>
                  </a:tcPr>
                </a:tc>
                <a:tc hMerge="1">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endParaRPr kumimoji="0" lang="en-US" sz="1400" b="1" i="0" u="none" strike="noStrike" kern="1200" cap="none" spc="0" normalizeH="0" baseline="0">
                        <a:ln>
                          <a:noFill/>
                        </a:ln>
                        <a:solidFill>
                          <a:schemeClr val="accent1"/>
                        </a:solidFill>
                        <a:effectLst/>
                        <a:uLnTx/>
                        <a:uFillTx/>
                        <a:latin typeface="+mn-lt"/>
                        <a:ea typeface="+mn-ea"/>
                        <a:cs typeface="+mn-cs"/>
                      </a:endParaRPr>
                    </a:p>
                  </a:txBody>
                  <a:tcPr marL="5154" marR="5154" marT="5154" marB="0" anchor="ctr">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COMMENTS</a:t>
                      </a:r>
                    </a:p>
                  </a:txBody>
                  <a:tcPr marL="5154" marR="5154" marT="5154"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8478061"/>
                  </a:ext>
                </a:extLst>
              </a:tr>
              <a:tr h="376073">
                <a:tc vMerge="1">
                  <a:txBody>
                    <a:bodyPr/>
                    <a:lstStyle/>
                    <a:p>
                      <a:endParaRPr/>
                    </a:p>
                  </a:txBody>
                  <a:tcPr marL="5154" marR="5154" marT="515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5154" marR="5154" marT="515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5154" marR="5154" marT="515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2026 </a:t>
                      </a:r>
                    </a:p>
                  </a:txBody>
                  <a:tcPr marL="5154" marR="5154" marT="5154" marB="0" anchor="ctr">
                    <a:lnT w="190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2027  </a:t>
                      </a:r>
                    </a:p>
                  </a:txBody>
                  <a:tcPr marL="5154" marR="5154" marT="5154" marB="0" anchor="ctr">
                    <a:lnT w="190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5154" marR="5154" marT="5154" marB="0" anchor="ctr">
                    <a:lnT w="190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3816987"/>
                  </a:ext>
                </a:extLst>
              </a:tr>
              <a:tr h="501037">
                <a:tc rowSpan="3">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FINANCE</a:t>
                      </a:r>
                    </a:p>
                  </a:txBody>
                  <a:tcPr marL="5154" marR="5154" marT="5154"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CRF BUDGET </a:t>
                      </a:r>
                    </a:p>
                  </a:txBody>
                  <a:tcPr marL="5154" marR="5154" marT="5154" marB="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AMOUNT BUDGETED </a:t>
                      </a: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$4.7M</a:t>
                      </a: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$6.0M</a:t>
                      </a: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BUDGET SCENARIO (3% SHARE + ACCELERATE); NO STEP-CHANGE CRF UNTIL 2028. COLLECT ≥80%</a:t>
                      </a: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79300176"/>
                  </a:ext>
                </a:extLst>
              </a:tr>
              <a:tr h="596441">
                <a:tc vMerge="1">
                  <a:txBody>
                    <a:bodyPr/>
                    <a:lstStyle/>
                    <a:p>
                      <a:endParaRPr/>
                    </a:p>
                  </a:txBody>
                  <a:tcPr marL="5154" marR="5154" marT="5154" marB="0" anchor="ct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VALUE DELIVERY</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lvl="0" algn="ctr">
                        <a:buNone/>
                      </a:pPr>
                      <a:r>
                        <a:rPr lang="en-US" sz="1050" b="0" i="0" u="none" strike="noStrike" kern="1200" cap="none" spc="0" normalizeH="0" baseline="0">
                          <a:ln>
                            <a:noFill/>
                          </a:ln>
                          <a:solidFill>
                            <a:srgbClr val="000000"/>
                          </a:solidFill>
                          <a:effectLst/>
                          <a:uLnTx/>
                          <a:uFillTx/>
                          <a:latin typeface="+mn-lt"/>
                          <a:ea typeface="+mn-ea"/>
                          <a:cs typeface="+mn-cs"/>
                        </a:rPr>
                        <a:t>BUILD AND OPEN COST PER KEY </a:t>
                      </a:r>
                    </a:p>
                    <a:p>
                      <a:pPr lvl="0" algn="ctr">
                        <a:buNone/>
                      </a:pPr>
                      <a:r>
                        <a:rPr lang="en-US" sz="1050" b="0" i="0" u="none" strike="noStrike" kern="1200" cap="none" spc="0" normalizeH="0" baseline="0">
                          <a:ln>
                            <a:noFill/>
                          </a:ln>
                          <a:solidFill>
                            <a:srgbClr val="000000"/>
                          </a:solidFill>
                          <a:effectLst/>
                          <a:uLnTx/>
                          <a:uFillTx/>
                          <a:latin typeface="+mn-lt"/>
                          <a:ea typeface="+mn-ea"/>
                          <a:cs typeface="+mn-cs"/>
                        </a:rPr>
                        <a:t>OPERATE - GOP</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TBC</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TBC</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AGREE A</a:t>
                      </a:r>
                      <a:r>
                        <a:rPr kumimoji="0" lang="en-US" sz="1050" b="0" i="0" u="none" strike="noStrike" kern="1200" cap="none" spc="0" normalizeH="0" baseline="0">
                          <a:ln>
                            <a:noFill/>
                          </a:ln>
                          <a:solidFill>
                            <a:srgbClr val="000000"/>
                          </a:solidFill>
                          <a:effectLst/>
                          <a:uLnTx/>
                          <a:uFillTx/>
                          <a:latin typeface="+mn-lt"/>
                          <a:ea typeface="+mn-ea"/>
                          <a:cs typeface="+mn-cs"/>
                        </a:rPr>
                        <a:t> </a:t>
                      </a:r>
                      <a:r>
                        <a:rPr lang="en-US" sz="1050" b="0" i="0" u="none" strike="noStrike" kern="1200" cap="none" spc="0" normalizeH="0" baseline="0">
                          <a:ln>
                            <a:noFill/>
                          </a:ln>
                          <a:solidFill>
                            <a:srgbClr val="000000"/>
                          </a:solidFill>
                          <a:effectLst/>
                          <a:uLnTx/>
                          <a:uFillTx/>
                          <a:latin typeface="+mn-lt"/>
                          <a:ea typeface="+mn-ea"/>
                          <a:cs typeface="+mn-cs"/>
                        </a:rPr>
                        <a:t>METHODOLOGY AND GOAL  </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extLst>
                  <a:ext uri="{0D108BD9-81ED-4DB2-BD59-A6C34878D82A}">
                    <a16:rowId xmlns:a16="http://schemas.microsoft.com/office/drawing/2014/main" val="1139044202"/>
                  </a:ext>
                </a:extLst>
              </a:tr>
              <a:tr h="501037">
                <a:tc vMerge="1">
                  <a:txBody>
                    <a:bodyPr/>
                    <a:lstStyle/>
                    <a:p>
                      <a:endParaRPr/>
                    </a:p>
                  </a:txBody>
                  <a:tcPr marL="5154" marR="5154" marT="5154" marB="0" anchor="ct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SHARE OF WALLET</a:t>
                      </a:r>
                    </a:p>
                  </a:txBody>
                  <a:tcPr marL="5154" marR="5154" marT="5154" marB="0" anchor="ctr">
                    <a:lnL w="19050" cap="flat" cmpd="sng" algn="ctr">
                      <a:solidFill>
                        <a:srgbClr val="E8542C"/>
                      </a:solidFill>
                      <a:prstDash val="solid"/>
                      <a:round/>
                      <a:headEnd type="none" w="med" len="med"/>
                      <a:tailEnd type="none" w="med" len="med"/>
                    </a:lnL>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AMOUNT OF PROGRAMME SPEND VS EST. TOTAL ADDRESSABLE SPEND</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3.0% [CURRENT]</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3.8%</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kumimoji="0" lang="en-US" sz="1050" b="0" i="0" u="none" strike="noStrike" kern="1200" cap="none" spc="0" normalizeH="0" baseline="0">
                          <a:ln>
                            <a:noFill/>
                          </a:ln>
                          <a:solidFill>
                            <a:srgbClr val="000000"/>
                          </a:solidFill>
                          <a:effectLst/>
                          <a:uLnTx/>
                          <a:uFillTx/>
                          <a:latin typeface="+mn-lt"/>
                          <a:ea typeface="+mn-ea"/>
                          <a:cs typeface="+mn-cs"/>
                        </a:rPr>
                        <a:t>KEY METRIC FOR THE 5% NUG CHALLENGE; +0.8PP IN 2027 FROM INITIATIVES, ~9% BY 2030</a:t>
                      </a:r>
                    </a:p>
                  </a:txBody>
                  <a:tcPr marL="5154" marR="5154" marT="5154" marB="0" anchor="ctr">
                    <a:lnR w="19050" cap="flat" cmpd="sng" algn="ctr">
                      <a:solidFill>
                        <a:srgbClr val="E8542C"/>
                      </a:solidFill>
                      <a:prstDash val="solid"/>
                      <a:round/>
                      <a:headEnd type="none" w="med" len="med"/>
                      <a:tailEnd type="none" w="med" len="med"/>
                    </a:ln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54355207"/>
                  </a:ext>
                </a:extLst>
              </a:tr>
              <a:tr h="501037">
                <a:tc>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OWNER / STAKEHOLDER</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BRAND COMPLIANCE</a:t>
                      </a:r>
                    </a:p>
                  </a:txBody>
                  <a:tcPr marL="5154" marR="5154" marT="5154" marB="0" anchor="ctr">
                    <a:lnL w="19050" cap="flat" cmpd="sng" algn="ctr">
                      <a:solidFill>
                        <a:srgbClr val="E8542C"/>
                      </a:solidFill>
                      <a:prstDash val="solid"/>
                      <a:round/>
                      <a:headEnd type="none" w="med" len="med"/>
                      <a:tailEnd type="none" w="med" len="med"/>
                    </a:lnL>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HLG, </a:t>
                      </a:r>
                      <a:r>
                        <a:rPr lang="en-US" sz="1050" b="0" i="0" u="none" strike="noStrike" kern="1200" cap="none" spc="0" normalizeH="0" baseline="0">
                          <a:ln>
                            <a:noFill/>
                          </a:ln>
                          <a:solidFill>
                            <a:srgbClr val="000000"/>
                          </a:solidFill>
                          <a:effectLst/>
                          <a:uLnTx/>
                          <a:uFillTx/>
                          <a:latin typeface="+mn-lt"/>
                          <a:ea typeface="+mn-ea"/>
                          <a:cs typeface="+mn-cs"/>
                        </a:rPr>
                        <a:t>DEVELOPMENT</a:t>
                      </a:r>
                      <a:r>
                        <a:rPr kumimoji="0" lang="en-US" sz="1050" b="0" i="0" u="none" strike="noStrike" kern="1200" cap="none" spc="0" normalizeH="0" baseline="0">
                          <a:ln>
                            <a:noFill/>
                          </a:ln>
                          <a:solidFill>
                            <a:srgbClr val="000000"/>
                          </a:solidFill>
                          <a:effectLst/>
                          <a:uLnTx/>
                          <a:uFillTx/>
                          <a:latin typeface="+mn-lt"/>
                          <a:ea typeface="+mn-ea"/>
                          <a:cs typeface="+mn-cs"/>
                        </a:rPr>
                        <a:t>, BRAND ALIGNMENT ON BRAND COMPLIANCE REQUIREMENTS</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N/A</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GM / DOO ACCOUNTABILITY AND MANCO COMMITMENTS; MANAGED PILOT IN EAPAC AND IMEA</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39616046"/>
                  </a:ext>
                </a:extLst>
              </a:tr>
              <a:tr h="596441">
                <a:tc>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PEOPLE</a:t>
                      </a:r>
                    </a:p>
                  </a:txBody>
                  <a:tcPr marL="5154" marR="5154" marT="5154"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COLLEAGUE HEARTBEAT </a:t>
                      </a:r>
                    </a:p>
                  </a:txBody>
                  <a:tcPr marL="5154" marR="5154" marT="5154" marB="0" anchor="ctr">
                    <a:lnL w="3175" cap="flat" cmpd="sng" algn="ctr">
                      <a:solidFill>
                        <a:schemeClr val="tx1"/>
                      </a:solidFill>
                      <a:prstDash val="solid"/>
                      <a:round/>
                      <a:headEnd type="none" w="med" len="med"/>
                      <a:tailEnd type="none" w="med" len="med"/>
                    </a:lnL>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ANNUAL COLLEAGUE SATISIFACTION SURVEY</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88%</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+1%</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MAINTAIN 88% THROUGH CHANGE; +1% IN 2027 (GP-WIDE SCORE; REGIONAL CUT TBC)</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extLst>
                  <a:ext uri="{0D108BD9-81ED-4DB2-BD59-A6C34878D82A}">
                    <a16:rowId xmlns:a16="http://schemas.microsoft.com/office/drawing/2014/main" val="733079905"/>
                  </a:ext>
                </a:extLst>
              </a:tr>
              <a:tr h="596441">
                <a:tc rowSpan="3">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SUPPLIER MANAGEMENT</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SUPPLIER CONSOLIDATION  </a:t>
                      </a:r>
                    </a:p>
                  </a:txBody>
                  <a:tcPr marL="5154" marR="5154" marT="5154" marB="0" anchor="ctr">
                    <a:lnL w="19050" cap="flat" cmpd="sng" algn="ctr">
                      <a:solidFill>
                        <a:srgbClr val="E8542C"/>
                      </a:solidFill>
                      <a:prstDash val="solid"/>
                      <a:round/>
                      <a:headEnd type="none" w="med" len="med"/>
                      <a:tailEnd type="none" w="med" len="med"/>
                    </a:lnL>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NUMBER OF SUPPLIERS CONTRACTED UNDER CRF SCHEME</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N/A</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FEWER, DEEPER CONTRACTS AT THE 27–28 RENEWALS; RESOLVE FUTURELOG DEPENDENCY</a:t>
                      </a:r>
                    </a:p>
                  </a:txBody>
                  <a:tcPr marL="5154" marR="5154" marT="5154" marB="0" anchor="ctr">
                    <a:lnR w="19050" cap="flat" cmpd="sng" algn="ctr">
                      <a:solidFill>
                        <a:srgbClr val="E8542C"/>
                      </a:solidFill>
                      <a:prstDash val="solid"/>
                      <a:round/>
                      <a:headEnd type="none" w="med" len="med"/>
                      <a:tailEnd type="none" w="med" len="med"/>
                    </a:ln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69663633"/>
                  </a:ext>
                </a:extLst>
              </a:tr>
              <a:tr h="501037">
                <a:tc vMerge="1">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endParaRPr kumimoji="0" lang="en-US" sz="3200" b="0" i="0" u="none" strike="noStrike" kern="1200" cap="none" spc="0" normalizeH="0" baseline="0">
                        <a:ln>
                          <a:noFill/>
                        </a:ln>
                        <a:solidFill>
                          <a:srgbClr val="E8542C"/>
                        </a:solidFill>
                        <a:effectLst/>
                        <a:uLnTx/>
                        <a:uFillTx/>
                        <a:latin typeface="+mn-lt"/>
                        <a:ea typeface="+mn-ea"/>
                        <a:cs typeface="+mn-cs"/>
                      </a:endParaRPr>
                    </a:p>
                  </a:txBody>
                  <a:tcPr marL="5154" marR="5154" marT="5154" marB="0" anchor="ctr">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PRIORITY &amp; GROWTH MARKET PROGRAMME COVERAGE</a:t>
                      </a:r>
                    </a:p>
                  </a:txBody>
                  <a:tcPr marL="5154" marR="5154" marT="5154" marB="0" anchor="ctr">
                    <a:lnL w="19050" cap="flat" cmpd="sng" algn="ctr">
                      <a:solidFill>
                        <a:srgbClr val="E8542C"/>
                      </a:solidFill>
                      <a:prstDash val="solid"/>
                      <a:round/>
                      <a:headEnd type="none" w="med" len="med"/>
                      <a:tailEnd type="none" w="med" len="med"/>
                    </a:lnL>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AMOUNT OF PROGRAMMES IN PLACE VS TOTAL REQUIRED </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N/A</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fontAlgn="ctr">
                        <a:buNone/>
                      </a:pPr>
                      <a:r>
                        <a:rPr kumimoji="0" lang="en-US" sz="1050" b="0" i="0" u="none" strike="noStrike" kern="1200" cap="none" spc="0" normalizeH="0" baseline="0">
                          <a:ln>
                            <a:noFill/>
                          </a:ln>
                          <a:solidFill>
                            <a:srgbClr val="000000"/>
                          </a:solidFill>
                          <a:effectLst/>
                          <a:uLnTx/>
                          <a:uFillTx/>
                          <a:latin typeface="+mn-lt"/>
                          <a:ea typeface="+mn-ea"/>
                          <a:cs typeface="+mn-cs"/>
                        </a:rPr>
                        <a:t>KSA, INDIA AND SE ASIA FIRST; UK&amp;I FRANCHISE VALUE PROPOSITION</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05503750"/>
                  </a:ext>
                </a:extLst>
              </a:tr>
              <a:tr h="501037">
                <a:tc vMerge="1">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endParaRPr kumimoji="0" lang="en-US" sz="3200" b="0" i="0" u="none" strike="noStrike" kern="1200" cap="none" spc="0" normalizeH="0" baseline="0">
                        <a:ln>
                          <a:noFill/>
                        </a:ln>
                        <a:solidFill>
                          <a:srgbClr val="E8542C"/>
                        </a:solidFill>
                        <a:effectLst/>
                        <a:uLnTx/>
                        <a:uFillTx/>
                        <a:latin typeface="+mn-lt"/>
                        <a:ea typeface="+mn-ea"/>
                        <a:cs typeface="+mn-cs"/>
                      </a:endParaRPr>
                    </a:p>
                  </a:txBody>
                  <a:tcPr marL="5154" marR="5154" marT="5154" marB="0" anchor="ctr">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SUPPLIER INNOVATION &amp; SUSTAINABILITY</a:t>
                      </a:r>
                    </a:p>
                  </a:txBody>
                  <a:tcPr marL="5154" marR="5154" marT="5154" marB="0" anchor="ctr">
                    <a:lnL w="3175" cap="flat" cmpd="sng" algn="ctr">
                      <a:solidFill>
                        <a:schemeClr val="tx1"/>
                      </a:solidFill>
                      <a:prstDash val="solid"/>
                      <a:round/>
                      <a:headEnd type="none" w="med" len="med"/>
                      <a:tailEnd type="none" w="med" len="med"/>
                    </a:lnL>
                    <a:lnT w="19050" cap="flat" cmpd="sng" algn="ctr">
                      <a:solidFill>
                        <a:srgbClr val="E8542C"/>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DELIVERY OF JTT PROCUREMENT REQUIREMENTS </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≥70% ECOVADIS</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tc>
                  <a:txBody>
                    <a:bodyPr/>
                    <a:lstStyle/>
                    <a:p>
                      <a:pPr algn="ctr" fontAlgn="ctr">
                        <a:buNone/>
                      </a:pPr>
                      <a:r>
                        <a:rPr kumimoji="0" lang="en-US" sz="1050" b="0" i="0" u="none" strike="noStrike" kern="1200" cap="none" spc="0" normalizeH="0" baseline="0">
                          <a:ln>
                            <a:noFill/>
                          </a:ln>
                          <a:solidFill>
                            <a:srgbClr val="000000"/>
                          </a:solidFill>
                          <a:effectLst/>
                          <a:uLnTx/>
                          <a:uFillTx/>
                          <a:latin typeface="+mn-lt"/>
                          <a:ea typeface="+mn-ea"/>
                          <a:cs typeface="+mn-cs"/>
                        </a:rPr>
                        <a:t>GP-WIDE (MAR-26): 75% ECOVADIS PARTICIPATION, 98% RATED GOOD+, 51% WITH A VALID RATING</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extLst>
                  <a:ext uri="{0D108BD9-81ED-4DB2-BD59-A6C34878D82A}">
                    <a16:rowId xmlns:a16="http://schemas.microsoft.com/office/drawing/2014/main" val="240446390"/>
                  </a:ext>
                </a:extLst>
              </a:tr>
            </a:tbl>
          </a:graphicData>
        </a:graphic>
      </p:graphicFrame>
      <p:sp>
        <p:nvSpPr>
          <p:cNvPr id="9" name="Rectangle 8">
            <a:extLst>
              <a:ext uri="{FF2B5EF4-FFF2-40B4-BE49-F238E27FC236}">
                <a16:creationId xmlns:a16="http://schemas.microsoft.com/office/drawing/2014/main" id="{2C74E0A3-C6C9-0681-DAEB-313212942B9D}"/>
              </a:ext>
            </a:extLst>
          </p:cNvPr>
          <p:cNvSpPr/>
          <p:nvPr/>
        </p:nvSpPr>
        <p:spPr>
          <a:xfrm>
            <a:off x="10067924" y="209550"/>
            <a:ext cx="1952623" cy="438150"/>
          </a:xfrm>
          <a:prstGeom prst="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panose="020B0604020202020204"/>
                <a:ea typeface="+mn-ea"/>
                <a:cs typeface="+mn-cs"/>
              </a:rPr>
              <a:t>Denotes direct impact on 5% NUG</a:t>
            </a:r>
          </a:p>
        </p:txBody>
      </p:sp>
      <p:sp>
        <p:nvSpPr>
          <p:cNvPr id="3" name="Rectangle 2">
            <a:extLst>
              <a:ext uri="{FF2B5EF4-FFF2-40B4-BE49-F238E27FC236}">
                <a16:creationId xmlns:a16="http://schemas.microsoft.com/office/drawing/2014/main" id="{58191E3F-1FD4-1FF9-6B7F-F93A80CDDDC0}"/>
              </a:ext>
            </a:extLst>
          </p:cNvPr>
          <p:cNvSpPr/>
          <p:nvPr/>
        </p:nvSpPr>
        <p:spPr>
          <a:xfrm>
            <a:off x="8743308" y="-157132"/>
            <a:ext cx="3554858" cy="36668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For Live tracking, alongside financials</a:t>
            </a:r>
          </a:p>
        </p:txBody>
      </p:sp>
    </p:spTree>
    <p:extLst>
      <p:ext uri="{BB962C8B-B14F-4D97-AF65-F5344CB8AC3E}">
        <p14:creationId xmlns:p14="http://schemas.microsoft.com/office/powerpoint/2010/main" val="13608638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Shape 379"/>
          <p:cNvSpPr/>
          <p:nvPr/>
        </p:nvSpPr>
        <p:spPr>
          <a:xfrm>
            <a:off x="0" y="1256100"/>
            <a:ext cx="12192000" cy="54864"/>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80" name="Title Text"/>
          <p:cNvSpPr txBox="1"/>
          <p:nvPr/>
        </p:nvSpPr>
        <p:spPr>
          <a:xfrm>
            <a:off x="400390" y="320676"/>
            <a:ext cx="10600000" cy="9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600" b="1" i="0" u="none" strike="noStrike" kern="1200" cap="none" spc="0" normalizeH="0" baseline="0" noProof="0">
                <a:ln>
                  <a:noFill/>
                </a:ln>
                <a:solidFill>
                  <a:srgbClr val="262626"/>
                </a:solidFill>
                <a:effectLst/>
                <a:uLnTx/>
                <a:uFillTx/>
                <a:latin typeface="Arial" panose="020B0604020202020204"/>
                <a:ea typeface="+mn-ea"/>
                <a:cs typeface="+mn-cs"/>
              </a:rPr>
              <a:t>FUTURE CAPABILITIES | </a:t>
            </a:r>
            <a:r>
              <a:rPr kumimoji="0" lang="en-GB" sz="2600" b="0" i="0" u="none" strike="noStrike" kern="1200" cap="none" spc="0" normalizeH="0" baseline="0" noProof="0">
                <a:ln>
                  <a:noFill/>
                </a:ln>
                <a:solidFill>
                  <a:srgbClr val="262626"/>
                </a:solidFill>
                <a:effectLst/>
                <a:uLnTx/>
                <a:uFillTx/>
                <a:latin typeface="Arial" panose="020B0604020202020204"/>
                <a:ea typeface="+mn-ea"/>
                <a:cs typeface="+mn-cs"/>
              </a:rPr>
              <a:t>EMEAA: what we need to deliver</a:t>
            </a:r>
          </a:p>
        </p:txBody>
      </p:sp>
      <p:sp>
        <p:nvSpPr>
          <p:cNvPr id="340" name="Shape 340"/>
          <p:cNvSpPr/>
          <p:nvPr/>
        </p:nvSpPr>
        <p:spPr>
          <a:xfrm>
            <a:off x="400390" y="152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1" name="Shape 341"/>
          <p:cNvSpPr/>
          <p:nvPr/>
        </p:nvSpPr>
        <p:spPr>
          <a:xfrm>
            <a:off x="400390" y="152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2" name="Shape 342"/>
          <p:cNvSpPr/>
          <p:nvPr/>
        </p:nvSpPr>
        <p:spPr>
          <a:xfrm>
            <a:off x="700390" y="182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43" name="Icon 343"/>
          <p:cNvPicPr>
            <a:picLocks noChangeAspect="1"/>
          </p:cNvPicPr>
          <p:nvPr/>
        </p:nvPicPr>
        <p:blipFill>
          <a:blip r:embed="rId2"/>
          <a:stretch>
            <a:fillRect/>
          </a:stretch>
        </p:blipFill>
        <p:spPr>
          <a:xfrm>
            <a:off x="910390" y="2034500"/>
            <a:ext cx="480000" cy="480000"/>
          </a:xfrm>
          <a:prstGeom prst="rect">
            <a:avLst/>
          </a:prstGeom>
        </p:spPr>
      </p:pic>
      <p:sp>
        <p:nvSpPr>
          <p:cNvPr id="344" name="TextBox 344"/>
          <p:cNvSpPr txBox="1"/>
          <p:nvPr/>
        </p:nvSpPr>
        <p:spPr>
          <a:xfrm>
            <a:off x="1800390" y="177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01</a:t>
            </a:r>
          </a:p>
        </p:txBody>
      </p:sp>
      <p:sp>
        <p:nvSpPr>
          <p:cNvPr id="345" name="TextBox 345"/>
          <p:cNvSpPr txBox="1"/>
          <p:nvPr/>
        </p:nvSpPr>
        <p:spPr>
          <a:xfrm>
            <a:off x="1800390" y="202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Data &amp; digital foundations</a:t>
            </a:r>
          </a:p>
        </p:txBody>
      </p:sp>
      <p:sp>
        <p:nvSpPr>
          <p:cNvPr id="346" name="TextBox 346"/>
          <p:cNvSpPr txBox="1"/>
          <p:nvPr/>
        </p:nvSpPr>
        <p:spPr>
          <a:xfrm>
            <a:off x="1800390" y="2384500"/>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A single group Data Strategy, with Conexus and Athena, building one spend data lake to size the opportunity and target markets</a:t>
            </a:r>
          </a:p>
        </p:txBody>
      </p:sp>
      <p:sp>
        <p:nvSpPr>
          <p:cNvPr id="347" name="Shape 347"/>
          <p:cNvSpPr/>
          <p:nvPr/>
        </p:nvSpPr>
        <p:spPr>
          <a:xfrm>
            <a:off x="400390" y="316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8" name="Shape 348"/>
          <p:cNvSpPr/>
          <p:nvPr/>
        </p:nvSpPr>
        <p:spPr>
          <a:xfrm>
            <a:off x="400390" y="316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9" name="Shape 349"/>
          <p:cNvSpPr/>
          <p:nvPr/>
        </p:nvSpPr>
        <p:spPr>
          <a:xfrm>
            <a:off x="700390" y="346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50" name="Icon 350"/>
          <p:cNvPicPr>
            <a:picLocks noChangeAspect="1"/>
          </p:cNvPicPr>
          <p:nvPr/>
        </p:nvPicPr>
        <p:blipFill>
          <a:blip r:embed="rId3"/>
          <a:stretch>
            <a:fillRect/>
          </a:stretch>
        </p:blipFill>
        <p:spPr>
          <a:xfrm>
            <a:off x="910390" y="3674500"/>
            <a:ext cx="480000" cy="480000"/>
          </a:xfrm>
          <a:prstGeom prst="rect">
            <a:avLst/>
          </a:prstGeom>
        </p:spPr>
      </p:pic>
      <p:sp>
        <p:nvSpPr>
          <p:cNvPr id="351" name="TextBox 351"/>
          <p:cNvSpPr txBox="1"/>
          <p:nvPr/>
        </p:nvSpPr>
        <p:spPr>
          <a:xfrm>
            <a:off x="1800390" y="341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02</a:t>
            </a:r>
          </a:p>
        </p:txBody>
      </p:sp>
      <p:sp>
        <p:nvSpPr>
          <p:cNvPr id="352" name="TextBox 352"/>
          <p:cNvSpPr txBox="1"/>
          <p:nvPr/>
        </p:nvSpPr>
        <p:spPr>
          <a:xfrm>
            <a:off x="1800390" y="366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Owner CRM &amp; supplier platform</a:t>
            </a:r>
          </a:p>
        </p:txBody>
      </p:sp>
      <p:sp>
        <p:nvSpPr>
          <p:cNvPr id="353" name="TextBox 353"/>
          <p:cNvSpPr txBox="1"/>
          <p:nvPr/>
        </p:nvSpPr>
        <p:spPr>
          <a:xfrm>
            <a:off x="1800390" y="3948299"/>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A CRM for owner engagement plus supplier platform and Horizon risk capability to automate CRF and reporting. Improved Website and Value proposition messaging</a:t>
            </a:r>
          </a:p>
        </p:txBody>
      </p:sp>
      <p:sp>
        <p:nvSpPr>
          <p:cNvPr id="354" name="Shape 354"/>
          <p:cNvSpPr/>
          <p:nvPr/>
        </p:nvSpPr>
        <p:spPr>
          <a:xfrm>
            <a:off x="400390" y="480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55" name="Shape 355"/>
          <p:cNvSpPr/>
          <p:nvPr/>
        </p:nvSpPr>
        <p:spPr>
          <a:xfrm>
            <a:off x="400390" y="480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56" name="Shape 356"/>
          <p:cNvSpPr/>
          <p:nvPr/>
        </p:nvSpPr>
        <p:spPr>
          <a:xfrm>
            <a:off x="700390" y="510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57" name="Icon 357"/>
          <p:cNvPicPr>
            <a:picLocks noChangeAspect="1"/>
          </p:cNvPicPr>
          <p:nvPr/>
        </p:nvPicPr>
        <p:blipFill>
          <a:blip r:embed="rId4"/>
          <a:stretch>
            <a:fillRect/>
          </a:stretch>
        </p:blipFill>
        <p:spPr>
          <a:xfrm>
            <a:off x="910390" y="5314500"/>
            <a:ext cx="480000" cy="480000"/>
          </a:xfrm>
          <a:prstGeom prst="rect">
            <a:avLst/>
          </a:prstGeom>
        </p:spPr>
      </p:pic>
      <p:sp>
        <p:nvSpPr>
          <p:cNvPr id="358" name="TextBox 358"/>
          <p:cNvSpPr txBox="1"/>
          <p:nvPr/>
        </p:nvSpPr>
        <p:spPr>
          <a:xfrm>
            <a:off x="1800390" y="505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03</a:t>
            </a:r>
          </a:p>
        </p:txBody>
      </p:sp>
      <p:sp>
        <p:nvSpPr>
          <p:cNvPr id="359" name="TextBox 359"/>
          <p:cNvSpPr txBox="1"/>
          <p:nvPr/>
        </p:nvSpPr>
        <p:spPr>
          <a:xfrm>
            <a:off x="1800390" y="530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Category expertise</a:t>
            </a:r>
          </a:p>
        </p:txBody>
      </p:sp>
      <p:sp>
        <p:nvSpPr>
          <p:cNvPr id="360" name="TextBox 360"/>
          <p:cNvSpPr txBox="1"/>
          <p:nvPr/>
        </p:nvSpPr>
        <p:spPr>
          <a:xfrm>
            <a:off x="1800390" y="5545965"/>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Increased focus on non F&amp;B categories (higher-CRF) Improved supplier relationship management</a:t>
            </a:r>
          </a:p>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Strengthen commercial and influencing capabilities</a:t>
            </a:r>
          </a:p>
        </p:txBody>
      </p:sp>
      <p:sp>
        <p:nvSpPr>
          <p:cNvPr id="361" name="Shape 361"/>
          <p:cNvSpPr/>
          <p:nvPr/>
        </p:nvSpPr>
        <p:spPr>
          <a:xfrm>
            <a:off x="6246000" y="152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2" name="Shape 362"/>
          <p:cNvSpPr/>
          <p:nvPr/>
        </p:nvSpPr>
        <p:spPr>
          <a:xfrm>
            <a:off x="6246000" y="152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3" name="Shape 363"/>
          <p:cNvSpPr/>
          <p:nvPr/>
        </p:nvSpPr>
        <p:spPr>
          <a:xfrm>
            <a:off x="6546000" y="182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64" name="Icon 364"/>
          <p:cNvPicPr>
            <a:picLocks noChangeAspect="1"/>
          </p:cNvPicPr>
          <p:nvPr/>
        </p:nvPicPr>
        <p:blipFill>
          <a:blip r:embed="rId5"/>
          <a:stretch>
            <a:fillRect/>
          </a:stretch>
        </p:blipFill>
        <p:spPr>
          <a:xfrm>
            <a:off x="6756000" y="2034500"/>
            <a:ext cx="480000" cy="480000"/>
          </a:xfrm>
          <a:prstGeom prst="rect">
            <a:avLst/>
          </a:prstGeom>
        </p:spPr>
      </p:pic>
      <p:sp>
        <p:nvSpPr>
          <p:cNvPr id="365" name="TextBox 365"/>
          <p:cNvSpPr txBox="1"/>
          <p:nvPr/>
        </p:nvSpPr>
        <p:spPr>
          <a:xfrm>
            <a:off x="7646000" y="177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04</a:t>
            </a:r>
          </a:p>
        </p:txBody>
      </p:sp>
      <p:sp>
        <p:nvSpPr>
          <p:cNvPr id="366" name="TextBox 366"/>
          <p:cNvSpPr txBox="1"/>
          <p:nvPr/>
        </p:nvSpPr>
        <p:spPr>
          <a:xfrm>
            <a:off x="7646000" y="202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Governance &amp; spend optimisation</a:t>
            </a:r>
          </a:p>
        </p:txBody>
      </p:sp>
      <p:sp>
        <p:nvSpPr>
          <p:cNvPr id="367" name="TextBox 367"/>
          <p:cNvSpPr txBox="1"/>
          <p:nvPr/>
        </p:nvSpPr>
        <p:spPr>
          <a:xfrm>
            <a:off x="7646000" y="2299831"/>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Spend Optimisation governance to convert scale into disciplined, measurable value</a:t>
            </a:r>
          </a:p>
        </p:txBody>
      </p:sp>
      <p:sp>
        <p:nvSpPr>
          <p:cNvPr id="368" name="Shape 368"/>
          <p:cNvSpPr/>
          <p:nvPr/>
        </p:nvSpPr>
        <p:spPr>
          <a:xfrm>
            <a:off x="6246000" y="316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9" name="Shape 369"/>
          <p:cNvSpPr/>
          <p:nvPr/>
        </p:nvSpPr>
        <p:spPr>
          <a:xfrm>
            <a:off x="6246000" y="316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70" name="Shape 370"/>
          <p:cNvSpPr/>
          <p:nvPr/>
        </p:nvSpPr>
        <p:spPr>
          <a:xfrm>
            <a:off x="6546000" y="346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71" name="Icon 371"/>
          <p:cNvPicPr>
            <a:picLocks noChangeAspect="1"/>
          </p:cNvPicPr>
          <p:nvPr/>
        </p:nvPicPr>
        <p:blipFill>
          <a:blip r:embed="rId6"/>
          <a:stretch>
            <a:fillRect/>
          </a:stretch>
        </p:blipFill>
        <p:spPr>
          <a:xfrm>
            <a:off x="6756000" y="3674500"/>
            <a:ext cx="480000" cy="480000"/>
          </a:xfrm>
          <a:prstGeom prst="rect">
            <a:avLst/>
          </a:prstGeom>
        </p:spPr>
      </p:pic>
      <p:sp>
        <p:nvSpPr>
          <p:cNvPr id="372" name="TextBox 372"/>
          <p:cNvSpPr txBox="1"/>
          <p:nvPr/>
        </p:nvSpPr>
        <p:spPr>
          <a:xfrm>
            <a:off x="7646000" y="341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05</a:t>
            </a:r>
          </a:p>
        </p:txBody>
      </p:sp>
      <p:sp>
        <p:nvSpPr>
          <p:cNvPr id="373" name="TextBox 373"/>
          <p:cNvSpPr txBox="1"/>
          <p:nvPr/>
        </p:nvSpPr>
        <p:spPr>
          <a:xfrm>
            <a:off x="7646000" y="366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Early, story-led engagement</a:t>
            </a:r>
          </a:p>
        </p:txBody>
      </p:sp>
      <p:sp>
        <p:nvSpPr>
          <p:cNvPr id="374" name="TextBox 374"/>
          <p:cNvSpPr txBox="1"/>
          <p:nvPr/>
        </p:nvSpPr>
        <p:spPr>
          <a:xfrm>
            <a:off x="7646000" y="3990632"/>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Bring Procurement in at signing and tell the value story through Tell Our Story 2.0</a:t>
            </a:r>
          </a:p>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Improve OHES and Stakeholder visibility</a:t>
            </a:r>
          </a:p>
        </p:txBody>
      </p:sp>
      <p:sp>
        <p:nvSpPr>
          <p:cNvPr id="375" name="Shape 375"/>
          <p:cNvSpPr/>
          <p:nvPr/>
        </p:nvSpPr>
        <p:spPr>
          <a:xfrm>
            <a:off x="6246000" y="4804500"/>
            <a:ext cx="5545610" cy="1500000"/>
          </a:xfrm>
          <a:prstGeom prst="rect">
            <a:avLst/>
          </a:prstGeom>
          <a:solidFill>
            <a:srgbClr val="1F4456"/>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76" name="Shape 376"/>
          <p:cNvSpPr/>
          <p:nvPr/>
        </p:nvSpPr>
        <p:spPr>
          <a:xfrm>
            <a:off x="6246000" y="480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77" name="TextBox 377"/>
          <p:cNvSpPr txBox="1"/>
          <p:nvPr/>
        </p:nvSpPr>
        <p:spPr>
          <a:xfrm>
            <a:off x="6706000" y="5104500"/>
            <a:ext cx="4785610" cy="28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all" spc="100" normalizeH="0" baseline="0" noProof="0">
                <a:ln>
                  <a:noFill/>
                </a:ln>
                <a:solidFill>
                  <a:srgbClr val="FDBD50"/>
                </a:solidFill>
                <a:effectLst/>
                <a:uLnTx/>
                <a:uFillTx/>
                <a:latin typeface="Arial" panose="020B0604020202020204"/>
                <a:ea typeface="+mn-ea"/>
                <a:cs typeface="Arial"/>
              </a:rPr>
              <a:t>How we deliver</a:t>
            </a:r>
          </a:p>
        </p:txBody>
      </p:sp>
      <p:sp>
        <p:nvSpPr>
          <p:cNvPr id="378" name="TextBox 378"/>
          <p:cNvSpPr txBox="1"/>
          <p:nvPr/>
        </p:nvSpPr>
        <p:spPr>
          <a:xfrm>
            <a:off x="6706000" y="5424500"/>
            <a:ext cx="4785610" cy="70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500" b="1" i="0" u="none" strike="noStrike" kern="1200" cap="none" spc="0" normalizeH="0" baseline="0" noProof="0">
                <a:ln>
                  <a:noFill/>
                </a:ln>
                <a:solidFill>
                  <a:srgbClr val="FFFFFF"/>
                </a:solidFill>
                <a:effectLst/>
                <a:uLnTx/>
                <a:uFillTx/>
                <a:latin typeface="Arial" panose="020B0604020202020204"/>
                <a:ea typeface="+mn-ea"/>
                <a:cs typeface="Arial"/>
              </a:rPr>
              <a:t>Enterprise thinking, regional deployment.</a:t>
            </a:r>
          </a:p>
        </p:txBody>
      </p:sp>
      <p:sp>
        <p:nvSpPr>
          <p:cNvPr id="2" name="Rectangle 1">
            <a:extLst>
              <a:ext uri="{FF2B5EF4-FFF2-40B4-BE49-F238E27FC236}">
                <a16:creationId xmlns:a16="http://schemas.microsoft.com/office/drawing/2014/main" id="{67E91838-3B53-F604-1515-4B2BA360DB0C}"/>
              </a:ext>
            </a:extLst>
          </p:cNvPr>
          <p:cNvSpPr/>
          <p:nvPr/>
        </p:nvSpPr>
        <p:spPr>
          <a:xfrm>
            <a:off x="8743308" y="-157132"/>
            <a:ext cx="3554858" cy="36668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Feeds into overarching GP strategy</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Text"/>
          <p:cNvSpPr txBox="1"/>
          <p:nvPr/>
        </p:nvSpPr>
        <p:spPr>
          <a:xfrm>
            <a:off x="521234" y="350000"/>
            <a:ext cx="11150000" cy="7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all" spc="0" normalizeH="0" baseline="0" noProof="0">
                <a:ln>
                  <a:noFill/>
                </a:ln>
                <a:solidFill>
                  <a:srgbClr val="000000"/>
                </a:solidFill>
                <a:effectLst/>
                <a:uLnTx/>
                <a:uFillTx/>
                <a:latin typeface="Arial" panose="020B0604020202020204"/>
                <a:ea typeface="+mn-ea"/>
                <a:cs typeface="+mn-cs"/>
              </a:rPr>
              <a:t>INITIATIVES| </a:t>
            </a:r>
            <a:r>
              <a:rPr kumimoji="0" lang="en-GB" sz="2000" b="0" i="0" u="none" strike="noStrike" kern="1200" cap="all" spc="0" normalizeH="0" baseline="0" noProof="0">
                <a:ln>
                  <a:noFill/>
                </a:ln>
                <a:solidFill>
                  <a:srgbClr val="000000"/>
                </a:solidFill>
                <a:effectLst/>
                <a:uLnTx/>
                <a:uFillTx/>
                <a:latin typeface="Arial" panose="020B0604020202020204"/>
                <a:ea typeface="+mn-ea"/>
                <a:cs typeface="+mn-cs"/>
              </a:rPr>
              <a:t>PROGRAMME CAPTURE forecast </a:t>
            </a:r>
            <a:r>
              <a:rPr kumimoji="0" lang="en-GB" sz="2000" b="0" i="0" u="none" strike="noStrike" kern="1200" cap="none" spc="0" normalizeH="0" baseline="0" noProof="0">
                <a:ln>
                  <a:noFill/>
                </a:ln>
                <a:solidFill>
                  <a:srgbClr val="000000"/>
                </a:solidFill>
                <a:effectLst/>
                <a:uLnTx/>
                <a:uFillTx/>
                <a:latin typeface="Arial" panose="020B0604020202020204"/>
                <a:ea typeface="+mn-ea"/>
                <a:cs typeface="+mn-cs"/>
              </a:rPr>
              <a:t>PHASED TO 2030 | EMEAA</a:t>
            </a:r>
          </a:p>
        </p:txBody>
      </p:sp>
      <p:graphicFrame>
        <p:nvGraphicFramePr>
          <p:cNvPr id="20" name="Initiatives Table"/>
          <p:cNvGraphicFramePr>
            <a:graphicFrameLocks noGrp="1"/>
          </p:cNvGraphicFramePr>
          <p:nvPr/>
        </p:nvGraphicFramePr>
        <p:xfrm>
          <a:off x="246342" y="937999"/>
          <a:ext cx="11310658" cy="4683873"/>
        </p:xfrm>
        <a:graphic>
          <a:graphicData uri="http://schemas.openxmlformats.org/drawingml/2006/table">
            <a:tbl>
              <a:tblPr firstRow="1">
                <a:tableStyleId>{5C22544A-7EE6-4342-B048-85BDC9FD1C3A}</a:tableStyleId>
              </a:tblPr>
              <a:tblGrid>
                <a:gridCol w="2297641">
                  <a:extLst>
                    <a:ext uri="{9D8B030D-6E8A-4147-A177-3AD203B41FA5}">
                      <a16:colId xmlns:a16="http://schemas.microsoft.com/office/drawing/2014/main" val="20000"/>
                    </a:ext>
                  </a:extLst>
                </a:gridCol>
                <a:gridCol w="4535561">
                  <a:extLst>
                    <a:ext uri="{9D8B030D-6E8A-4147-A177-3AD203B41FA5}">
                      <a16:colId xmlns:a16="http://schemas.microsoft.com/office/drawing/2014/main" val="20001"/>
                    </a:ext>
                  </a:extLst>
                </a:gridCol>
                <a:gridCol w="1119364">
                  <a:extLst>
                    <a:ext uri="{9D8B030D-6E8A-4147-A177-3AD203B41FA5}">
                      <a16:colId xmlns:a16="http://schemas.microsoft.com/office/drawing/2014/main" val="20002"/>
                    </a:ext>
                  </a:extLst>
                </a:gridCol>
                <a:gridCol w="1119364">
                  <a:extLst>
                    <a:ext uri="{9D8B030D-6E8A-4147-A177-3AD203B41FA5}">
                      <a16:colId xmlns:a16="http://schemas.microsoft.com/office/drawing/2014/main" val="20003"/>
                    </a:ext>
                  </a:extLst>
                </a:gridCol>
                <a:gridCol w="1119364">
                  <a:extLst>
                    <a:ext uri="{9D8B030D-6E8A-4147-A177-3AD203B41FA5}">
                      <a16:colId xmlns:a16="http://schemas.microsoft.com/office/drawing/2014/main" val="20004"/>
                    </a:ext>
                  </a:extLst>
                </a:gridCol>
                <a:gridCol w="1119364">
                  <a:extLst>
                    <a:ext uri="{9D8B030D-6E8A-4147-A177-3AD203B41FA5}">
                      <a16:colId xmlns:a16="http://schemas.microsoft.com/office/drawing/2014/main" val="20005"/>
                    </a:ext>
                  </a:extLst>
                </a:gridCol>
              </a:tblGrid>
              <a:tr h="202855">
                <a:tc>
                  <a:txBody>
                    <a:bodyPr/>
                    <a:lstStyle/>
                    <a:p>
                      <a:pPr marL="0" indent="0" algn="l">
                        <a:lnSpc>
                          <a:spcPct val="90000"/>
                        </a:lnSpc>
                        <a:spcBef>
                          <a:spcPts val="100"/>
                        </a:spcBef>
                        <a:spcAft>
                          <a:spcPts val="100"/>
                        </a:spcAft>
                        <a:buNone/>
                      </a:pPr>
                      <a:r>
                        <a:rPr lang="en-GB" sz="1100" b="1" i="0">
                          <a:solidFill>
                            <a:srgbClr val="FFFFFF"/>
                          </a:solidFill>
                          <a:latin typeface="+mn-lt"/>
                        </a:rPr>
                        <a:t>INITIATIVE</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WHAT CHANGES</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2027</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2028</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2029</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2030</a:t>
                      </a:r>
                    </a:p>
                  </a:txBody>
                  <a:tcPr marL="72000" marR="72000" marT="13716" marB="13716" anchor="ctr">
                    <a:lnB w="6350" cap="flat" cmpd="sng" algn="ctr">
                      <a:solidFill>
                        <a:srgbClr val="C0C7CA"/>
                      </a:solidFill>
                      <a:prstDash val="solid"/>
                    </a:lnB>
                    <a:solidFill>
                      <a:srgbClr val="1F4456"/>
                    </a:solidFill>
                  </a:tcPr>
                </a:tc>
                <a:extLst>
                  <a:ext uri="{0D108BD9-81ED-4DB2-BD59-A6C34878D82A}">
                    <a16:rowId xmlns:a16="http://schemas.microsoft.com/office/drawing/2014/main" val="10000"/>
                  </a:ext>
                </a:extLst>
              </a:tr>
              <a:tr h="343293">
                <a:tc gridSpan="2">
                  <a:txBody>
                    <a:bodyPr/>
                    <a:lstStyle/>
                    <a:p>
                      <a:pPr marL="0" indent="0" algn="l">
                        <a:lnSpc>
                          <a:spcPct val="90000"/>
                        </a:lnSpc>
                        <a:spcBef>
                          <a:spcPts val="100"/>
                        </a:spcBef>
                        <a:spcAft>
                          <a:spcPts val="100"/>
                        </a:spcAft>
                        <a:buNone/>
                      </a:pPr>
                      <a:endParaRPr sz="2000"/>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hMerge="1">
                  <a:txBody>
                    <a:bodyPr/>
                    <a:lstStyle/>
                    <a:p>
                      <a:endParaRPr/>
                    </a:p>
                  </a:txBody>
                  <a:tcPr marL="72000" marR="72000" marT="13716" marB="13716"/>
                </a:tc>
                <a:tc gridSpan="4">
                  <a:txBody>
                    <a:bodyPr/>
                    <a:lstStyle/>
                    <a:p>
                      <a:pPr marL="0" indent="0" algn="ctr">
                        <a:lnSpc>
                          <a:spcPct val="90000"/>
                        </a:lnSpc>
                        <a:spcBef>
                          <a:spcPts val="100"/>
                        </a:spcBef>
                        <a:spcAft>
                          <a:spcPts val="100"/>
                        </a:spcAft>
                        <a:buNone/>
                      </a:pPr>
                      <a:r>
                        <a:rPr lang="en-GB" sz="800" b="0" i="1">
                          <a:solidFill>
                            <a:srgbClr val="688997"/>
                          </a:solidFill>
                          <a:latin typeface="+mn-lt"/>
                        </a:rPr>
                        <a:t>Additional programme spend captured, cumulative — $m and percentage points of addressable spend</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extLst>
                  <a:ext uri="{0D108BD9-81ED-4DB2-BD59-A6C34878D82A}">
                    <a16:rowId xmlns:a16="http://schemas.microsoft.com/office/drawing/2014/main" val="10001"/>
                  </a:ext>
                </a:extLst>
              </a:tr>
              <a:tr h="202855">
                <a:tc gridSpan="6">
                  <a:txBody>
                    <a:bodyPr/>
                    <a:lstStyle/>
                    <a:p>
                      <a:pPr marL="0" indent="0" algn="l">
                        <a:lnSpc>
                          <a:spcPct val="90000"/>
                        </a:lnSpc>
                        <a:spcBef>
                          <a:spcPts val="100"/>
                        </a:spcBef>
                        <a:spcAft>
                          <a:spcPts val="100"/>
                        </a:spcAft>
                        <a:buNone/>
                      </a:pPr>
                      <a:r>
                        <a:rPr lang="en-GB" sz="1100" b="1" i="0">
                          <a:solidFill>
                            <a:srgbClr val="E8542C"/>
                          </a:solidFill>
                          <a:latin typeface="+mn-lt"/>
                        </a:rPr>
                        <a:t>ACCELERATE — build on what we already have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0EDEC"/>
                    </a:solidFill>
                  </a:tcPr>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extLst>
                  <a:ext uri="{0D108BD9-81ED-4DB2-BD59-A6C34878D82A}">
                    <a16:rowId xmlns:a16="http://schemas.microsoft.com/office/drawing/2014/main" val="10002"/>
                  </a:ext>
                </a:extLst>
              </a:tr>
              <a:tr h="452523">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 magna aliqua ut enim ad minim veniam quis nostrud</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extLst>
                  <a:ext uri="{0D108BD9-81ED-4DB2-BD59-A6C34878D82A}">
                    <a16:rowId xmlns:a16="http://schemas.microsoft.com/office/drawing/2014/main" val="10003"/>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4"/>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5"/>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6"/>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 magna aliqua ut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7"/>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8"/>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9"/>
                  </a:ext>
                </a:extLst>
              </a:tr>
              <a:tr h="364388">
                <a:tc gridSpan="2">
                  <a:txBody>
                    <a:bodyPr/>
                    <a:lstStyle/>
                    <a:p>
                      <a:pPr marL="0" indent="0" algn="l">
                        <a:lnSpc>
                          <a:spcPct val="90000"/>
                        </a:lnSpc>
                        <a:spcBef>
                          <a:spcPts val="100"/>
                        </a:spcBef>
                        <a:spcAft>
                          <a:spcPts val="100"/>
                        </a:spcAft>
                        <a:buNone/>
                      </a:pPr>
                      <a:r>
                        <a:rPr lang="en-GB" sz="1050" b="1" i="0">
                          <a:solidFill>
                            <a:srgbClr val="1F4456"/>
                          </a:solidFill>
                          <a:latin typeface="+mn-lt"/>
                        </a:rPr>
                        <a:t>Accelerate subtotal</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hMerge="1">
                  <a:txBody>
                    <a:bodyPr/>
                    <a:lstStyle/>
                    <a:p>
                      <a:endParaRPr/>
                    </a:p>
                  </a:txBody>
                  <a:tcPr marL="72000" marR="72000" marT="13716" marB="13716"/>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extLst>
                  <a:ext uri="{0D108BD9-81ED-4DB2-BD59-A6C34878D82A}">
                    <a16:rowId xmlns:a16="http://schemas.microsoft.com/office/drawing/2014/main" val="10010"/>
                  </a:ext>
                </a:extLst>
              </a:tr>
              <a:tr h="202855">
                <a:tc gridSpan="6">
                  <a:txBody>
                    <a:bodyPr/>
                    <a:lstStyle/>
                    <a:p>
                      <a:pPr marL="0" indent="0" algn="l">
                        <a:lnSpc>
                          <a:spcPct val="90000"/>
                        </a:lnSpc>
                        <a:spcBef>
                          <a:spcPts val="100"/>
                        </a:spcBef>
                        <a:spcAft>
                          <a:spcPts val="100"/>
                        </a:spcAft>
                        <a:buNone/>
                      </a:pPr>
                      <a:r>
                        <a:rPr lang="en-GB" sz="1100" b="1" i="0">
                          <a:solidFill>
                            <a:srgbClr val="E8542C"/>
                          </a:solidFill>
                          <a:latin typeface="+mn-lt"/>
                        </a:rPr>
                        <a:t>STEP-CHANGE — buy scale rather than build it </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0EDEC"/>
                    </a:solidFill>
                  </a:tcPr>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extLst>
                  <a:ext uri="{0D108BD9-81ED-4DB2-BD59-A6C34878D82A}">
                    <a16:rowId xmlns:a16="http://schemas.microsoft.com/office/drawing/2014/main" val="10011"/>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 magna</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extLst>
                  <a:ext uri="{0D108BD9-81ED-4DB2-BD59-A6C34878D82A}">
                    <a16:rowId xmlns:a16="http://schemas.microsoft.com/office/drawing/2014/main" val="10012"/>
                  </a:ext>
                </a:extLst>
              </a:tr>
              <a:tr h="364388">
                <a:tc gridSpan="2">
                  <a:txBody>
                    <a:bodyPr/>
                    <a:lstStyle/>
                    <a:p>
                      <a:pPr marL="0" indent="0" algn="l">
                        <a:lnSpc>
                          <a:spcPct val="90000"/>
                        </a:lnSpc>
                        <a:spcBef>
                          <a:spcPts val="100"/>
                        </a:spcBef>
                        <a:spcAft>
                          <a:spcPts val="100"/>
                        </a:spcAft>
                        <a:buNone/>
                      </a:pPr>
                      <a:r>
                        <a:rPr lang="en-GB" sz="1050" b="1" i="0">
                          <a:solidFill>
                            <a:srgbClr val="E8542C"/>
                          </a:solidFill>
                          <a:latin typeface="+mn-lt"/>
                        </a:rPr>
                        <a:t>Total additional capture from initiatives</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hMerge="1">
                  <a:txBody>
                    <a:bodyPr/>
                    <a:lstStyle/>
                    <a:p>
                      <a:endParaRPr/>
                    </a:p>
                  </a:txBody>
                  <a:tcPr marL="72000" marR="72000" marT="13716" marB="13716"/>
                </a:tc>
                <a:tc>
                  <a:txBody>
                    <a:bodyPr/>
                    <a:lstStyle/>
                    <a:p>
                      <a:pPr marL="0" indent="0" algn="ctr">
                        <a:lnSpc>
                          <a:spcPct val="90000"/>
                        </a:lnSpc>
                        <a:spcBef>
                          <a:spcPts val="100"/>
                        </a:spcBef>
                        <a:spcAft>
                          <a:spcPts val="100"/>
                        </a:spcAft>
                        <a:buNone/>
                      </a:pPr>
                      <a:r>
                        <a:rPr lang="en-GB" sz="1050" b="1" i="0">
                          <a:solidFill>
                            <a:srgbClr val="E8542C"/>
                          </a:solidFill>
                          <a:latin typeface="+mn-lt"/>
                        </a:rPr>
                        <a:t>$XXm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a:txBody>
                    <a:bodyPr/>
                    <a:lstStyle/>
                    <a:p>
                      <a:pPr marL="0" indent="0" algn="ctr">
                        <a:lnSpc>
                          <a:spcPct val="90000"/>
                        </a:lnSpc>
                        <a:spcBef>
                          <a:spcPts val="100"/>
                        </a:spcBef>
                        <a:spcAft>
                          <a:spcPts val="100"/>
                        </a:spcAft>
                        <a:buNone/>
                      </a:pPr>
                      <a:r>
                        <a:rPr lang="en-GB" sz="1050" b="1" i="0">
                          <a:solidFill>
                            <a:srgbClr val="E8542C"/>
                          </a:solidFill>
                          <a:latin typeface="+mn-lt"/>
                        </a:rPr>
                        <a:t>$XXXm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a:txBody>
                    <a:bodyPr/>
                    <a:lstStyle/>
                    <a:p>
                      <a:pPr marL="0" indent="0" algn="ctr">
                        <a:lnSpc>
                          <a:spcPct val="90000"/>
                        </a:lnSpc>
                        <a:spcBef>
                          <a:spcPts val="100"/>
                        </a:spcBef>
                        <a:spcAft>
                          <a:spcPts val="100"/>
                        </a:spcAft>
                        <a:buNone/>
                      </a:pPr>
                      <a:r>
                        <a:rPr lang="en-GB" sz="1050" b="1" i="0">
                          <a:solidFill>
                            <a:srgbClr val="E8542C"/>
                          </a:solidFill>
                          <a:latin typeface="+mn-lt"/>
                        </a:rPr>
                        <a:t>$XXXm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a:txBody>
                    <a:bodyPr/>
                    <a:lstStyle/>
                    <a:p>
                      <a:pPr marL="0" indent="0" algn="ctr">
                        <a:lnSpc>
                          <a:spcPct val="90000"/>
                        </a:lnSpc>
                        <a:spcBef>
                          <a:spcPts val="100"/>
                        </a:spcBef>
                        <a:spcAft>
                          <a:spcPts val="100"/>
                        </a:spcAft>
                        <a:buNone/>
                      </a:pPr>
                      <a:r>
                        <a:rPr lang="en-GB" sz="1050" b="1" i="0">
                          <a:solidFill>
                            <a:srgbClr val="E8542C"/>
                          </a:solidFill>
                          <a:latin typeface="+mn-lt"/>
                        </a:rPr>
                        <a:t>$XXXm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extLst>
                  <a:ext uri="{0D108BD9-81ED-4DB2-BD59-A6C34878D82A}">
                    <a16:rowId xmlns:a16="http://schemas.microsoft.com/office/drawing/2014/main" val="10013"/>
                  </a:ext>
                </a:extLst>
              </a:tr>
            </a:tbl>
          </a:graphicData>
        </a:graphic>
      </p:graphicFrame>
      <p:sp>
        <p:nvSpPr>
          <p:cNvPr id="21" name="Footnote"/>
          <p:cNvSpPr txBox="1"/>
          <p:nvPr/>
        </p:nvSpPr>
        <p:spPr>
          <a:xfrm>
            <a:off x="246342" y="5858497"/>
            <a:ext cx="11869457" cy="62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1F4456"/>
                </a:solidFill>
                <a:effectLst/>
                <a:uLnTx/>
                <a:uFillTx/>
                <a:latin typeface="Arial" panose="020B0604020202020204"/>
                <a:ea typeface="+mn-ea"/>
                <a:cs typeface="+mn-c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500" b="1" i="0" u="none" strike="noStrike" kern="1200" cap="none" spc="0" normalizeH="0" baseline="0" noProof="0">
              <a:ln>
                <a:noFill/>
              </a:ln>
              <a:solidFill>
                <a:srgbClr val="1F4456"/>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1" u="none" strike="noStrike" kern="1200" cap="none" spc="0" normalizeH="0" baseline="0" noProof="0">
                <a:ln>
                  <a:noFill/>
                </a:ln>
                <a:solidFill>
                  <a:srgbClr val="688997"/>
                </a:solidFill>
                <a:effectLst/>
                <a:uLnTx/>
                <a:uFillTx/>
                <a:latin typeface="Arial" panose="020B0604020202020204"/>
                <a:ea typeface="+mn-ea"/>
                <a:cs typeface="+mn-cs"/>
              </a:rPr>
              <a:t>Phasing and ranges are directional stakes in the ground for discussion, not modelled forecasts. They assume the capability investments on the preceding pages are funded from 2027, and are not fully additive where initiatives overlap.</a:t>
            </a:r>
          </a:p>
        </p:txBody>
      </p:sp>
      <p:sp>
        <p:nvSpPr>
          <p:cNvPr id="2" name="Oval 1">
            <a:extLst>
              <a:ext uri="{FF2B5EF4-FFF2-40B4-BE49-F238E27FC236}">
                <a16:creationId xmlns:a16="http://schemas.microsoft.com/office/drawing/2014/main" id="{4EFA9002-0492-E423-7266-231CF31CD998}"/>
              </a:ext>
            </a:extLst>
          </p:cNvPr>
          <p:cNvSpPr/>
          <p:nvPr/>
        </p:nvSpPr>
        <p:spPr>
          <a:xfrm>
            <a:off x="10568119" y="4844598"/>
            <a:ext cx="907524" cy="385011"/>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Oval 2">
            <a:extLst>
              <a:ext uri="{FF2B5EF4-FFF2-40B4-BE49-F238E27FC236}">
                <a16:creationId xmlns:a16="http://schemas.microsoft.com/office/drawing/2014/main" id="{9CC1D85A-B78E-CA6E-8764-1CBEC91E8583}"/>
              </a:ext>
            </a:extLst>
          </p:cNvPr>
          <p:cNvSpPr/>
          <p:nvPr/>
        </p:nvSpPr>
        <p:spPr>
          <a:xfrm>
            <a:off x="10568119" y="4315873"/>
            <a:ext cx="907524" cy="385011"/>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Rectangle 3">
            <a:extLst>
              <a:ext uri="{FF2B5EF4-FFF2-40B4-BE49-F238E27FC236}">
                <a16:creationId xmlns:a16="http://schemas.microsoft.com/office/drawing/2014/main" id="{EA01E261-DD05-4ADD-0509-B8281B1D6DA2}"/>
              </a:ext>
            </a:extLst>
          </p:cNvPr>
          <p:cNvSpPr/>
          <p:nvPr/>
        </p:nvSpPr>
        <p:spPr>
          <a:xfrm>
            <a:off x="8743308" y="-157132"/>
            <a:ext cx="3554858" cy="36668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Appendix detail on budget &amp; Planning</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6A231-2E1C-1586-8261-D9F2F4355E43}"/>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189F0DC-F4BC-2951-5A0E-89288CF29E2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3" imgH="503" progId="TCLayout.ActiveDocument.1">
                  <p:embed/>
                </p:oleObj>
              </mc:Choice>
              <mc:Fallback>
                <p:oleObj name="thinkcell Slide" r:id="rId3" imgW="503" imgH="503" progId="TCLayout.ActiveDocument.1">
                  <p:embed/>
                  <p:pic>
                    <p:nvPicPr>
                      <p:cNvPr id="8" name="think-cell data - do not delete" hidden="1">
                        <a:extLst>
                          <a:ext uri="{FF2B5EF4-FFF2-40B4-BE49-F238E27FC236}">
                            <a16:creationId xmlns:a16="http://schemas.microsoft.com/office/drawing/2014/main" id="{9189F0DC-F4BC-2951-5A0E-89288CF29E2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E3E8A9AA-1193-58B4-B6CF-DA119F73D7EA}"/>
              </a:ext>
            </a:extLst>
          </p:cNvPr>
          <p:cNvSpPr>
            <a:spLocks noGrp="1"/>
          </p:cNvSpPr>
          <p:nvPr>
            <p:ph type="title"/>
          </p:nvPr>
        </p:nvSpPr>
        <p:spPr>
          <a:xfrm>
            <a:off x="492787" y="2828286"/>
            <a:ext cx="11160125" cy="834189"/>
          </a:xfrm>
        </p:spPr>
        <p:txBody>
          <a:bodyPr vert="horz" rIns="91440"/>
          <a:lstStyle/>
          <a:p>
            <a:pPr algn="ctr">
              <a:lnSpc>
                <a:spcPct val="150000"/>
              </a:lnSpc>
              <a:spcAft>
                <a:spcPts val="1200"/>
              </a:spcAft>
            </a:pPr>
            <a:r>
              <a:rPr lang="en-GB" b="1"/>
              <a:t>Greater China</a:t>
            </a:r>
          </a:p>
        </p:txBody>
      </p:sp>
      <p:sp>
        <p:nvSpPr>
          <p:cNvPr id="5" name="Slide Number Placeholder 4">
            <a:extLst>
              <a:ext uri="{FF2B5EF4-FFF2-40B4-BE49-F238E27FC236}">
                <a16:creationId xmlns:a16="http://schemas.microsoft.com/office/drawing/2014/main" id="{81E0395C-6EAE-8784-1980-333D0A0F8975}"/>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F1B362E-304B-D74F-8E05-F581CCD55911}" type="slidenum">
              <a:rPr kumimoji="0" lang="en-US" sz="800" b="0" i="0" u="none" strike="noStrike" kern="1200" cap="none" spc="0" normalizeH="0" baseline="0" noProof="0" smtClean="0">
                <a:ln>
                  <a:noFill/>
                </a:ln>
                <a:solidFill>
                  <a:srgbClr val="E8542C"/>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en-US" sz="800" b="0" i="0" u="none" strike="noStrike" kern="1200" cap="none" spc="0" normalizeH="0" baseline="0" noProof="0">
              <a:ln>
                <a:noFill/>
              </a:ln>
              <a:solidFill>
                <a:srgbClr val="E8542C"/>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90768808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 name="think-cell data - do not delete" hidden="1">
            <a:extLst>
              <a:ext uri="{FF2B5EF4-FFF2-40B4-BE49-F238E27FC236}">
                <a16:creationId xmlns:a16="http://schemas.microsoft.com/office/drawing/2014/main" id="{4BA2F551-5A0B-8F32-5CED-5E69A2BA638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7" imgW="359" imgH="360" progId="TCLayout.ActiveDocument.1">
                  <p:embed/>
                </p:oleObj>
              </mc:Choice>
              <mc:Fallback>
                <p:oleObj name="thinkcell Slide" r:id="rId17" imgW="359" imgH="360" progId="TCLayout.ActiveDocument.1">
                  <p:embed/>
                  <p:pic>
                    <p:nvPicPr>
                      <p:cNvPr id="40" name="think-cell data - do not delete" hidden="1">
                        <a:extLst>
                          <a:ext uri="{FF2B5EF4-FFF2-40B4-BE49-F238E27FC236}">
                            <a16:creationId xmlns:a16="http://schemas.microsoft.com/office/drawing/2014/main" id="{4BA2F551-5A0B-8F32-5CED-5E69A2BA6384}"/>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46" name="Title Text"/>
          <p:cNvSpPr txBox="1"/>
          <p:nvPr/>
        </p:nvSpPr>
        <p:spPr>
          <a:xfrm>
            <a:off x="400389" y="351498"/>
            <a:ext cx="11317845" cy="9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600" b="1" i="0" u="none" strike="noStrike" kern="1200" cap="all" spc="0" normalizeH="0" baseline="0" noProof="0">
                <a:ln>
                  <a:noFill/>
                </a:ln>
                <a:solidFill>
                  <a:srgbClr val="000000"/>
                </a:solidFill>
                <a:effectLst/>
                <a:uLnTx/>
                <a:uFillTx/>
                <a:latin typeface="Arial" panose="020B0604020202020204"/>
                <a:ea typeface="+mn-ea"/>
                <a:cs typeface="+mn-cs"/>
              </a:rPr>
              <a:t>CURRENT PERFORMANCE | </a:t>
            </a:r>
            <a:r>
              <a:rPr kumimoji="0" lang="en-GB" sz="2600" b="0" i="0" u="none" strike="noStrike" kern="1200" cap="all" spc="0" normalizeH="0" baseline="0" noProof="0">
                <a:ln>
                  <a:noFill/>
                </a:ln>
                <a:solidFill>
                  <a:srgbClr val="000000"/>
                </a:solidFill>
                <a:effectLst/>
                <a:uLnTx/>
                <a:uFillTx/>
                <a:latin typeface="Arial" panose="020B0604020202020204"/>
                <a:ea typeface="+mn-ea"/>
                <a:cs typeface="+mn-cs"/>
              </a:rPr>
              <a:t/>
            </a:r>
            <a:r>
              <a:rPr kumimoji="0" lang="en-GB" sz="2600" b="0" i="0" u="none" strike="noStrike" kern="1200" cap="none" spc="0" normalizeH="0" baseline="0" noProof="0">
                <a:ln>
                  <a:noFill/>
                </a:ln>
                <a:solidFill>
                  <a:srgbClr val="000000"/>
                </a:solidFill>
                <a:effectLst/>
                <a:uLnTx/>
                <a:uFillTx/>
                <a:latin typeface="Arial" panose="020B0604020202020204"/>
                <a:ea typeface="+mn-ea"/>
                <a:cs typeface="+mn-cs"/>
              </a:rPr>
              <a:t>Greater China</a:t>
            </a:r>
          </a:p>
        </p:txBody>
      </p:sp>
      <p:sp>
        <p:nvSpPr>
          <p:cNvPr id="213" name="TextBox 213"/>
          <p:cNvSpPr txBox="1"/>
          <p:nvPr/>
        </p:nvSpPr>
        <p:spPr>
          <a:xfrm>
            <a:off x="400390" y="2965545"/>
            <a:ext cx="530000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GC Add. Spend &amp; </a:t>
            </a:r>
            <a:r>
              <a:rPr kumimoji="0" lang="en-US" sz="1200" b="1" i="0" u="none" strike="noStrike" kern="1200" cap="none" spc="0" normalizeH="0" baseline="0" noProof="0" err="1">
                <a:ln>
                  <a:noFill/>
                </a:ln>
                <a:solidFill>
                  <a:srgbClr val="000000"/>
                </a:solidFill>
                <a:effectLst/>
                <a:uLnTx/>
                <a:uFillTx/>
                <a:latin typeface="Arial" panose="020B0604020202020204"/>
                <a:ea typeface="+mn-ea"/>
                <a:cs typeface="+mn-cs"/>
              </a:rPr>
              <a:t>Programme</a:t>
            </a: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 Performance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14" name="Shape 214"/>
          <p:cNvSpPr/>
          <p:nvPr/>
        </p:nvSpPr>
        <p:spPr>
          <a:xfrm>
            <a:off x="430195" y="3192950"/>
            <a:ext cx="5300000" cy="254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0" name="Shape 230"/>
          <p:cNvSpPr/>
          <p:nvPr/>
        </p:nvSpPr>
        <p:spPr>
          <a:xfrm>
            <a:off x="5812635" y="3152595"/>
            <a:ext cx="12700" cy="2960000"/>
          </a:xfrm>
          <a:prstGeom prst="rect">
            <a:avLst/>
          </a:prstGeom>
          <a:solidFill>
            <a:srgbClr val="C0C7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1" name="Shape 231"/>
          <p:cNvSpPr/>
          <p:nvPr/>
        </p:nvSpPr>
        <p:spPr>
          <a:xfrm>
            <a:off x="6060000" y="3263288"/>
            <a:ext cx="660000" cy="66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3" name="TextBox 233"/>
          <p:cNvSpPr txBox="1"/>
          <p:nvPr/>
        </p:nvSpPr>
        <p:spPr>
          <a:xfrm>
            <a:off x="6890000" y="3283288"/>
            <a:ext cx="490161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50" b="1" i="0" u="none" strike="noStrike" kern="1200" cap="all" spc="40" normalizeH="0" baseline="0" noProof="0">
                <a:ln>
                  <a:noFill/>
                </a:ln>
                <a:solidFill>
                  <a:srgbClr val="1F4456"/>
                </a:solidFill>
                <a:effectLst/>
                <a:uLnTx/>
                <a:uFillTx/>
                <a:latin typeface="Arial" panose="020B0604020202020204"/>
                <a:ea typeface="+mn-ea"/>
                <a:cs typeface="Arial"/>
              </a:rPr>
              <a:t>Capture is half the global rate</a:t>
            </a:r>
          </a:p>
        </p:txBody>
      </p:sp>
      <p:sp>
        <p:nvSpPr>
          <p:cNvPr id="234" name="TextBox 234"/>
          <p:cNvSpPr txBox="1"/>
          <p:nvPr/>
        </p:nvSpPr>
        <p:spPr>
          <a:xfrm>
            <a:off x="6890000" y="3531918"/>
            <a:ext cx="4901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Only 2.0% of GC’s $4.6bn addressable spend runs on programme (global ~4%). Operate captures 3.7%, against 9.2% in EMEAA and 14.6% in AMER</a:t>
            </a:r>
          </a:p>
        </p:txBody>
      </p:sp>
      <p:sp>
        <p:nvSpPr>
          <p:cNvPr id="235" name="Shape 235"/>
          <p:cNvSpPr/>
          <p:nvPr/>
        </p:nvSpPr>
        <p:spPr>
          <a:xfrm>
            <a:off x="6060000" y="4163288"/>
            <a:ext cx="5731610" cy="12700"/>
          </a:xfrm>
          <a:prstGeom prst="rect">
            <a:avLst/>
          </a:prstGeom>
          <a:solidFill>
            <a:srgbClr val="C0C7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6" name="Shape 236"/>
          <p:cNvSpPr/>
          <p:nvPr/>
        </p:nvSpPr>
        <p:spPr>
          <a:xfrm>
            <a:off x="6060000" y="4263288"/>
            <a:ext cx="660000" cy="66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237" name="Icon 237"/>
          <p:cNvPicPr>
            <a:picLocks noChangeAspect="1"/>
          </p:cNvPicPr>
          <p:nvPr/>
        </p:nvPicPr>
        <p:blipFill>
          <a:blip r:embed="rId19"/>
          <a:stretch>
            <a:fillRect/>
          </a:stretch>
        </p:blipFill>
        <p:spPr>
          <a:xfrm>
            <a:off x="6210000" y="4413288"/>
            <a:ext cx="360000" cy="360000"/>
          </a:xfrm>
          <a:prstGeom prst="rect">
            <a:avLst/>
          </a:prstGeom>
        </p:spPr>
      </p:pic>
      <p:sp>
        <p:nvSpPr>
          <p:cNvPr id="238" name="TextBox 238"/>
          <p:cNvSpPr txBox="1"/>
          <p:nvPr/>
        </p:nvSpPr>
        <p:spPr>
          <a:xfrm>
            <a:off x="6890000" y="4283288"/>
            <a:ext cx="490161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50" b="1" i="0" u="none" strike="noStrike" kern="1200" cap="all" spc="40" normalizeH="0" baseline="0" noProof="0">
                <a:ln>
                  <a:noFill/>
                </a:ln>
                <a:solidFill>
                  <a:srgbClr val="1F4456"/>
                </a:solidFill>
                <a:effectLst/>
                <a:uLnTx/>
                <a:uFillTx/>
                <a:latin typeface="Arial" panose="020B0604020202020204"/>
                <a:ea typeface="+mn-ea"/>
                <a:cs typeface="Arial"/>
              </a:rPr>
              <a:t>Build is the prize, but access is blocked</a:t>
            </a:r>
          </a:p>
        </p:txBody>
      </p:sp>
      <p:sp>
        <p:nvSpPr>
          <p:cNvPr id="239" name="TextBox 239"/>
          <p:cNvSpPr txBox="1"/>
          <p:nvPr/>
        </p:nvSpPr>
        <p:spPr>
          <a:xfrm>
            <a:off x="6890000" y="4583288"/>
            <a:ext cx="4901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Build is 47% of spend at 0.5% capture. We lack POPD pipeline access, and peers run lead-constructor programmes IHG legally can’t</a:t>
            </a:r>
          </a:p>
        </p:txBody>
      </p:sp>
      <p:sp>
        <p:nvSpPr>
          <p:cNvPr id="240" name="Shape 240"/>
          <p:cNvSpPr/>
          <p:nvPr/>
        </p:nvSpPr>
        <p:spPr>
          <a:xfrm>
            <a:off x="6060000" y="5163288"/>
            <a:ext cx="5731610" cy="12700"/>
          </a:xfrm>
          <a:prstGeom prst="rect">
            <a:avLst/>
          </a:prstGeom>
          <a:solidFill>
            <a:srgbClr val="C0C7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1" name="Shape 241"/>
          <p:cNvSpPr/>
          <p:nvPr/>
        </p:nvSpPr>
        <p:spPr>
          <a:xfrm>
            <a:off x="6060000" y="5263288"/>
            <a:ext cx="660000" cy="66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242" name="Icon 242"/>
          <p:cNvPicPr>
            <a:picLocks noChangeAspect="1"/>
          </p:cNvPicPr>
          <p:nvPr/>
        </p:nvPicPr>
        <p:blipFill>
          <a:blip r:embed="rId20"/>
          <a:stretch>
            <a:fillRect/>
          </a:stretch>
        </p:blipFill>
        <p:spPr>
          <a:xfrm>
            <a:off x="6210000" y="5413288"/>
            <a:ext cx="360000" cy="360000"/>
          </a:xfrm>
          <a:prstGeom prst="rect">
            <a:avLst/>
          </a:prstGeom>
        </p:spPr>
      </p:pic>
      <p:sp>
        <p:nvSpPr>
          <p:cNvPr id="243" name="TextBox 243"/>
          <p:cNvSpPr txBox="1"/>
          <p:nvPr/>
        </p:nvSpPr>
        <p:spPr>
          <a:xfrm>
            <a:off x="6890000" y="5283288"/>
            <a:ext cx="490161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50" b="1" i="0" u="none" strike="noStrike" kern="1200" cap="all" spc="40" normalizeH="0" baseline="0" noProof="0">
                <a:ln>
                  <a:noFill/>
                </a:ln>
                <a:solidFill>
                  <a:srgbClr val="1F4456"/>
                </a:solidFill>
                <a:effectLst/>
                <a:uLnTx/>
                <a:uFillTx/>
                <a:latin typeface="Arial" panose="020B0604020202020204"/>
                <a:ea typeface="+mn-ea"/>
                <a:cs typeface="Arial"/>
              </a:rPr>
              <a:t>Owners buy on price and perception</a:t>
            </a:r>
          </a:p>
        </p:txBody>
      </p:sp>
      <p:sp>
        <p:nvSpPr>
          <p:cNvPr id="244" name="TextBox 244"/>
          <p:cNvSpPr txBox="1"/>
          <p:nvPr/>
        </p:nvSpPr>
        <p:spPr>
          <a:xfrm>
            <a:off x="6890000" y="5583288"/>
            <a:ext cx="4901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Owners see central programmes as dearer and CRF as a hidden cost (the ‘10% myth’); long-tail F&amp;B and Operate spend stays off-programme</a:t>
            </a:r>
          </a:p>
        </p:txBody>
      </p:sp>
      <p:sp>
        <p:nvSpPr>
          <p:cNvPr id="901" name="Source Note"/>
          <p:cNvSpPr txBox="1"/>
          <p:nvPr/>
        </p:nvSpPr>
        <p:spPr>
          <a:xfrm>
            <a:off x="400390" y="6330000"/>
            <a:ext cx="1139122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700" b="0" i="1" u="none" strike="noStrike" kern="1200" cap="none" spc="0" normalizeH="0" baseline="0" noProof="0">
                <a:ln>
                  <a:noFill/>
                </a:ln>
                <a:solidFill>
                  <a:srgbClr val="688997"/>
                </a:solidFill>
                <a:effectLst/>
                <a:uLnTx/>
                <a:uFillTx/>
                <a:latin typeface="Arial" panose="020B0604020202020204"/>
                <a:ea typeface="+mn-ea"/>
                <a:cs typeface="+mn-cs"/>
              </a:rPr>
              <a:t>Source: F2F PLT August Fact Pack v1.0 (31 July 2026), pp. 29–30, 48 (p. 29 GC programme panel repeats EMEAA’s $164m — corrected to $93m per p. 30 and dim_hotel); GC F2F regional input, Aug 2026, slides 3–7. CRF collected: 2025 actual per GC 2030 opportunity slide.</a:t>
            </a:r>
          </a:p>
        </p:txBody>
      </p:sp>
      <p:sp>
        <p:nvSpPr>
          <p:cNvPr id="913" name="Slide Number Placeholder 2">
            <a:extLst>
              <a:ext uri="{FF2B5EF4-FFF2-40B4-BE49-F238E27FC236}">
                <a16:creationId xmlns:a16="http://schemas.microsoft.com/office/drawing/2014/main" id="{F9B8030C-E4E1-CA88-5250-C8291C9D9945}"/>
              </a:ext>
            </a:extLst>
          </p:cNvPr>
          <p:cNvSpPr txBox="1">
            <a:spLocks/>
          </p:cNvSpPr>
          <p:nvPr/>
        </p:nvSpPr>
        <p:spPr>
          <a:xfrm>
            <a:off x="139700" y="6381750"/>
            <a:ext cx="515937" cy="4320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8F63A3B-78C7-47BE-AE5E-E10140E04643}" type="slidenum">
              <a:rPr kumimoji="0" lang="en-US" sz="9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1015" name="Chart 1014" descr="Chart">
            <a:extLst>
              <a:ext uri="{FF2B5EF4-FFF2-40B4-BE49-F238E27FC236}">
                <a16:creationId xmlns:a16="http://schemas.microsoft.com/office/drawing/2014/main" id="{B36065B5-DA39-8762-A1FB-AE64D51CE1EB}"/>
              </a:ext>
            </a:extLst>
          </p:cNvPr>
          <p:cNvGraphicFramePr/>
          <p:nvPr>
            <p:custDataLst>
              <p:tags r:id="rId2"/>
            </p:custDataLst>
          </p:nvPr>
        </p:nvGraphicFramePr>
        <p:xfrm>
          <a:off x="347663" y="3235325"/>
          <a:ext cx="3538537" cy="3008313"/>
        </p:xfrm>
        <a:graphic>
          <a:graphicData uri="http://schemas.openxmlformats.org/drawingml/2006/chart">
            <c:chart xmlns:c="http://schemas.openxmlformats.org/drawingml/2006/chart" xmlns:r="http://schemas.openxmlformats.org/officeDocument/2006/relationships" r:id="rId21"/>
          </a:graphicData>
        </a:graphic>
      </p:graphicFrame>
      <p:sp>
        <p:nvSpPr>
          <p:cNvPr id="193" name="Text Placeholder 2">
            <a:extLst>
              <a:ext uri="{FF2B5EF4-FFF2-40B4-BE49-F238E27FC236}">
                <a16:creationId xmlns:a16="http://schemas.microsoft.com/office/drawing/2014/main" id="{69DC049B-DF12-49E7-E72A-93E88AAB7330}"/>
              </a:ext>
            </a:extLst>
          </p:cNvPr>
          <p:cNvSpPr>
            <a:spLocks/>
          </p:cNvSpPr>
          <p:nvPr>
            <p:custDataLst>
              <p:tags r:id="rId3"/>
            </p:custDataLst>
          </p:nvPr>
        </p:nvSpPr>
        <p:spPr bwMode="auto">
          <a:xfrm>
            <a:off x="938213" y="6061075"/>
            <a:ext cx="669925"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39F7DDB9-4E36-4431-91F8-13F31CF0FA03}" type="datetime'''''Ad''d''''.'' Sp''''e''''n''''''''''''''''''''d'''''''">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Add. Spend</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7" name="Text Placeholder 2">
            <a:extLst>
              <a:ext uri="{FF2B5EF4-FFF2-40B4-BE49-F238E27FC236}">
                <a16:creationId xmlns:a16="http://schemas.microsoft.com/office/drawing/2014/main" id="{407584E2-1E2F-3FFE-AE62-5652AAD4E11F}"/>
              </a:ext>
            </a:extLst>
          </p:cNvPr>
          <p:cNvSpPr>
            <a:spLocks/>
          </p:cNvSpPr>
          <p:nvPr>
            <p:custDataLst>
              <p:tags r:id="rId4"/>
            </p:custDataLst>
          </p:nvPr>
        </p:nvSpPr>
        <p:spPr bwMode="auto">
          <a:xfrm>
            <a:off x="2605088" y="6061075"/>
            <a:ext cx="71278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22EA379A-0A13-4F94-929F-1287B6BBB4C4}" type="datetime'''P''''r''''og''. ''''''''''''''''S''p''e''''nd'''''">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Prog. Spend</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8" name="Text Placeholder 2">
            <a:extLst>
              <a:ext uri="{FF2B5EF4-FFF2-40B4-BE49-F238E27FC236}">
                <a16:creationId xmlns:a16="http://schemas.microsoft.com/office/drawing/2014/main" id="{601875B1-2F43-0F9D-7240-E229FE94B518}"/>
              </a:ext>
            </a:extLst>
          </p:cNvPr>
          <p:cNvSpPr>
            <a:spLocks/>
          </p:cNvSpPr>
          <p:nvPr>
            <p:custDataLst>
              <p:tags r:id="rId5"/>
            </p:custDataLst>
          </p:nvPr>
        </p:nvSpPr>
        <p:spPr bwMode="gray">
          <a:xfrm>
            <a:off x="1011238" y="3282950"/>
            <a:ext cx="5254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a:t>
            </a:r>
            <a:fld id="{50FE9740-DF13-4266-834F-ED87663C6FB2}" type="datetime'''5'',''''''''''''''4''''''''''''''''''''''''''''6''''4'''''''">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4,552</a:t>
            </a:fld>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m</a:t>
            </a: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9" name="Text Placeholder 2">
            <a:extLst>
              <a:ext uri="{FF2B5EF4-FFF2-40B4-BE49-F238E27FC236}">
                <a16:creationId xmlns:a16="http://schemas.microsoft.com/office/drawing/2014/main" id="{0383C0A7-9336-1A52-9E7F-47B4FFE0976B}"/>
              </a:ext>
            </a:extLst>
          </p:cNvPr>
          <p:cNvSpPr>
            <a:spLocks/>
          </p:cNvSpPr>
          <p:nvPr>
            <p:custDataLst>
              <p:tags r:id="rId6"/>
            </p:custDataLst>
          </p:nvPr>
        </p:nvSpPr>
        <p:spPr bwMode="gray">
          <a:xfrm>
            <a:off x="2751138" y="3282950"/>
            <a:ext cx="42068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a:t>
            </a:r>
            <a:fld id="{5C7207C7-C1CA-4ED4-9771-2B38D3EBFB48}" type="datetime'''''''''''''''''1''''''''''''''''''''''''''''64'''''''''">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93</a:t>
            </a:fld>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m</a:t>
            </a: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1054" name="Chart 1053" descr="Chart">
            <a:extLst>
              <a:ext uri="{FF2B5EF4-FFF2-40B4-BE49-F238E27FC236}">
                <a16:creationId xmlns:a16="http://schemas.microsoft.com/office/drawing/2014/main" id="{0858F2E0-CCFE-F710-01E7-C66AF5369D5D}"/>
              </a:ext>
            </a:extLst>
          </p:cNvPr>
          <p:cNvGraphicFramePr/>
          <p:nvPr>
            <p:custDataLst>
              <p:tags r:id="rId7"/>
            </p:custDataLst>
          </p:nvPr>
        </p:nvGraphicFramePr>
        <p:xfrm>
          <a:off x="3521075" y="3652838"/>
          <a:ext cx="1487488" cy="2274887"/>
        </p:xfrm>
        <a:graphic>
          <a:graphicData uri="http://schemas.openxmlformats.org/drawingml/2006/chart">
            <c:chart xmlns:c="http://schemas.openxmlformats.org/drawingml/2006/chart" xmlns:r="http://schemas.openxmlformats.org/officeDocument/2006/relationships" r:id="rId22"/>
          </a:graphicData>
        </a:graphic>
      </p:graphicFrame>
      <p:sp useBgFill="1">
        <p:nvSpPr>
          <p:cNvPr id="1050" name="Freeform: Shape 1049">
            <a:extLst>
              <a:ext uri="{FF2B5EF4-FFF2-40B4-BE49-F238E27FC236}">
                <a16:creationId xmlns:a16="http://schemas.microsoft.com/office/drawing/2014/main" id="{1D32FE14-F584-4DCD-C8BA-3F1BC0A33351}"/>
              </a:ext>
            </a:extLst>
          </p:cNvPr>
          <p:cNvSpPr/>
          <p:nvPr>
            <p:custDataLst>
              <p:tags r:id="rId8"/>
            </p:custDataLst>
          </p:nvPr>
        </p:nvSpPr>
        <p:spPr bwMode="auto">
          <a:xfrm>
            <a:off x="4745038" y="4341813"/>
            <a:ext cx="157164" cy="369888"/>
          </a:xfrm>
          <a:custGeom>
            <a:avLst/>
            <a:gdLst/>
            <a:ahLst/>
            <a:cxnLst/>
            <a:rect l="0" t="0" r="0" b="0"/>
            <a:pathLst>
              <a:path w="157164" h="369888">
                <a:moveTo>
                  <a:pt x="157163" y="0"/>
                </a:moveTo>
                <a:lnTo>
                  <a:pt x="57150" y="369887"/>
                </a:lnTo>
                <a:lnTo>
                  <a:pt x="0" y="369887"/>
                </a:lnTo>
                <a:lnTo>
                  <a:pt x="100013" y="0"/>
                </a:lnTo>
                <a:close/>
              </a:path>
            </a:pathLst>
          </a:custGeom>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51" name="Text Placeholder 2">
            <a:extLst>
              <a:ext uri="{FF2B5EF4-FFF2-40B4-BE49-F238E27FC236}">
                <a16:creationId xmlns:a16="http://schemas.microsoft.com/office/drawing/2014/main" id="{029CA290-7C7F-45B0-CC05-C2AB41510160}"/>
              </a:ext>
            </a:extLst>
          </p:cNvPr>
          <p:cNvSpPr>
            <a:spLocks/>
          </p:cNvSpPr>
          <p:nvPr>
            <p:custDataLst>
              <p:tags r:id="rId11"/>
            </p:custDataLst>
          </p:nvPr>
        </p:nvSpPr>
        <p:spPr bwMode="gray">
          <a:xfrm>
            <a:off x="4951585" y="3921125"/>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EB0C04C2-5983-4BDD-ADFF-39915A589174}" type="datetime'''3''''''''''''''''''''''''''''''''''.''''''''''''0''''%'''''">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5.0%</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2" name="Text Placeholder 2">
            <a:extLst>
              <a:ext uri="{FF2B5EF4-FFF2-40B4-BE49-F238E27FC236}">
                <a16:creationId xmlns:a16="http://schemas.microsoft.com/office/drawing/2014/main" id="{069840B3-4402-C429-6D89-7B5CAED28784}"/>
              </a:ext>
            </a:extLst>
          </p:cNvPr>
          <p:cNvSpPr>
            <a:spLocks/>
          </p:cNvSpPr>
          <p:nvPr>
            <p:custDataLst>
              <p:tags r:id="rId12"/>
            </p:custDataLst>
          </p:nvPr>
        </p:nvSpPr>
        <p:spPr bwMode="gray">
          <a:xfrm>
            <a:off x="4607505" y="4449763"/>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B4981780-B441-4DBA-9FBA-026B2821BD08}" type="datetime'''''''''''''''9''''''''''''''''.''''2''''''''''%'''''''">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3.7%</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3" name="Text Placeholder 2">
            <a:extLst>
              <a:ext uri="{FF2B5EF4-FFF2-40B4-BE49-F238E27FC236}">
                <a16:creationId xmlns:a16="http://schemas.microsoft.com/office/drawing/2014/main" id="{AF4EDA3A-3255-436A-70EC-7F4E66C3205D}"/>
              </a:ext>
            </a:extLst>
          </p:cNvPr>
          <p:cNvSpPr>
            <a:spLocks/>
          </p:cNvSpPr>
          <p:nvPr>
            <p:custDataLst>
              <p:tags r:id="rId13"/>
            </p:custDataLst>
          </p:nvPr>
        </p:nvSpPr>
        <p:spPr bwMode="gray">
          <a:xfrm>
            <a:off x="4342828" y="4976813"/>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5D2E0FF0-3B42-417C-9EED-86A12C134B35}" type="datetime'1''.''2''%'''">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2.7%</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4" name="Text Placeholder 2">
            <a:extLst>
              <a:ext uri="{FF2B5EF4-FFF2-40B4-BE49-F238E27FC236}">
                <a16:creationId xmlns:a16="http://schemas.microsoft.com/office/drawing/2014/main" id="{49C27088-1DB5-28EE-A39A-FAB8E5A3F9AD}"/>
              </a:ext>
            </a:extLst>
          </p:cNvPr>
          <p:cNvSpPr>
            <a:spLocks/>
          </p:cNvSpPr>
          <p:nvPr>
            <p:custDataLst>
              <p:tags r:id="rId14"/>
            </p:custDataLst>
          </p:nvPr>
        </p:nvSpPr>
        <p:spPr bwMode="gray">
          <a:xfrm>
            <a:off x="3760538" y="5503863"/>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2B5B994A-BBBE-4F23-AEC9-453AAE61CE17}" type="datetime'''0''''''''''''''''''''''''''.''3''''''%'''">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0.5%</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1034" name="Icon 297">
            <a:extLst>
              <a:ext uri="{FF2B5EF4-FFF2-40B4-BE49-F238E27FC236}">
                <a16:creationId xmlns:a16="http://schemas.microsoft.com/office/drawing/2014/main" id="{56B53E25-848A-7EC9-AF10-683B38C5DC0E}"/>
              </a:ext>
            </a:extLst>
          </p:cNvPr>
          <p:cNvPicPr>
            <a:picLocks noChangeAspect="1"/>
          </p:cNvPicPr>
          <p:nvPr/>
        </p:nvPicPr>
        <p:blipFill>
          <a:blip r:embed="rId23"/>
          <a:stretch>
            <a:fillRect/>
          </a:stretch>
        </p:blipFill>
        <p:spPr>
          <a:xfrm>
            <a:off x="6169778" y="3401637"/>
            <a:ext cx="410150" cy="410150"/>
          </a:xfrm>
          <a:prstGeom prst="rect">
            <a:avLst/>
          </a:prstGeom>
        </p:spPr>
      </p:pic>
      <p:pic>
        <p:nvPicPr>
          <p:cNvPr id="1040" name="Picture 1039">
            <a:extLst>
              <a:ext uri="{FF2B5EF4-FFF2-40B4-BE49-F238E27FC236}">
                <a16:creationId xmlns:a16="http://schemas.microsoft.com/office/drawing/2014/main" id="{EC507EC4-0EDE-862A-9A8A-1CAB691B2F5A}"/>
              </a:ext>
            </a:extLst>
          </p:cNvPr>
          <p:cNvPicPr>
            <a:picLocks noChangeAspect="1"/>
          </p:cNvPicPr>
          <p:nvPr/>
        </p:nvPicPr>
        <p:blipFill>
          <a:blip r:embed="rId24"/>
          <a:stretch>
            <a:fillRect/>
          </a:stretch>
        </p:blipFill>
        <p:spPr>
          <a:xfrm>
            <a:off x="541302" y="6603909"/>
            <a:ext cx="4010585" cy="161948"/>
          </a:xfrm>
          <a:prstGeom prst="rect">
            <a:avLst/>
          </a:prstGeom>
        </p:spPr>
      </p:pic>
      <p:sp>
        <p:nvSpPr>
          <p:cNvPr id="2" name="Rectangle 1">
            <a:extLst>
              <a:ext uri="{FF2B5EF4-FFF2-40B4-BE49-F238E27FC236}">
                <a16:creationId xmlns:a16="http://schemas.microsoft.com/office/drawing/2014/main" id="{E4051CC7-D60F-DB26-D020-BCD6E6876761}"/>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Recap / Update of intent</a:t>
            </a:r>
          </a:p>
        </p:txBody>
      </p:sp>
      <p:grpSp>
        <p:nvGrpSpPr>
          <p:cNvPr id="8" name="Group 7">
            <a:extLst>
              <a:ext uri="{FF2B5EF4-FFF2-40B4-BE49-F238E27FC236}">
                <a16:creationId xmlns:a16="http://schemas.microsoft.com/office/drawing/2014/main" id="{48CE3470-69B2-F3F6-A80E-ED6DDA6C0B08}"/>
              </a:ext>
            </a:extLst>
          </p:cNvPr>
          <p:cNvGrpSpPr/>
          <p:nvPr/>
        </p:nvGrpSpPr>
        <p:grpSpPr>
          <a:xfrm>
            <a:off x="400390" y="1258805"/>
            <a:ext cx="11391220" cy="1708588"/>
            <a:chOff x="400390" y="1599999"/>
            <a:chExt cx="12070582" cy="1708588"/>
          </a:xfrm>
        </p:grpSpPr>
        <p:sp>
          <p:nvSpPr>
            <p:cNvPr id="209" name="Shape 209"/>
            <p:cNvSpPr/>
            <p:nvPr/>
          </p:nvSpPr>
          <p:spPr>
            <a:xfrm>
              <a:off x="6490851"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1" name="Shape 201"/>
            <p:cNvSpPr/>
            <p:nvPr/>
          </p:nvSpPr>
          <p:spPr>
            <a:xfrm>
              <a:off x="400390"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2" name="Shape 202"/>
            <p:cNvSpPr/>
            <p:nvPr/>
          </p:nvSpPr>
          <p:spPr>
            <a:xfrm>
              <a:off x="400390"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5" name="Shape 205"/>
            <p:cNvSpPr/>
            <p:nvPr/>
          </p:nvSpPr>
          <p:spPr>
            <a:xfrm>
              <a:off x="3445621"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6" name="Shape 206"/>
            <p:cNvSpPr/>
            <p:nvPr/>
          </p:nvSpPr>
          <p:spPr>
            <a:xfrm>
              <a:off x="3445621"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7" name="TextBox 207"/>
            <p:cNvSpPr txBox="1"/>
            <p:nvPr/>
          </p:nvSpPr>
          <p:spPr>
            <a:xfrm>
              <a:off x="558021" y="1795675"/>
              <a:ext cx="2525048"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$4.6bn</a:t>
              </a:r>
            </a:p>
          </p:txBody>
        </p:sp>
        <p:sp>
          <p:nvSpPr>
            <p:cNvPr id="208" name="TextBox 208"/>
            <p:cNvSpPr txBox="1"/>
            <p:nvPr/>
          </p:nvSpPr>
          <p:spPr>
            <a:xfrm>
              <a:off x="558021" y="2291370"/>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Est Addressable Spend</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altLang="en-US" sz="1000" b="0" i="0" u="none" strike="noStrike" kern="1200" cap="none" spc="0" normalizeH="0" baseline="0" noProof="0">
                  <a:ln>
                    <a:noFill/>
                  </a:ln>
                  <a:solidFill>
                    <a:srgbClr val="3D4B52"/>
                  </a:solidFill>
                  <a:effectLst/>
                  <a:uLnTx/>
                  <a:uFillTx/>
                  <a:latin typeface="Arial" panose="020B0604020202020204"/>
                  <a:ea typeface="+mn-ea"/>
                  <a:cs typeface="Arial"/>
                </a:rPr>
                <a:t>(Developed from IHG spend analysis &amp; external data)</a:t>
              </a:r>
              <a:endParaRPr kumimoji="0" lang="en-GB" sz="1000" b="0" i="0" u="none" strike="noStrike" kern="1200" cap="none" spc="0" normalizeH="0" baseline="0" noProof="0">
                <a:ln>
                  <a:noFill/>
                </a:ln>
                <a:solidFill>
                  <a:srgbClr val="3D4B52"/>
                </a:solidFill>
                <a:effectLst/>
                <a:uLnTx/>
                <a:uFillTx/>
                <a:latin typeface="Arial" panose="020B0604020202020204"/>
                <a:ea typeface="+mn-ea"/>
                <a:cs typeface="Arial"/>
              </a:endParaRPr>
            </a:p>
          </p:txBody>
        </p:sp>
        <p:sp>
          <p:nvSpPr>
            <p:cNvPr id="210" name="Shape 210"/>
            <p:cNvSpPr/>
            <p:nvPr/>
          </p:nvSpPr>
          <p:spPr>
            <a:xfrm>
              <a:off x="6490851"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11" name="TextBox 211"/>
            <p:cNvSpPr txBox="1"/>
            <p:nvPr/>
          </p:nvSpPr>
          <p:spPr>
            <a:xfrm>
              <a:off x="3550041" y="1795675"/>
              <a:ext cx="2525048"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$93m</a:t>
              </a:r>
            </a:p>
          </p:txBody>
        </p:sp>
        <p:sp>
          <p:nvSpPr>
            <p:cNvPr id="1036" name="TextBox 208">
              <a:extLst>
                <a:ext uri="{FF2B5EF4-FFF2-40B4-BE49-F238E27FC236}">
                  <a16:creationId xmlns:a16="http://schemas.microsoft.com/office/drawing/2014/main" id="{39677EB3-5F6E-C354-4EC2-32CE017ADCBC}"/>
                </a:ext>
              </a:extLst>
            </p:cNvPr>
            <p:cNvSpPr txBox="1"/>
            <p:nvPr/>
          </p:nvSpPr>
          <p:spPr>
            <a:xfrm>
              <a:off x="3550041" y="2291370"/>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Spend via Programs</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 </a:t>
              </a: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2025 programme spend</a:t>
              </a: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a:t>
              </a:r>
            </a:p>
            <a:p>
              <a:pPr marL="0" marR="0" lvl="0" indent="0" algn="ctr" defTabSz="914400" rtl="0" eaLnBrk="1" fontAlgn="auto" latinLnBrk="0" hangingPunct="1">
                <a:lnSpc>
                  <a:spcPct val="105000"/>
                </a:lnSpc>
                <a:spcBef>
                  <a:spcPts val="0"/>
                </a:spcBef>
                <a:spcAft>
                  <a:spcPts val="0"/>
                </a:spcAft>
                <a:buClrTx/>
                <a:buSzTx/>
                <a:buFontTx/>
                <a:buNone/>
                <a:tabLst/>
                <a:defRPr/>
              </a:pPr>
              <a:endParaRPr kumimoji="0" lang="en-GB" sz="1400" b="1" i="0" u="none" strike="noStrike" kern="1200" cap="none" spc="0" normalizeH="0" baseline="0" noProof="0">
                <a:ln>
                  <a:noFill/>
                </a:ln>
                <a:solidFill>
                  <a:srgbClr val="3D4B52"/>
                </a:solidFill>
                <a:effectLst/>
                <a:uLnTx/>
                <a:uFillTx/>
                <a:latin typeface="Arial" panose="020B0604020202020204"/>
                <a:ea typeface="+mn-ea"/>
                <a:cs typeface="Arial"/>
              </a:endParaRPr>
            </a:p>
          </p:txBody>
        </p:sp>
        <p:sp>
          <p:nvSpPr>
            <p:cNvPr id="4" name="Shape 209">
              <a:extLst>
                <a:ext uri="{FF2B5EF4-FFF2-40B4-BE49-F238E27FC236}">
                  <a16:creationId xmlns:a16="http://schemas.microsoft.com/office/drawing/2014/main" id="{C7126CED-212E-8F7D-5107-BC8547EE96AE}"/>
                </a:ext>
              </a:extLst>
            </p:cNvPr>
            <p:cNvSpPr/>
            <p:nvPr/>
          </p:nvSpPr>
          <p:spPr>
            <a:xfrm>
              <a:off x="9583372"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 name="TextBox 203">
              <a:extLst>
                <a:ext uri="{FF2B5EF4-FFF2-40B4-BE49-F238E27FC236}">
                  <a16:creationId xmlns:a16="http://schemas.microsoft.com/office/drawing/2014/main" id="{6BD2ABAA-EB36-ACD7-80C1-FD9204C91708}"/>
                </a:ext>
              </a:extLst>
            </p:cNvPr>
            <p:cNvSpPr txBox="1"/>
            <p:nvPr/>
          </p:nvSpPr>
          <p:spPr>
            <a:xfrm>
              <a:off x="9764648" y="1795675"/>
              <a:ext cx="2525048"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$1.9m</a:t>
              </a:r>
            </a:p>
          </p:txBody>
        </p:sp>
        <p:sp>
          <p:nvSpPr>
            <p:cNvPr id="6" name="TextBox 204">
              <a:extLst>
                <a:ext uri="{FF2B5EF4-FFF2-40B4-BE49-F238E27FC236}">
                  <a16:creationId xmlns:a16="http://schemas.microsoft.com/office/drawing/2014/main" id="{1855ACEE-B988-A4C9-E0A7-3D85091E1461}"/>
                </a:ext>
              </a:extLst>
            </p:cNvPr>
            <p:cNvSpPr txBox="1"/>
            <p:nvPr/>
          </p:nvSpPr>
          <p:spPr>
            <a:xfrm>
              <a:off x="9788293" y="2291370"/>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CRF Collection</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(2025 CRF Data)</a:t>
              </a:r>
            </a:p>
          </p:txBody>
        </p:sp>
        <p:sp>
          <p:nvSpPr>
            <p:cNvPr id="7" name="Shape 210">
              <a:extLst>
                <a:ext uri="{FF2B5EF4-FFF2-40B4-BE49-F238E27FC236}">
                  <a16:creationId xmlns:a16="http://schemas.microsoft.com/office/drawing/2014/main" id="{A1CB639C-59BD-A0FE-F3C2-AF7D5466AF83}"/>
                </a:ext>
              </a:extLst>
            </p:cNvPr>
            <p:cNvSpPr/>
            <p:nvPr/>
          </p:nvSpPr>
          <p:spPr>
            <a:xfrm>
              <a:off x="9583372"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 name="TextBox 208">
              <a:extLst>
                <a:ext uri="{FF2B5EF4-FFF2-40B4-BE49-F238E27FC236}">
                  <a16:creationId xmlns:a16="http://schemas.microsoft.com/office/drawing/2014/main" id="{939FCB38-BC1A-86A3-F59E-BAF322ECBD0E}"/>
                </a:ext>
              </a:extLst>
            </p:cNvPr>
            <p:cNvSpPr txBox="1"/>
            <p:nvPr/>
          </p:nvSpPr>
          <p:spPr>
            <a:xfrm>
              <a:off x="558021"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uLnTx/>
                  <a:uFillTx/>
                  <a:latin typeface="Arial" panose="020B0604020202020204"/>
                  <a:ea typeface="+mn-ea"/>
                  <a:cs typeface="Arial"/>
                </a:rPr>
                <a:t>53.7% of Total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sp>
          <p:nvSpPr>
            <p:cNvPr id="12" name="TextBox 208">
              <a:extLst>
                <a:ext uri="{FF2B5EF4-FFF2-40B4-BE49-F238E27FC236}">
                  <a16:creationId xmlns:a16="http://schemas.microsoft.com/office/drawing/2014/main" id="{32BBA02E-5CE3-823B-6F8D-AA4C9E860760}"/>
                </a:ext>
              </a:extLst>
            </p:cNvPr>
            <p:cNvSpPr txBox="1"/>
            <p:nvPr/>
          </p:nvSpPr>
          <p:spPr>
            <a:xfrm>
              <a:off x="3536955"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uLnTx/>
                  <a:uFillTx/>
                  <a:latin typeface="Arial" panose="020B0604020202020204"/>
                  <a:ea typeface="+mn-ea"/>
                  <a:cs typeface="Arial"/>
                </a:rPr>
                <a:t>2.0% of Addressable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sp>
          <p:nvSpPr>
            <p:cNvPr id="13" name="TextBox 208">
              <a:extLst>
                <a:ext uri="{FF2B5EF4-FFF2-40B4-BE49-F238E27FC236}">
                  <a16:creationId xmlns:a16="http://schemas.microsoft.com/office/drawing/2014/main" id="{DEB682AE-5798-D9BD-5346-8626BAFB71FC}"/>
                </a:ext>
              </a:extLst>
            </p:cNvPr>
            <p:cNvSpPr txBox="1"/>
            <p:nvPr/>
          </p:nvSpPr>
          <p:spPr>
            <a:xfrm>
              <a:off x="6668543"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rPr>
                <a:t>TBC% IHG-influenced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sp>
          <p:nvSpPr>
            <p:cNvPr id="14" name="TextBox 208">
              <a:extLst>
                <a:ext uri="{FF2B5EF4-FFF2-40B4-BE49-F238E27FC236}">
                  <a16:creationId xmlns:a16="http://schemas.microsoft.com/office/drawing/2014/main" id="{3C0B37F4-BC7C-C50C-664B-1497D15BE9BF}"/>
                </a:ext>
              </a:extLst>
            </p:cNvPr>
            <p:cNvSpPr txBox="1"/>
            <p:nvPr/>
          </p:nvSpPr>
          <p:spPr>
            <a:xfrm>
              <a:off x="9764647"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uLnTx/>
                  <a:uFillTx/>
                  <a:latin typeface="Arial" panose="020B0604020202020204"/>
                  <a:ea typeface="+mn-ea"/>
                  <a:cs typeface="Arial"/>
                </a:rPr>
                <a:t>2.0% of CRF Prog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grpSp>
      <p:sp>
        <p:nvSpPr>
          <p:cNvPr id="9" name="TextBox 211">
            <a:extLst>
              <a:ext uri="{FF2B5EF4-FFF2-40B4-BE49-F238E27FC236}">
                <a16:creationId xmlns:a16="http://schemas.microsoft.com/office/drawing/2014/main" id="{A1AB916E-73A6-695C-C421-49CF7B4B769C}"/>
              </a:ext>
            </a:extLst>
          </p:cNvPr>
          <p:cNvSpPr txBox="1"/>
          <p:nvPr/>
        </p:nvSpPr>
        <p:spPr>
          <a:xfrm>
            <a:off x="6360839" y="1452479"/>
            <a:ext cx="2382932"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$TBC</a:t>
            </a:r>
          </a:p>
        </p:txBody>
      </p:sp>
      <p:sp>
        <p:nvSpPr>
          <p:cNvPr id="10" name="TextBox 208">
            <a:extLst>
              <a:ext uri="{FF2B5EF4-FFF2-40B4-BE49-F238E27FC236}">
                <a16:creationId xmlns:a16="http://schemas.microsoft.com/office/drawing/2014/main" id="{4FFEBD55-2809-A9ED-C3AF-474CE6B478BF}"/>
              </a:ext>
            </a:extLst>
          </p:cNvPr>
          <p:cNvSpPr txBox="1"/>
          <p:nvPr/>
        </p:nvSpPr>
        <p:spPr>
          <a:xfrm>
            <a:off x="6360839" y="1948174"/>
            <a:ext cx="2382932"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CRF Programs</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(2025 CRF Data)</a:t>
            </a:r>
          </a:p>
          <a:p>
            <a:pPr marL="0" marR="0" lvl="0" indent="0" algn="ctr" defTabSz="914400" rtl="0" eaLnBrk="1" fontAlgn="auto" latinLnBrk="0" hangingPunct="1">
              <a:lnSpc>
                <a:spcPct val="105000"/>
              </a:lnSpc>
              <a:spcBef>
                <a:spcPts val="0"/>
              </a:spcBef>
              <a:spcAft>
                <a:spcPts val="0"/>
              </a:spcAft>
              <a:buClrTx/>
              <a:buSzTx/>
              <a:buFontTx/>
              <a:buNone/>
              <a:tabLst/>
              <a:defRPr/>
            </a:pPr>
            <a:endParaRPr kumimoji="0" lang="en-GB" sz="1400" b="1" i="0" u="none" strike="noStrike" kern="1200" cap="none" spc="0" normalizeH="0" baseline="0" noProof="0">
              <a:ln>
                <a:noFill/>
              </a:ln>
              <a:solidFill>
                <a:srgbClr val="3D4B52"/>
              </a:solidFill>
              <a:effectLst/>
              <a:uLnTx/>
              <a:uFillTx/>
              <a:latin typeface="Arial" panose="020B0604020202020204"/>
              <a:ea typeface="+mn-ea"/>
              <a:cs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52381-0319-1B18-05C9-2BE81047774A}"/>
            </a:ext>
          </a:extLst>
        </p:cNvPr>
        <p:cNvGrpSpPr/>
        <p:nvPr/>
      </p:nvGrpSpPr>
      <p:grpSpPr>
        <a:xfrm>
          <a:off x="0" y="0"/>
          <a:ext cx="0" cy="0"/>
          <a:chOff x="0" y="0"/>
          <a:chExt cx="0" cy="0"/>
        </a:xfrm>
      </p:grpSpPr>
      <p:graphicFrame>
        <p:nvGraphicFramePr>
          <p:cNvPr id="37" name="think-cell data - do not delete" hidden="1">
            <a:extLst>
              <a:ext uri="{FF2B5EF4-FFF2-40B4-BE49-F238E27FC236}">
                <a16:creationId xmlns:a16="http://schemas.microsoft.com/office/drawing/2014/main" id="{CEE1DDB8-5D43-E195-A5C8-3127CDEDAF1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77" imgH="377" progId="TCLayout.ActiveDocument.1">
                  <p:embed/>
                </p:oleObj>
              </mc:Choice>
              <mc:Fallback>
                <p:oleObj name="thinkcell Slide" r:id="rId4" imgW="377" imgH="377" progId="TCLayout.ActiveDocument.1">
                  <p:embed/>
                  <p:pic>
                    <p:nvPicPr>
                      <p:cNvPr id="37" name="think-cell data - do not delete" hidden="1">
                        <a:extLst>
                          <a:ext uri="{FF2B5EF4-FFF2-40B4-BE49-F238E27FC236}">
                            <a16:creationId xmlns:a16="http://schemas.microsoft.com/office/drawing/2014/main" id="{CEE1DDB8-5D43-E195-A5C8-3127CDEDAF1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EF59ABAC-8FC4-6C4A-988B-6E4D220BECB8}"/>
              </a:ext>
            </a:extLst>
          </p:cNvPr>
          <p:cNvSpPr>
            <a:spLocks noGrp="1"/>
          </p:cNvSpPr>
          <p:nvPr>
            <p:ph type="body" sz="quarter" idx="22"/>
          </p:nvPr>
        </p:nvSpPr>
        <p:spPr>
          <a:xfrm>
            <a:off x="377250" y="355600"/>
            <a:ext cx="11220109" cy="784231"/>
          </a:xfrm>
        </p:spPr>
        <p:txBody>
          <a:bodyPr/>
          <a:lstStyle/>
          <a:p>
            <a:r>
              <a:rPr lang="en-US" b="1"/>
              <a:t>Regional Strategy Overview | </a:t>
            </a:r>
            <a:r>
              <a:rPr lang="en-US"/>
              <a:t>Greater China</a:t>
            </a:r>
            <a:endParaRPr lang="en-GB" noProof="0"/>
          </a:p>
        </p:txBody>
      </p:sp>
      <p:grpSp>
        <p:nvGrpSpPr>
          <p:cNvPr id="48" name="Group 47">
            <a:extLst>
              <a:ext uri="{FF2B5EF4-FFF2-40B4-BE49-F238E27FC236}">
                <a16:creationId xmlns:a16="http://schemas.microsoft.com/office/drawing/2014/main" id="{F90EE6C9-F6A4-29F2-0FDD-A2EEA2D203E4}"/>
              </a:ext>
            </a:extLst>
          </p:cNvPr>
          <p:cNvGrpSpPr/>
          <p:nvPr/>
        </p:nvGrpSpPr>
        <p:grpSpPr>
          <a:xfrm>
            <a:off x="1876926" y="1542335"/>
            <a:ext cx="9911888" cy="489377"/>
            <a:chOff x="226855" y="1618534"/>
            <a:chExt cx="11561959" cy="351749"/>
          </a:xfrm>
        </p:grpSpPr>
        <p:sp>
          <p:nvSpPr>
            <p:cNvPr id="33" name="Rectangle 32">
              <a:extLst>
                <a:ext uri="{FF2B5EF4-FFF2-40B4-BE49-F238E27FC236}">
                  <a16:creationId xmlns:a16="http://schemas.microsoft.com/office/drawing/2014/main" id="{F368C066-401E-EA9B-3167-C8BE29B974C3}"/>
                </a:ext>
              </a:extLst>
            </p:cNvPr>
            <p:cNvSpPr/>
            <p:nvPr/>
          </p:nvSpPr>
          <p:spPr>
            <a:xfrm>
              <a:off x="226855" y="1618534"/>
              <a:ext cx="3761619" cy="349620"/>
            </a:xfrm>
            <a:prstGeom prst="rect">
              <a:avLst/>
            </a:prstGeom>
            <a:solidFill>
              <a:schemeClr val="accent4"/>
            </a:solidFill>
            <a:ln w="12700" cap="flat" cmpd="sng" algn="ctr">
              <a:noFill/>
              <a:prstDash val="solid"/>
              <a:miter lim="800000"/>
            </a:ln>
            <a:effectLst/>
          </p:spPr>
          <p:txBody>
            <a:bodyPr tIns="36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FFFF"/>
                  </a:solidFill>
                  <a:effectLst/>
                  <a:uLnTx/>
                  <a:uFillTx/>
                  <a:latin typeface="Arial" panose="020B0604020202020204"/>
                  <a:ea typeface="+mn-ea"/>
                  <a:cs typeface="+mn-cs"/>
                </a:rPr>
                <a:t>Priorities</a:t>
              </a:r>
            </a:p>
          </p:txBody>
        </p:sp>
        <p:sp>
          <p:nvSpPr>
            <p:cNvPr id="34" name="Rectangle 33">
              <a:extLst>
                <a:ext uri="{FF2B5EF4-FFF2-40B4-BE49-F238E27FC236}">
                  <a16:creationId xmlns:a16="http://schemas.microsoft.com/office/drawing/2014/main" id="{905CA5B6-3185-5EC8-3FC9-84CEFBE9B441}"/>
                </a:ext>
              </a:extLst>
            </p:cNvPr>
            <p:cNvSpPr/>
            <p:nvPr/>
          </p:nvSpPr>
          <p:spPr>
            <a:xfrm>
              <a:off x="4181741" y="1629262"/>
              <a:ext cx="3723599" cy="341021"/>
            </a:xfrm>
            <a:prstGeom prst="rect">
              <a:avLst/>
            </a:prstGeom>
            <a:solidFill>
              <a:schemeClr val="tx2"/>
            </a:solidFill>
            <a:ln w="12700" cap="flat" cmpd="sng" algn="ctr">
              <a:noFill/>
              <a:prstDash val="solid"/>
              <a:miter lim="800000"/>
            </a:ln>
            <a:effectLst/>
          </p:spPr>
          <p:txBody>
            <a:bodyPr tIns="36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FFFF"/>
                  </a:solidFill>
                  <a:effectLst/>
                  <a:uLnTx/>
                  <a:uFillTx/>
                  <a:latin typeface="Arial" panose="020B0604020202020204"/>
                  <a:ea typeface="+mn-ea"/>
                  <a:cs typeface="+mn-cs"/>
                </a:rPr>
                <a:t>Approach</a:t>
              </a:r>
            </a:p>
          </p:txBody>
        </p:sp>
        <p:sp>
          <p:nvSpPr>
            <p:cNvPr id="38" name="Rectangle 37">
              <a:extLst>
                <a:ext uri="{FF2B5EF4-FFF2-40B4-BE49-F238E27FC236}">
                  <a16:creationId xmlns:a16="http://schemas.microsoft.com/office/drawing/2014/main" id="{00C4ADEC-CA9C-C58C-161D-F087F564CCD8}"/>
                </a:ext>
              </a:extLst>
            </p:cNvPr>
            <p:cNvSpPr/>
            <p:nvPr/>
          </p:nvSpPr>
          <p:spPr>
            <a:xfrm>
              <a:off x="8065215" y="1629262"/>
              <a:ext cx="3723599" cy="341021"/>
            </a:xfrm>
            <a:prstGeom prst="rect">
              <a:avLst/>
            </a:prstGeom>
            <a:solidFill>
              <a:schemeClr val="accent6"/>
            </a:solidFill>
            <a:ln w="12700" cap="flat" cmpd="sng" algn="ctr">
              <a:noFill/>
              <a:prstDash val="solid"/>
              <a:miter lim="800000"/>
            </a:ln>
            <a:effectLst/>
          </p:spPr>
          <p:txBody>
            <a:bodyPr tIns="36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FFFF"/>
                  </a:solidFill>
                  <a:effectLst/>
                  <a:uLnTx/>
                  <a:uFillTx/>
                  <a:latin typeface="Arial" panose="020B0604020202020204"/>
                  <a:ea typeface="+mn-ea"/>
                  <a:cs typeface="+mn-cs"/>
                </a:rPr>
                <a:t>Budget &amp; Dependencies</a:t>
              </a:r>
            </a:p>
          </p:txBody>
        </p:sp>
      </p:grpSp>
      <p:grpSp>
        <p:nvGrpSpPr>
          <p:cNvPr id="49" name="Group 48">
            <a:extLst>
              <a:ext uri="{FF2B5EF4-FFF2-40B4-BE49-F238E27FC236}">
                <a16:creationId xmlns:a16="http://schemas.microsoft.com/office/drawing/2014/main" id="{1B776756-0759-1E69-6C26-D8B941DD9167}"/>
              </a:ext>
            </a:extLst>
          </p:cNvPr>
          <p:cNvGrpSpPr/>
          <p:nvPr/>
        </p:nvGrpSpPr>
        <p:grpSpPr>
          <a:xfrm>
            <a:off x="1876926" y="2127298"/>
            <a:ext cx="9911888" cy="1956564"/>
            <a:chOff x="226855" y="1618534"/>
            <a:chExt cx="11561959" cy="351749"/>
          </a:xfrm>
          <a:solidFill>
            <a:schemeClr val="bg1">
              <a:lumMod val="95000"/>
            </a:schemeClr>
          </a:solidFill>
        </p:grpSpPr>
        <p:sp>
          <p:nvSpPr>
            <p:cNvPr id="50" name="Rectangle 49">
              <a:extLst>
                <a:ext uri="{FF2B5EF4-FFF2-40B4-BE49-F238E27FC236}">
                  <a16:creationId xmlns:a16="http://schemas.microsoft.com/office/drawing/2014/main" id="{641F9CA7-8CAC-7712-E778-B86F94EB9A20}"/>
                </a:ext>
              </a:extLst>
            </p:cNvPr>
            <p:cNvSpPr/>
            <p:nvPr/>
          </p:nvSpPr>
          <p:spPr>
            <a:xfrm>
              <a:off x="226855" y="1618534"/>
              <a:ext cx="3761619" cy="349620"/>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Standard products: drive OBSM adoption (CRF headroom $0.08m)</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Lead constructors and digital solutions in Build ($0.16m)</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Long-tail Operate products ($0.11m) and F&amp;B non-standard ($0.45m)</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Develop a frozen-seafood supplier base</a:t>
              </a:r>
            </a:p>
          </p:txBody>
        </p:sp>
        <p:sp>
          <p:nvSpPr>
            <p:cNvPr id="51" name="Rectangle 50">
              <a:extLst>
                <a:ext uri="{FF2B5EF4-FFF2-40B4-BE49-F238E27FC236}">
                  <a16:creationId xmlns:a16="http://schemas.microsoft.com/office/drawing/2014/main" id="{EC54CAB7-F5E1-41BA-9D1E-4A81B254A197}"/>
                </a:ext>
              </a:extLst>
            </p:cNvPr>
            <p:cNvSpPr/>
            <p:nvPr/>
          </p:nvSpPr>
          <p:spPr>
            <a:xfrm>
              <a:off x="4181741" y="1629262"/>
              <a:ext cx="3723599" cy="341021"/>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P2P adoption across managed hotels, especially Essentials; AI-led spend classification</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Use POPD for proactive OHE and procurement checkpoints; attend kick-off meetings</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Aggregator partnerships for long tail; DDP delivery via NGSC logistics partners</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Partner with design consultants to optimise the supplier base</a:t>
              </a:r>
            </a:p>
          </p:txBody>
        </p:sp>
        <p:sp>
          <p:nvSpPr>
            <p:cNvPr id="52" name="Rectangle 51">
              <a:extLst>
                <a:ext uri="{FF2B5EF4-FFF2-40B4-BE49-F238E27FC236}">
                  <a16:creationId xmlns:a16="http://schemas.microsoft.com/office/drawing/2014/main" id="{DC53BE54-6201-6CE3-6519-D2B94338F9C1}"/>
                </a:ext>
              </a:extLst>
            </p:cNvPr>
            <p:cNvSpPr/>
            <p:nvPr/>
          </p:nvSpPr>
          <p:spPr>
            <a:xfrm>
              <a:off x="8065215" y="1629262"/>
              <a:ext cx="3723599" cy="341021"/>
            </a:xfrm>
            <a:prstGeom prst="rect">
              <a:avLst/>
            </a:prstGeom>
            <a:grpFill/>
            <a:ln w="12700" cap="flat" cmpd="sng" algn="ctr">
              <a:noFill/>
              <a:prstDash val="solid"/>
              <a:miter lim="800000"/>
            </a:ln>
            <a:effectLst/>
          </p:spPr>
          <p:txBody>
            <a:bodyPr tIns="36000" rtlCol="0" anchor="t"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2026 CRF budget $2.0m; 2025 collected $1.9m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Accelerate: +$15–22m capture by 2030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Needs OHE field resources, marketing packages and seafood market intelligence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F&amp;B non-standard needs distribution infrastructure that doesn’t yet exist</a:t>
              </a:r>
            </a:p>
          </p:txBody>
        </p:sp>
      </p:grpSp>
      <p:grpSp>
        <p:nvGrpSpPr>
          <p:cNvPr id="53" name="Group 52">
            <a:extLst>
              <a:ext uri="{FF2B5EF4-FFF2-40B4-BE49-F238E27FC236}">
                <a16:creationId xmlns:a16="http://schemas.microsoft.com/office/drawing/2014/main" id="{AB25C2AF-24F5-F1A2-86D8-06EF2D1486B7}"/>
              </a:ext>
            </a:extLst>
          </p:cNvPr>
          <p:cNvGrpSpPr/>
          <p:nvPr/>
        </p:nvGrpSpPr>
        <p:grpSpPr>
          <a:xfrm>
            <a:off x="1876926" y="4380319"/>
            <a:ext cx="9911888" cy="1956564"/>
            <a:chOff x="226855" y="1618534"/>
            <a:chExt cx="11561959" cy="351749"/>
          </a:xfrm>
          <a:solidFill>
            <a:schemeClr val="bg1">
              <a:lumMod val="95000"/>
            </a:schemeClr>
          </a:solidFill>
        </p:grpSpPr>
        <p:sp>
          <p:nvSpPr>
            <p:cNvPr id="56" name="Rectangle 55">
              <a:extLst>
                <a:ext uri="{FF2B5EF4-FFF2-40B4-BE49-F238E27FC236}">
                  <a16:creationId xmlns:a16="http://schemas.microsoft.com/office/drawing/2014/main" id="{A7A19445-62C5-F956-DF1F-A65D965CEE66}"/>
                </a:ext>
              </a:extLst>
            </p:cNvPr>
            <p:cNvSpPr/>
            <p:nvPr/>
          </p:nvSpPr>
          <p:spPr>
            <a:xfrm>
              <a:off x="226855" y="1618534"/>
              <a:ext cx="3761619" cy="349620"/>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Managed Estate: AI-enforced compliance controls; Touchpoint programme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Commercial Engine: POPD–CRM integration, KOM tracking, Owner Link</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Scaling with Partners: lead-constructor legal review; retail programme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PaaS: propositions by owner type (SOE, repeat private, first-time private)</a:t>
              </a:r>
            </a:p>
          </p:txBody>
        </p:sp>
        <p:sp>
          <p:nvSpPr>
            <p:cNvPr id="57" name="Rectangle 56">
              <a:extLst>
                <a:ext uri="{FF2B5EF4-FFF2-40B4-BE49-F238E27FC236}">
                  <a16:creationId xmlns:a16="http://schemas.microsoft.com/office/drawing/2014/main" id="{F00D657A-74E6-016C-DD39-3BA175348768}"/>
                </a:ext>
              </a:extLst>
            </p:cNvPr>
            <p:cNvSpPr/>
            <p:nvPr/>
          </p:nvSpPr>
          <p:spPr>
            <a:xfrm>
              <a:off x="4181741" y="1629262"/>
              <a:ext cx="3723599" cy="341021"/>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Platform integrated with POPD for non-retroactive waiver checks – the single most critical unlock</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Owner and hotel incentives to drive participation and compliance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Retire the ‘10% myth’ with coordinated central collateral</a:t>
              </a:r>
            </a:p>
          </p:txBody>
        </p:sp>
        <p:sp>
          <p:nvSpPr>
            <p:cNvPr id="58" name="Rectangle 57">
              <a:extLst>
                <a:ext uri="{FF2B5EF4-FFF2-40B4-BE49-F238E27FC236}">
                  <a16:creationId xmlns:a16="http://schemas.microsoft.com/office/drawing/2014/main" id="{251518DF-23A2-6FA5-557D-7494234D4CB6}"/>
                </a:ext>
              </a:extLst>
            </p:cNvPr>
            <p:cNvSpPr/>
            <p:nvPr/>
          </p:nvSpPr>
          <p:spPr>
            <a:xfrm>
              <a:off x="8065215" y="1629262"/>
              <a:ext cx="3723599" cy="341021"/>
            </a:xfrm>
            <a:prstGeom prst="rect">
              <a:avLst/>
            </a:prstGeom>
            <a:grpFill/>
            <a:ln w="12700" cap="flat" cmpd="sng" algn="ctr">
              <a:noFill/>
              <a:prstDash val="solid"/>
              <a:miter lim="800000"/>
            </a:ln>
            <a:effectLst/>
          </p:spPr>
          <p:txBody>
            <a:bodyPr tIns="36000" rtlCol="0" anchor="t"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Step-change: +$63–122m capture by 2030; combined CRF uplift $1.95–3.6m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BRR and Legal support for lead-constructor and retail programmes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Digital and AI investment; HLG POPD access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2026 spend: P2P data analytics $0.1m; Asia supply-chain legal study $0.2m</a:t>
              </a:r>
            </a:p>
          </p:txBody>
        </p:sp>
      </p:grpSp>
      <p:cxnSp>
        <p:nvCxnSpPr>
          <p:cNvPr id="60" name="Straight Connector 59">
            <a:extLst>
              <a:ext uri="{FF2B5EF4-FFF2-40B4-BE49-F238E27FC236}">
                <a16:creationId xmlns:a16="http://schemas.microsoft.com/office/drawing/2014/main" id="{98D08F16-CD72-F060-A531-C98FF9804AF0}"/>
              </a:ext>
            </a:extLst>
          </p:cNvPr>
          <p:cNvCxnSpPr/>
          <p:nvPr/>
        </p:nvCxnSpPr>
        <p:spPr>
          <a:xfrm>
            <a:off x="228600" y="4236264"/>
            <a:ext cx="11560214"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85C572B7-89FC-3D04-0DFE-F1A867D51B57}"/>
              </a:ext>
            </a:extLst>
          </p:cNvPr>
          <p:cNvSpPr txBox="1"/>
          <p:nvPr/>
        </p:nvSpPr>
        <p:spPr>
          <a:xfrm>
            <a:off x="110067" y="2132713"/>
            <a:ext cx="160117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000000"/>
                </a:solidFill>
                <a:effectLst/>
                <a:uLnTx/>
                <a:uFillTx/>
                <a:latin typeface="Arial" panose="020B0604020202020204"/>
                <a:ea typeface="+mn-ea"/>
                <a:cs typeface="+mn-cs"/>
              </a:rPr>
              <a:t>Regional Acceleration</a:t>
            </a:r>
          </a:p>
        </p:txBody>
      </p:sp>
      <p:sp>
        <p:nvSpPr>
          <p:cNvPr id="62" name="TextBox 61">
            <a:extLst>
              <a:ext uri="{FF2B5EF4-FFF2-40B4-BE49-F238E27FC236}">
                <a16:creationId xmlns:a16="http://schemas.microsoft.com/office/drawing/2014/main" id="{B386A51A-D7D0-2D4B-9707-633A1E43C086}"/>
              </a:ext>
            </a:extLst>
          </p:cNvPr>
          <p:cNvSpPr txBox="1"/>
          <p:nvPr/>
        </p:nvSpPr>
        <p:spPr>
          <a:xfrm>
            <a:off x="110067" y="4315325"/>
            <a:ext cx="1601175"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000000"/>
                </a:solidFill>
                <a:effectLst/>
                <a:uLnTx/>
                <a:uFillTx/>
                <a:latin typeface="Arial" panose="020B0604020202020204"/>
                <a:ea typeface="+mn-ea"/>
                <a:cs typeface="+mn-cs"/>
              </a:rPr>
              <a:t>Support for Central Enablement</a:t>
            </a:r>
          </a:p>
        </p:txBody>
      </p:sp>
      <p:sp>
        <p:nvSpPr>
          <p:cNvPr id="63" name="Rectangle 62">
            <a:extLst>
              <a:ext uri="{FF2B5EF4-FFF2-40B4-BE49-F238E27FC236}">
                <a16:creationId xmlns:a16="http://schemas.microsoft.com/office/drawing/2014/main" id="{4AE5CC13-BCEE-873B-266D-A4237BAEB3C3}"/>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How you will deliver</a:t>
            </a:r>
          </a:p>
        </p:txBody>
      </p:sp>
    </p:spTree>
    <p:extLst>
      <p:ext uri="{BB962C8B-B14F-4D97-AF65-F5344CB8AC3E}">
        <p14:creationId xmlns:p14="http://schemas.microsoft.com/office/powerpoint/2010/main" val="272662048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973C1-FD15-B321-0716-848AEF53BF37}"/>
            </a:ext>
          </a:extLst>
        </p:cNvPr>
        <p:cNvGrpSpPr/>
        <p:nvPr/>
      </p:nvGrpSpPr>
      <p:grpSpPr>
        <a:xfrm>
          <a:off x="0" y="0"/>
          <a:ext cx="0" cy="0"/>
          <a:chOff x="0" y="0"/>
          <a:chExt cx="0" cy="0"/>
        </a:xfrm>
      </p:grpSpPr>
      <p:cxnSp>
        <p:nvCxnSpPr>
          <p:cNvPr id="122" name="Straight Connector 121">
            <a:extLst>
              <a:ext uri="{FF2B5EF4-FFF2-40B4-BE49-F238E27FC236}">
                <a16:creationId xmlns:a16="http://schemas.microsoft.com/office/drawing/2014/main" id="{A86839CD-A135-C9FF-8CCB-A97B9CD492A4}"/>
              </a:ext>
            </a:extLst>
          </p:cNvPr>
          <p:cNvCxnSpPr>
            <a:cxnSpLocks/>
          </p:cNvCxnSpPr>
          <p:nvPr/>
        </p:nvCxnSpPr>
        <p:spPr>
          <a:xfrm>
            <a:off x="5005353" y="986097"/>
            <a:ext cx="0" cy="5262256"/>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23" name="Straight Connector 122">
            <a:extLst>
              <a:ext uri="{FF2B5EF4-FFF2-40B4-BE49-F238E27FC236}">
                <a16:creationId xmlns:a16="http://schemas.microsoft.com/office/drawing/2014/main" id="{CEEE4CCA-73C8-CCF2-CABE-ECEA01112771}"/>
              </a:ext>
            </a:extLst>
          </p:cNvPr>
          <p:cNvCxnSpPr>
            <a:cxnSpLocks/>
          </p:cNvCxnSpPr>
          <p:nvPr/>
        </p:nvCxnSpPr>
        <p:spPr>
          <a:xfrm>
            <a:off x="8537801" y="986096"/>
            <a:ext cx="0" cy="5262257"/>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sp>
        <p:nvSpPr>
          <p:cNvPr id="110" name="Rectangle 109">
            <a:extLst>
              <a:ext uri="{FF2B5EF4-FFF2-40B4-BE49-F238E27FC236}">
                <a16:creationId xmlns:a16="http://schemas.microsoft.com/office/drawing/2014/main" id="{24FDDD28-3625-946D-0DBD-0ED111887965}"/>
              </a:ext>
            </a:extLst>
          </p:cNvPr>
          <p:cNvSpPr/>
          <p:nvPr/>
        </p:nvSpPr>
        <p:spPr>
          <a:xfrm>
            <a:off x="232626" y="2407347"/>
            <a:ext cx="11726748" cy="2375797"/>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2" name="Rectangle 81">
            <a:extLst>
              <a:ext uri="{FF2B5EF4-FFF2-40B4-BE49-F238E27FC236}">
                <a16:creationId xmlns:a16="http://schemas.microsoft.com/office/drawing/2014/main" id="{D7C4C02E-B165-8B95-77B8-3BC5B766DA40}"/>
              </a:ext>
            </a:extLst>
          </p:cNvPr>
          <p:cNvSpPr/>
          <p:nvPr/>
        </p:nvSpPr>
        <p:spPr>
          <a:xfrm>
            <a:off x="132273" y="160019"/>
            <a:ext cx="2732432" cy="6112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aphicFrame>
        <p:nvGraphicFramePr>
          <p:cNvPr id="16" name="think-cell data - do not delete" hidden="1">
            <a:extLst>
              <a:ext uri="{FF2B5EF4-FFF2-40B4-BE49-F238E27FC236}">
                <a16:creationId xmlns:a16="http://schemas.microsoft.com/office/drawing/2014/main" id="{84570B9E-CDAA-F920-3FA3-1C9B00A6EC25}"/>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9" imgH="360" progId="TCLayout.ActiveDocument.1">
                  <p:embed/>
                </p:oleObj>
              </mc:Choice>
              <mc:Fallback>
                <p:oleObj name="thinkcell Slide" r:id="rId4" imgW="359" imgH="360" progId="TCLayout.ActiveDocument.1">
                  <p:embed/>
                  <p:pic>
                    <p:nvPicPr>
                      <p:cNvPr id="16" name="think-cell data - do not delete" hidden="1">
                        <a:extLst>
                          <a:ext uri="{FF2B5EF4-FFF2-40B4-BE49-F238E27FC236}">
                            <a16:creationId xmlns:a16="http://schemas.microsoft.com/office/drawing/2014/main" id="{84570B9E-CDAA-F920-3FA3-1C9B00A6EC2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7" name="Group 6">
            <a:extLst>
              <a:ext uri="{FF2B5EF4-FFF2-40B4-BE49-F238E27FC236}">
                <a16:creationId xmlns:a16="http://schemas.microsoft.com/office/drawing/2014/main" id="{CCC14461-8CED-1279-21CE-B58BC22893B9}"/>
              </a:ext>
            </a:extLst>
          </p:cNvPr>
          <p:cNvGrpSpPr/>
          <p:nvPr/>
        </p:nvGrpSpPr>
        <p:grpSpPr>
          <a:xfrm>
            <a:off x="1825087" y="772847"/>
            <a:ext cx="2700659" cy="1012038"/>
            <a:chOff x="1642385" y="3415926"/>
            <a:chExt cx="2700659" cy="1084856"/>
          </a:xfrm>
        </p:grpSpPr>
        <p:sp>
          <p:nvSpPr>
            <p:cNvPr id="14" name="Rectangle 13">
              <a:extLst>
                <a:ext uri="{FF2B5EF4-FFF2-40B4-BE49-F238E27FC236}">
                  <a16:creationId xmlns:a16="http://schemas.microsoft.com/office/drawing/2014/main" id="{B493117F-2FEE-BA05-7F10-B490A6C2A3A4}"/>
                </a:ext>
              </a:extLst>
            </p:cNvPr>
            <p:cNvSpPr/>
            <p:nvPr/>
          </p:nvSpPr>
          <p:spPr>
            <a:xfrm>
              <a:off x="1823044" y="3590299"/>
              <a:ext cx="2520000" cy="66518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rIns="25200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Latent potential &amp; leakage</a:t>
              </a:r>
            </a:p>
          </p:txBody>
        </p:sp>
        <p:sp>
          <p:nvSpPr>
            <p:cNvPr id="31" name="Oval 30">
              <a:extLst>
                <a:ext uri="{FF2B5EF4-FFF2-40B4-BE49-F238E27FC236}">
                  <a16:creationId xmlns:a16="http://schemas.microsoft.com/office/drawing/2014/main" id="{C4694AAA-7708-0CF5-38BA-B3EA0A2E2D76}"/>
                </a:ext>
              </a:extLst>
            </p:cNvPr>
            <p:cNvSpPr/>
            <p:nvPr/>
          </p:nvSpPr>
          <p:spPr>
            <a:xfrm>
              <a:off x="1642385" y="3415926"/>
              <a:ext cx="361317" cy="351918"/>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1</a:t>
              </a:r>
            </a:p>
          </p:txBody>
        </p:sp>
        <p:sp>
          <p:nvSpPr>
            <p:cNvPr id="41" name="Isosceles Triangle 40">
              <a:extLst>
                <a:ext uri="{FF2B5EF4-FFF2-40B4-BE49-F238E27FC236}">
                  <a16:creationId xmlns:a16="http://schemas.microsoft.com/office/drawing/2014/main" id="{E6F9225D-6661-FE71-1C1E-7DC6A5A1D6DC}"/>
                </a:ext>
              </a:extLst>
            </p:cNvPr>
            <p:cNvSpPr/>
            <p:nvPr/>
          </p:nvSpPr>
          <p:spPr>
            <a:xfrm rot="10800000">
              <a:off x="2750954" y="4255483"/>
              <a:ext cx="461261" cy="245299"/>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4" name="Oval 3">
            <a:extLst>
              <a:ext uri="{FF2B5EF4-FFF2-40B4-BE49-F238E27FC236}">
                <a16:creationId xmlns:a16="http://schemas.microsoft.com/office/drawing/2014/main" id="{781807B4-59CB-F94A-1C46-613C90133E65}"/>
              </a:ext>
            </a:extLst>
          </p:cNvPr>
          <p:cNvSpPr/>
          <p:nvPr/>
        </p:nvSpPr>
        <p:spPr>
          <a:xfrm>
            <a:off x="1825087" y="772848"/>
            <a:ext cx="361317" cy="360000"/>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1</a:t>
            </a:r>
          </a:p>
        </p:txBody>
      </p:sp>
      <p:sp>
        <p:nvSpPr>
          <p:cNvPr id="25" name="Rectangle 24">
            <a:extLst>
              <a:ext uri="{FF2B5EF4-FFF2-40B4-BE49-F238E27FC236}">
                <a16:creationId xmlns:a16="http://schemas.microsoft.com/office/drawing/2014/main" id="{E5940D9D-451A-1E86-FBBB-81C29EB0A23B}"/>
              </a:ext>
            </a:extLst>
          </p:cNvPr>
          <p:cNvSpPr/>
          <p:nvPr/>
        </p:nvSpPr>
        <p:spPr>
          <a:xfrm>
            <a:off x="1623275" y="1784886"/>
            <a:ext cx="3284942" cy="336040"/>
          </a:xfrm>
          <a:prstGeom prst="rect">
            <a:avLst/>
          </a:prstGeom>
          <a:solidFill>
            <a:schemeClr val="bg1"/>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Arial" panose="020B0604020202020204"/>
                <a:ea typeface="+mn-ea"/>
                <a:cs typeface="+mn-cs"/>
              </a:rPr>
              <a:t>Growth headroom for categories &amp; </a:t>
            </a:r>
            <a:r>
              <a:rPr kumimoji="0" lang="en-GB" sz="1200" b="1" i="0" u="none" strike="noStrike" kern="1200" cap="none" spc="0" normalizeH="0" baseline="0" noProof="0" err="1">
                <a:ln>
                  <a:noFill/>
                </a:ln>
                <a:solidFill>
                  <a:srgbClr val="000000"/>
                </a:solidFill>
                <a:effectLst/>
                <a:uLnTx/>
                <a:uFillTx/>
                <a:latin typeface="Arial" panose="020B0604020202020204"/>
                <a:ea typeface="+mn-ea"/>
                <a:cs typeface="+mn-cs"/>
              </a:rPr>
              <a:t>mkts</a:t>
            </a:r>
            <a:endParaRPr kumimoji="0" lang="en-GB" sz="1200" b="1"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43" name="Group 42">
            <a:extLst>
              <a:ext uri="{FF2B5EF4-FFF2-40B4-BE49-F238E27FC236}">
                <a16:creationId xmlns:a16="http://schemas.microsoft.com/office/drawing/2014/main" id="{B8307930-DC70-8FD5-EF8B-EDAE5D55B12D}"/>
              </a:ext>
            </a:extLst>
          </p:cNvPr>
          <p:cNvGrpSpPr/>
          <p:nvPr/>
        </p:nvGrpSpPr>
        <p:grpSpPr>
          <a:xfrm>
            <a:off x="5148854" y="744140"/>
            <a:ext cx="3284942" cy="1376786"/>
            <a:chOff x="1440573" y="3385152"/>
            <a:chExt cx="3284942" cy="1475849"/>
          </a:xfrm>
        </p:grpSpPr>
        <p:sp>
          <p:nvSpPr>
            <p:cNvPr id="44" name="Rectangle 43">
              <a:extLst>
                <a:ext uri="{FF2B5EF4-FFF2-40B4-BE49-F238E27FC236}">
                  <a16:creationId xmlns:a16="http://schemas.microsoft.com/office/drawing/2014/main" id="{096BAB59-E7D8-8E81-12F2-C07BB7D75AFA}"/>
                </a:ext>
              </a:extLst>
            </p:cNvPr>
            <p:cNvSpPr/>
            <p:nvPr/>
          </p:nvSpPr>
          <p:spPr>
            <a:xfrm>
              <a:off x="1823044" y="3590299"/>
              <a:ext cx="2520000" cy="665184"/>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rIns="25200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Gaps &amp;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whitespace</a:t>
              </a:r>
            </a:p>
          </p:txBody>
        </p:sp>
        <p:sp>
          <p:nvSpPr>
            <p:cNvPr id="45" name="Oval 44">
              <a:extLst>
                <a:ext uri="{FF2B5EF4-FFF2-40B4-BE49-F238E27FC236}">
                  <a16:creationId xmlns:a16="http://schemas.microsoft.com/office/drawing/2014/main" id="{2EA2AC7F-833F-5FC1-DA5F-74BC760CB605}"/>
                </a:ext>
              </a:extLst>
            </p:cNvPr>
            <p:cNvSpPr/>
            <p:nvPr/>
          </p:nvSpPr>
          <p:spPr>
            <a:xfrm>
              <a:off x="1625818" y="3385152"/>
              <a:ext cx="361317" cy="385903"/>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2</a:t>
              </a:r>
            </a:p>
          </p:txBody>
        </p:sp>
        <p:sp>
          <p:nvSpPr>
            <p:cNvPr id="47" name="Rectangle 46">
              <a:extLst>
                <a:ext uri="{FF2B5EF4-FFF2-40B4-BE49-F238E27FC236}">
                  <a16:creationId xmlns:a16="http://schemas.microsoft.com/office/drawing/2014/main" id="{8B070F69-FAC0-2C0C-3BA4-1A5F6344952C}"/>
                </a:ext>
              </a:extLst>
            </p:cNvPr>
            <p:cNvSpPr/>
            <p:nvPr/>
          </p:nvSpPr>
          <p:spPr>
            <a:xfrm>
              <a:off x="1440573" y="4500783"/>
              <a:ext cx="3284942" cy="360218"/>
            </a:xfrm>
            <a:prstGeom prst="rect">
              <a:avLst/>
            </a:prstGeom>
            <a:solidFill>
              <a:schemeClr val="bg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Arial" panose="020B0604020202020204"/>
                  <a:ea typeface="+mn-ea"/>
                  <a:cs typeface="+mn-cs"/>
                </a:rPr>
                <a:t>Category / market ‘white spaces’</a:t>
              </a:r>
            </a:p>
          </p:txBody>
        </p:sp>
        <p:sp>
          <p:nvSpPr>
            <p:cNvPr id="48" name="Isosceles Triangle 47">
              <a:extLst>
                <a:ext uri="{FF2B5EF4-FFF2-40B4-BE49-F238E27FC236}">
                  <a16:creationId xmlns:a16="http://schemas.microsoft.com/office/drawing/2014/main" id="{E5147B2A-638D-DB3C-E638-8BBF55AB679C}"/>
                </a:ext>
              </a:extLst>
            </p:cNvPr>
            <p:cNvSpPr/>
            <p:nvPr/>
          </p:nvSpPr>
          <p:spPr>
            <a:xfrm rot="10800000">
              <a:off x="2750954" y="4255483"/>
              <a:ext cx="461261" cy="245299"/>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nvGrpSpPr>
          <p:cNvPr id="49" name="Group 48">
            <a:extLst>
              <a:ext uri="{FF2B5EF4-FFF2-40B4-BE49-F238E27FC236}">
                <a16:creationId xmlns:a16="http://schemas.microsoft.com/office/drawing/2014/main" id="{67D7EEDD-8500-DAAE-BE1A-848F802B842B}"/>
              </a:ext>
            </a:extLst>
          </p:cNvPr>
          <p:cNvGrpSpPr/>
          <p:nvPr/>
        </p:nvGrpSpPr>
        <p:grpSpPr>
          <a:xfrm>
            <a:off x="8674433" y="772848"/>
            <a:ext cx="3284942" cy="1348078"/>
            <a:chOff x="1440573" y="3415926"/>
            <a:chExt cx="3284942" cy="1445075"/>
          </a:xfrm>
        </p:grpSpPr>
        <p:sp>
          <p:nvSpPr>
            <p:cNvPr id="50" name="Rectangle 49">
              <a:extLst>
                <a:ext uri="{FF2B5EF4-FFF2-40B4-BE49-F238E27FC236}">
                  <a16:creationId xmlns:a16="http://schemas.microsoft.com/office/drawing/2014/main" id="{96C91CDA-72EC-9BAC-F6E9-FFFF55496E82}"/>
                </a:ext>
              </a:extLst>
            </p:cNvPr>
            <p:cNvSpPr/>
            <p:nvPr/>
          </p:nvSpPr>
          <p:spPr>
            <a:xfrm>
              <a:off x="1823044" y="3590297"/>
              <a:ext cx="2520000" cy="6651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rIns="25200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Central enablement &amp; dependencies</a:t>
              </a:r>
            </a:p>
          </p:txBody>
        </p:sp>
        <p:sp>
          <p:nvSpPr>
            <p:cNvPr id="51" name="Oval 50">
              <a:extLst>
                <a:ext uri="{FF2B5EF4-FFF2-40B4-BE49-F238E27FC236}">
                  <a16:creationId xmlns:a16="http://schemas.microsoft.com/office/drawing/2014/main" id="{AE897209-1B92-DF1E-324B-1DE5B20928D8}"/>
                </a:ext>
              </a:extLst>
            </p:cNvPr>
            <p:cNvSpPr/>
            <p:nvPr/>
          </p:nvSpPr>
          <p:spPr>
            <a:xfrm>
              <a:off x="1642385" y="3415926"/>
              <a:ext cx="361317" cy="385903"/>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3</a:t>
              </a:r>
            </a:p>
          </p:txBody>
        </p:sp>
        <p:sp>
          <p:nvSpPr>
            <p:cNvPr id="53" name="Rectangle 52">
              <a:extLst>
                <a:ext uri="{FF2B5EF4-FFF2-40B4-BE49-F238E27FC236}">
                  <a16:creationId xmlns:a16="http://schemas.microsoft.com/office/drawing/2014/main" id="{C4850EDA-488A-55BD-F52E-B0FAAD066C1A}"/>
                </a:ext>
              </a:extLst>
            </p:cNvPr>
            <p:cNvSpPr/>
            <p:nvPr/>
          </p:nvSpPr>
          <p:spPr>
            <a:xfrm>
              <a:off x="1440573" y="4500783"/>
              <a:ext cx="3284942" cy="360218"/>
            </a:xfrm>
            <a:prstGeom prst="rect">
              <a:avLst/>
            </a:prstGeom>
            <a:solidFill>
              <a:schemeClr val="bg1"/>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Central Requirements &amp; Support Allocated</a:t>
              </a:r>
            </a:p>
          </p:txBody>
        </p:sp>
        <p:sp>
          <p:nvSpPr>
            <p:cNvPr id="54" name="Isosceles Triangle 53">
              <a:extLst>
                <a:ext uri="{FF2B5EF4-FFF2-40B4-BE49-F238E27FC236}">
                  <a16:creationId xmlns:a16="http://schemas.microsoft.com/office/drawing/2014/main" id="{499E3FF1-1DF9-7C3A-8DED-1AC592DC563B}"/>
                </a:ext>
              </a:extLst>
            </p:cNvPr>
            <p:cNvSpPr/>
            <p:nvPr/>
          </p:nvSpPr>
          <p:spPr>
            <a:xfrm rot="10800000">
              <a:off x="2750954" y="4255483"/>
              <a:ext cx="461261" cy="245299"/>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5" name="TextBox 4">
            <a:extLst>
              <a:ext uri="{FF2B5EF4-FFF2-40B4-BE49-F238E27FC236}">
                <a16:creationId xmlns:a16="http://schemas.microsoft.com/office/drawing/2014/main" id="{B35A95A2-3411-67C8-0855-475E00BF57B2}"/>
              </a:ext>
            </a:extLst>
          </p:cNvPr>
          <p:cNvSpPr txBox="1"/>
          <p:nvPr/>
        </p:nvSpPr>
        <p:spPr>
          <a:xfrm>
            <a:off x="310986" y="2532102"/>
            <a:ext cx="1186561"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Opportunities &amp; initiatives</a:t>
            </a:r>
          </a:p>
        </p:txBody>
      </p:sp>
      <p:sp>
        <p:nvSpPr>
          <p:cNvPr id="6" name="TextBox 5">
            <a:extLst>
              <a:ext uri="{FF2B5EF4-FFF2-40B4-BE49-F238E27FC236}">
                <a16:creationId xmlns:a16="http://schemas.microsoft.com/office/drawing/2014/main" id="{88FFB2BC-2C2B-96F6-CE9B-EA62F8DCDC5C}"/>
              </a:ext>
            </a:extLst>
          </p:cNvPr>
          <p:cNvSpPr txBox="1"/>
          <p:nvPr/>
        </p:nvSpPr>
        <p:spPr>
          <a:xfrm>
            <a:off x="310986" y="5069201"/>
            <a:ext cx="1295547"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Costs, investment &amp; resource allocation</a:t>
            </a:r>
          </a:p>
        </p:txBody>
      </p:sp>
      <p:sp>
        <p:nvSpPr>
          <p:cNvPr id="79" name="TextBox 78">
            <a:extLst>
              <a:ext uri="{FF2B5EF4-FFF2-40B4-BE49-F238E27FC236}">
                <a16:creationId xmlns:a16="http://schemas.microsoft.com/office/drawing/2014/main" id="{AE5943FD-084C-E566-F13C-51E178E8F927}"/>
              </a:ext>
            </a:extLst>
          </p:cNvPr>
          <p:cNvSpPr txBox="1"/>
          <p:nvPr/>
        </p:nvSpPr>
        <p:spPr>
          <a:xfrm>
            <a:off x="1504474" y="2521405"/>
            <a:ext cx="3446721"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Operate capture only 3.7%; P2P coverage low in Essentials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No controls on hotels not adopting OBSM products</a:t>
            </a:r>
          </a:p>
        </p:txBody>
      </p:sp>
      <p:sp>
        <p:nvSpPr>
          <p:cNvPr id="87" name="TextBox 86">
            <a:extLst>
              <a:ext uri="{FF2B5EF4-FFF2-40B4-BE49-F238E27FC236}">
                <a16:creationId xmlns:a16="http://schemas.microsoft.com/office/drawing/2014/main" id="{1D79D423-AB2E-6497-74F0-4D1969DB9525}"/>
              </a:ext>
            </a:extLst>
          </p:cNvPr>
          <p:cNvSpPr txBox="1"/>
          <p:nvPr/>
        </p:nvSpPr>
        <p:spPr>
          <a:xfrm>
            <a:off x="5091604" y="3832262"/>
            <a:ext cx="3181019" cy="577081"/>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F&amp;B non-standard $45–90m; long tail $10–20m via aggregators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NGSC export: DDP model; add appliances, flooring, sanitary ware</a:t>
            </a:r>
          </a:p>
        </p:txBody>
      </p:sp>
      <p:sp>
        <p:nvSpPr>
          <p:cNvPr id="86" name="Text Placeholder 2">
            <a:extLst>
              <a:ext uri="{FF2B5EF4-FFF2-40B4-BE49-F238E27FC236}">
                <a16:creationId xmlns:a16="http://schemas.microsoft.com/office/drawing/2014/main" id="{30DC6511-87E2-9307-EC98-BBA8DCC46037}"/>
              </a:ext>
            </a:extLst>
          </p:cNvPr>
          <p:cNvSpPr txBox="1">
            <a:spLocks/>
          </p:cNvSpPr>
          <p:nvPr/>
        </p:nvSpPr>
        <p:spPr>
          <a:xfrm>
            <a:off x="400390" y="183008"/>
            <a:ext cx="11449125" cy="991282"/>
          </a:xfrm>
          <a:prstGeom prst="rect">
            <a:avLst/>
          </a:prstGeom>
        </p:spPr>
        <p:txBody>
          <a:bodyPr vert="horz" lIns="0" tIns="0" rIns="0" bIns="0" rtlCol="0" anchor="t">
            <a:noAutofit/>
          </a:bodyPr>
          <a:lstStyle>
            <a:lvl1pPr marL="0" indent="0" algn="l" defTabSz="914400" rtl="0" eaLnBrk="1" latinLnBrk="0" hangingPunct="1">
              <a:lnSpc>
                <a:spcPct val="90000"/>
              </a:lnSpc>
              <a:spcBef>
                <a:spcPts val="0"/>
              </a:spcBef>
              <a:spcAft>
                <a:spcPts val="600"/>
              </a:spcAft>
              <a:buClr>
                <a:schemeClr val="tx1"/>
              </a:buClr>
              <a:buFont typeface="Arial" panose="020B0604020202020204" pitchFamily="34" charset="0"/>
              <a:buNone/>
              <a:defRPr sz="30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600"/>
              </a:spcAft>
              <a:buClr>
                <a:srgbClr val="262626"/>
              </a:buClr>
              <a:buSzTx/>
              <a:buFont typeface="Arial" panose="020B0604020202020204" pitchFamily="34" charset="0"/>
              <a:buNone/>
              <a:tabLst/>
              <a:defRPr/>
            </a:pPr>
            <a:r>
              <a:rPr kumimoji="0" lang="en-US" sz="3000" b="1" i="0" u="none" strike="noStrike" kern="1200" cap="none" spc="0" normalizeH="0" baseline="0" noProof="0">
                <a:ln>
                  <a:noFill/>
                </a:ln>
                <a:solidFill>
                  <a:srgbClr val="262626"/>
                </a:solidFill>
                <a:effectLst/>
                <a:uLnTx/>
                <a:uFillTx/>
                <a:latin typeface="Arial" panose="020B0604020202020204" pitchFamily="34" charset="0"/>
                <a:ea typeface="+mn-ea"/>
                <a:cs typeface="Arial" panose="020B0604020202020204" pitchFamily="34" charset="0"/>
              </a:rPr>
              <a:t>Proposed approach |</a:t>
            </a:r>
            <a:r>
              <a:rPr kumimoji="0" lang="en-US" sz="3000" b="0" i="0" u="none" strike="noStrike" kern="1200" cap="none" spc="0" normalizeH="0" baseline="0" noProof="0">
                <a:ln>
                  <a:noFill/>
                </a:ln>
                <a:solidFill>
                  <a:srgbClr val="262626"/>
                </a:solidFill>
                <a:effectLst/>
                <a:uLnTx/>
                <a:uFillTx/>
                <a:latin typeface="Arial" panose="020B0604020202020204" pitchFamily="34" charset="0"/>
                <a:ea typeface="+mn-ea"/>
                <a:cs typeface="Arial" panose="020B0604020202020204" pitchFamily="34" charset="0"/>
              </a:rPr>
              <a:t> Greater China</a:t>
            </a:r>
            <a:endParaRPr kumimoji="0" lang="en-GB" sz="3000" b="0" i="0" u="none" strike="noStrike" kern="1200" cap="none" spc="0" normalizeH="0" baseline="0" noProof="0">
              <a:ln>
                <a:noFill/>
              </a:ln>
              <a:solidFill>
                <a:srgbClr val="262626"/>
              </a:solidFill>
              <a:effectLst/>
              <a:uLnTx/>
              <a:uFillTx/>
              <a:latin typeface="Arial" panose="020B0604020202020204" pitchFamily="34" charset="0"/>
              <a:ea typeface="+mn-ea"/>
              <a:cs typeface="Arial" panose="020B0604020202020204" pitchFamily="34" charset="0"/>
            </a:endParaRPr>
          </a:p>
        </p:txBody>
      </p:sp>
      <p:sp>
        <p:nvSpPr>
          <p:cNvPr id="90" name="TextBox 89">
            <a:extLst>
              <a:ext uri="{FF2B5EF4-FFF2-40B4-BE49-F238E27FC236}">
                <a16:creationId xmlns:a16="http://schemas.microsoft.com/office/drawing/2014/main" id="{10112E91-BA11-4DE8-F232-EEF4B133F3FA}"/>
              </a:ext>
            </a:extLst>
          </p:cNvPr>
          <p:cNvSpPr txBox="1"/>
          <p:nvPr/>
        </p:nvSpPr>
        <p:spPr>
          <a:xfrm>
            <a:off x="1504473" y="3639734"/>
            <a:ext cx="3487401"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OBSM adoption via AI-led data collection: $8–12m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 Managed Estate: Touchpoint and AI-enforced controls</a:t>
            </a:r>
          </a:p>
        </p:txBody>
      </p:sp>
      <p:sp>
        <p:nvSpPr>
          <p:cNvPr id="3" name="TextBox 2">
            <a:extLst>
              <a:ext uri="{FF2B5EF4-FFF2-40B4-BE49-F238E27FC236}">
                <a16:creationId xmlns:a16="http://schemas.microsoft.com/office/drawing/2014/main" id="{FE669AE6-EF6B-E546-AC4E-2CBADFC3AC16}"/>
              </a:ext>
            </a:extLst>
          </p:cNvPr>
          <p:cNvSpPr txBox="1"/>
          <p:nvPr/>
        </p:nvSpPr>
        <p:spPr>
          <a:xfrm>
            <a:off x="5096805" y="4999247"/>
            <a:ext cx="3567788"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Digital distribution / aggregator solution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Market intelligence for frozen seafood</a:t>
            </a:r>
          </a:p>
        </p:txBody>
      </p:sp>
      <p:sp>
        <p:nvSpPr>
          <p:cNvPr id="94" name="TextBox 93">
            <a:extLst>
              <a:ext uri="{FF2B5EF4-FFF2-40B4-BE49-F238E27FC236}">
                <a16:creationId xmlns:a16="http://schemas.microsoft.com/office/drawing/2014/main" id="{3CF1E993-5CA1-8643-07A6-07F832EDDCC4}"/>
              </a:ext>
            </a:extLst>
          </p:cNvPr>
          <p:cNvSpPr txBox="1"/>
          <p:nvPr/>
        </p:nvSpPr>
        <p:spPr>
          <a:xfrm>
            <a:off x="1498489" y="5028112"/>
            <a:ext cx="3446721"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P2P rollout and data analytics (in flight)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OLT promotion of the Touchpoint programme</a:t>
            </a:r>
          </a:p>
        </p:txBody>
      </p:sp>
      <p:sp>
        <p:nvSpPr>
          <p:cNvPr id="111" name="TextBox 110">
            <a:extLst>
              <a:ext uri="{FF2B5EF4-FFF2-40B4-BE49-F238E27FC236}">
                <a16:creationId xmlns:a16="http://schemas.microsoft.com/office/drawing/2014/main" id="{E7DA1BCC-EF88-173B-1C1A-E608C41CC544}"/>
              </a:ext>
            </a:extLst>
          </p:cNvPr>
          <p:cNvSpPr txBox="1"/>
          <p:nvPr/>
        </p:nvSpPr>
        <p:spPr>
          <a:xfrm>
            <a:off x="8641569" y="4999247"/>
            <a:ext cx="3306679"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BRR and Legal support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Digital / AI capability; OHE field resources</a:t>
            </a:r>
          </a:p>
        </p:txBody>
      </p:sp>
      <p:sp>
        <p:nvSpPr>
          <p:cNvPr id="115" name="TextBox 114">
            <a:extLst>
              <a:ext uri="{FF2B5EF4-FFF2-40B4-BE49-F238E27FC236}">
                <a16:creationId xmlns:a16="http://schemas.microsoft.com/office/drawing/2014/main" id="{2754B3EF-FCC9-0907-187B-23115BE2BF64}"/>
              </a:ext>
            </a:extLst>
          </p:cNvPr>
          <p:cNvSpPr txBox="1"/>
          <p:nvPr/>
        </p:nvSpPr>
        <p:spPr>
          <a:xfrm>
            <a:off x="8641570" y="2532102"/>
            <a:ext cx="2935334" cy="900246"/>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No POPD access; procurement absent from kick-offs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Lead-constructor programmes legally constrained</a:t>
            </a:r>
          </a:p>
        </p:txBody>
      </p:sp>
      <p:sp>
        <p:nvSpPr>
          <p:cNvPr id="27" name="Isosceles Triangle 26">
            <a:extLst>
              <a:ext uri="{FF2B5EF4-FFF2-40B4-BE49-F238E27FC236}">
                <a16:creationId xmlns:a16="http://schemas.microsoft.com/office/drawing/2014/main" id="{70E05CB7-EC81-F8BF-5983-1E37BD3B54C2}"/>
              </a:ext>
            </a:extLst>
          </p:cNvPr>
          <p:cNvSpPr/>
          <p:nvPr/>
        </p:nvSpPr>
        <p:spPr>
          <a:xfrm rot="10800000">
            <a:off x="2933656" y="1556052"/>
            <a:ext cx="461261" cy="228834"/>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4" name="Rectangle 113">
            <a:extLst>
              <a:ext uri="{FF2B5EF4-FFF2-40B4-BE49-F238E27FC236}">
                <a16:creationId xmlns:a16="http://schemas.microsoft.com/office/drawing/2014/main" id="{AB1FC012-4B9C-CA5A-EC81-E572F22B7AFE}"/>
              </a:ext>
            </a:extLst>
          </p:cNvPr>
          <p:cNvSpPr/>
          <p:nvPr/>
        </p:nvSpPr>
        <p:spPr>
          <a:xfrm>
            <a:off x="232626" y="4930777"/>
            <a:ext cx="11726748" cy="131757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1" name="TextBox 120">
            <a:extLst>
              <a:ext uri="{FF2B5EF4-FFF2-40B4-BE49-F238E27FC236}">
                <a16:creationId xmlns:a16="http://schemas.microsoft.com/office/drawing/2014/main" id="{F91CAD82-30B0-57D3-C03A-58BDBF7DB2EA}"/>
              </a:ext>
            </a:extLst>
          </p:cNvPr>
          <p:cNvSpPr txBox="1"/>
          <p:nvPr/>
        </p:nvSpPr>
        <p:spPr>
          <a:xfrm>
            <a:off x="5091604" y="2521405"/>
            <a:ext cx="3181019"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F&amp;B non-standard / Operate general: $900m addressable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Long tail (dry goods, spices, stationery) not covered</a:t>
            </a:r>
          </a:p>
        </p:txBody>
      </p:sp>
      <p:sp>
        <p:nvSpPr>
          <p:cNvPr id="124" name="TextBox 123">
            <a:extLst>
              <a:ext uri="{FF2B5EF4-FFF2-40B4-BE49-F238E27FC236}">
                <a16:creationId xmlns:a16="http://schemas.microsoft.com/office/drawing/2014/main" id="{2DF69B8C-0623-BE1E-B410-3527642311F7}"/>
              </a:ext>
            </a:extLst>
          </p:cNvPr>
          <p:cNvSpPr txBox="1"/>
          <p:nvPr/>
        </p:nvSpPr>
        <p:spPr>
          <a:xfrm>
            <a:off x="8641570" y="3830135"/>
            <a:ext cx="2935334"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err="1">
                <a:ln>
                  <a:noFill/>
                </a:ln>
                <a:solidFill>
                  <a:srgbClr val="000000"/>
                </a:solidFill>
                <a:effectLst/>
                <a:uLnTx/>
                <a:uFillTx/>
                <a:latin typeface="Arial" panose="020B0604020202020204"/>
                <a:ea typeface="+mn-ea"/>
                <a:cs typeface="+mn-cs"/>
              </a:rPr>
              <a:t>→ Commercial Engine: POPD–CRM integration, KOM tracking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err="1">
                <a:ln>
                  <a:noFill/>
                </a:ln>
                <a:solidFill>
                  <a:srgbClr val="000000"/>
                </a:solidFill>
                <a:effectLst/>
                <a:uLnTx/>
                <a:uFillTx/>
                <a:latin typeface="Arial" panose="020B0604020202020204"/>
                <a:ea typeface="+mn-ea"/>
                <a:cs typeface="+mn-cs"/>
              </a:rPr>
              <a:t>→ Scaling with Partners: lead-constructor review; retail</a:t>
            </a:r>
          </a:p>
        </p:txBody>
      </p:sp>
      <p:sp>
        <p:nvSpPr>
          <p:cNvPr id="8" name="Rectangle 7">
            <a:extLst>
              <a:ext uri="{FF2B5EF4-FFF2-40B4-BE49-F238E27FC236}">
                <a16:creationId xmlns:a16="http://schemas.microsoft.com/office/drawing/2014/main" id="{CDA7D81B-3FB7-6B99-92CF-3D4B491B212F}"/>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Detail &amp; Trade-offs</a:t>
            </a:r>
          </a:p>
        </p:txBody>
      </p:sp>
    </p:spTree>
    <p:extLst>
      <p:ext uri="{BB962C8B-B14F-4D97-AF65-F5344CB8AC3E}">
        <p14:creationId xmlns:p14="http://schemas.microsoft.com/office/powerpoint/2010/main" val="186363668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Text"/>
          <p:cNvSpPr txBox="1"/>
          <p:nvPr/>
        </p:nvSpPr>
        <p:spPr>
          <a:xfrm>
            <a:off x="246342" y="488720"/>
            <a:ext cx="11150000" cy="7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all" spc="0" normalizeH="0" baseline="0" noProof="0">
                <a:ln>
                  <a:noFill/>
                </a:ln>
                <a:solidFill>
                  <a:srgbClr val="000000"/>
                </a:solidFill>
                <a:effectLst/>
                <a:uLnTx/>
                <a:uFillTx/>
                <a:latin typeface="Arial" panose="020B0604020202020204"/>
                <a:ea typeface="+mn-ea"/>
                <a:cs typeface="+mn-cs"/>
              </a:rPr>
              <a:t>Sequencing &amp; Dependencies | </a:t>
            </a:r>
            <a:r>
              <a:rPr kumimoji="0" lang="en-GB" sz="2000" b="0" i="0" u="none" strike="noStrike" kern="1200" cap="none" spc="0" normalizeH="0" baseline="0" noProof="0">
                <a:ln>
                  <a:noFill/>
                </a:ln>
                <a:solidFill>
                  <a:srgbClr val="000000"/>
                </a:solidFill>
                <a:effectLst/>
                <a:uLnTx/>
                <a:uFillTx/>
                <a:latin typeface="Arial" panose="020B0604020202020204"/>
                <a:ea typeface="+mn-ea"/>
                <a:cs typeface="+mn-cs"/>
              </a:rPr>
              <a:t>Greater China</a:t>
            </a:r>
          </a:p>
        </p:txBody>
      </p:sp>
      <p:graphicFrame>
        <p:nvGraphicFramePr>
          <p:cNvPr id="20" name="Assumptions Table"/>
          <p:cNvGraphicFramePr>
            <a:graphicFrameLocks noGrp="1"/>
          </p:cNvGraphicFramePr>
          <p:nvPr/>
        </p:nvGraphicFramePr>
        <p:xfrm>
          <a:off x="246343" y="1188720"/>
          <a:ext cx="11699315" cy="4897119"/>
        </p:xfrm>
        <a:graphic>
          <a:graphicData uri="http://schemas.openxmlformats.org/drawingml/2006/table">
            <a:tbl>
              <a:tblPr firstRow="1">
                <a:tableStyleId>{5C22544A-7EE6-4342-B048-85BDC9FD1C3A}</a:tableStyleId>
              </a:tblPr>
              <a:tblGrid>
                <a:gridCol w="1700000">
                  <a:extLst>
                    <a:ext uri="{9D8B030D-6E8A-4147-A177-3AD203B41FA5}">
                      <a16:colId xmlns:a16="http://schemas.microsoft.com/office/drawing/2014/main" val="20000"/>
                    </a:ext>
                  </a:extLst>
                </a:gridCol>
                <a:gridCol w="1111035">
                  <a:extLst>
                    <a:ext uri="{9D8B030D-6E8A-4147-A177-3AD203B41FA5}">
                      <a16:colId xmlns:a16="http://schemas.microsoft.com/office/drawing/2014/main" val="20001"/>
                    </a:ext>
                  </a:extLst>
                </a:gridCol>
                <a:gridCol w="1111035">
                  <a:extLst>
                    <a:ext uri="{9D8B030D-6E8A-4147-A177-3AD203B41FA5}">
                      <a16:colId xmlns:a16="http://schemas.microsoft.com/office/drawing/2014/main" val="718993024"/>
                    </a:ext>
                  </a:extLst>
                </a:gridCol>
                <a:gridCol w="1111035">
                  <a:extLst>
                    <a:ext uri="{9D8B030D-6E8A-4147-A177-3AD203B41FA5}">
                      <a16:colId xmlns:a16="http://schemas.microsoft.com/office/drawing/2014/main" val="740929758"/>
                    </a:ext>
                  </a:extLst>
                </a:gridCol>
                <a:gridCol w="1111035">
                  <a:extLst>
                    <a:ext uri="{9D8B030D-6E8A-4147-A177-3AD203B41FA5}">
                      <a16:colId xmlns:a16="http://schemas.microsoft.com/office/drawing/2014/main" val="118497269"/>
                    </a:ext>
                  </a:extLst>
                </a:gridCol>
                <a:gridCol w="1111035">
                  <a:extLst>
                    <a:ext uri="{9D8B030D-6E8A-4147-A177-3AD203B41FA5}">
                      <a16:colId xmlns:a16="http://schemas.microsoft.com/office/drawing/2014/main" val="189961642"/>
                    </a:ext>
                  </a:extLst>
                </a:gridCol>
                <a:gridCol w="1111035">
                  <a:extLst>
                    <a:ext uri="{9D8B030D-6E8A-4147-A177-3AD203B41FA5}">
                      <a16:colId xmlns:a16="http://schemas.microsoft.com/office/drawing/2014/main" val="20002"/>
                    </a:ext>
                  </a:extLst>
                </a:gridCol>
                <a:gridCol w="1111035">
                  <a:extLst>
                    <a:ext uri="{9D8B030D-6E8A-4147-A177-3AD203B41FA5}">
                      <a16:colId xmlns:a16="http://schemas.microsoft.com/office/drawing/2014/main" val="307328310"/>
                    </a:ext>
                  </a:extLst>
                </a:gridCol>
                <a:gridCol w="1111035">
                  <a:extLst>
                    <a:ext uri="{9D8B030D-6E8A-4147-A177-3AD203B41FA5}">
                      <a16:colId xmlns:a16="http://schemas.microsoft.com/office/drawing/2014/main" val="20003"/>
                    </a:ext>
                  </a:extLst>
                </a:gridCol>
                <a:gridCol w="1111035">
                  <a:extLst>
                    <a:ext uri="{9D8B030D-6E8A-4147-A177-3AD203B41FA5}">
                      <a16:colId xmlns:a16="http://schemas.microsoft.com/office/drawing/2014/main" val="3935873405"/>
                    </a:ext>
                  </a:extLst>
                </a:gridCol>
              </a:tblGrid>
              <a:tr h="353596">
                <a:tc>
                  <a:txBody>
                    <a:bodyPr/>
                    <a:lstStyle/>
                    <a:p>
                      <a:pPr marL="0" indent="0" algn="l">
                        <a:lnSpc>
                          <a:spcPct val="90000"/>
                        </a:lnSpc>
                        <a:spcBef>
                          <a:spcPts val="100"/>
                        </a:spcBef>
                        <a:spcAft>
                          <a:spcPts val="100"/>
                        </a:spcAft>
                        <a:buNone/>
                      </a:pPr>
                      <a:r>
                        <a:rPr lang="en-GB" sz="1100" b="1" i="0">
                          <a:solidFill>
                            <a:srgbClr val="FFFFFF"/>
                          </a:solidFill>
                          <a:latin typeface="+mn-lt"/>
                        </a:rPr>
                        <a:t>Regional Plan</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26-Q4</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27-Q1</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27-Q2</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27-Q3</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27-Q4</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2028 H1</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2028 H2</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2029</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2030</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extLst>
                  <a:ext uri="{0D108BD9-81ED-4DB2-BD59-A6C34878D82A}">
                    <a16:rowId xmlns:a16="http://schemas.microsoft.com/office/drawing/2014/main" val="10000"/>
                  </a:ext>
                </a:extLst>
              </a:tr>
              <a:tr h="691120">
                <a:tc>
                  <a:txBody>
                    <a:bodyPr/>
                    <a:lstStyle/>
                    <a:p>
                      <a:pPr marL="0" indent="0" algn="l">
                        <a:lnSpc>
                          <a:spcPct val="90000"/>
                        </a:lnSpc>
                        <a:spcBef>
                          <a:spcPts val="100"/>
                        </a:spcBef>
                        <a:spcAft>
                          <a:spcPts val="100"/>
                        </a:spcAft>
                        <a:buNone/>
                      </a:pPr>
                      <a:r>
                        <a:rPr lang="en-GB" sz="1100" b="1" i="0">
                          <a:solidFill>
                            <a:srgbClr val="1F4456"/>
                          </a:solidFill>
                          <a:latin typeface="+mn-lt"/>
                        </a:rPr>
                        <a:t>POPD access &amp; integration</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2"/>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Central: Managed Estate – AI controls</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3"/>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OBSM / standard products</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4"/>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Lead constructors (Build)</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5"/>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Long tail &amp; F&amp;B non-standard</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6"/>
                  </a:ext>
                </a:extLst>
              </a:tr>
              <a:tr h="482176">
                <a:tc>
                  <a:txBody>
                    <a:bodyPr/>
                    <a:lstStyle/>
                    <a:p>
                      <a:pPr marL="0" marR="0" lvl="0" indent="0" algn="l" defTabSz="914400" rtl="0" eaLnBrk="1" fontAlgn="auto" latinLnBrk="0" hangingPunct="1">
                        <a:lnSpc>
                          <a:spcPct val="90000"/>
                        </a:lnSpc>
                        <a:spcBef>
                          <a:spcPts val="100"/>
                        </a:spcBef>
                        <a:spcAft>
                          <a:spcPts val="100"/>
                        </a:spcAft>
                        <a:buClrTx/>
                        <a:buSzTx/>
                        <a:buFontTx/>
                        <a:buNone/>
                        <a:tabLst/>
                        <a:defRPr/>
                      </a:pPr>
                      <a:r>
                        <a:rPr kumimoji="0" lang="en-GB" sz="1100" b="1" i="0" u="none" strike="noStrike" kern="1200" cap="none" spc="0" normalizeH="0" baseline="0" noProof="0">
                          <a:ln>
                            <a:noFill/>
                          </a:ln>
                          <a:solidFill>
                            <a:srgbClr val="1F4456"/>
                          </a:solidFill>
                          <a:effectLst/>
                          <a:uLnTx/>
                          <a:uFillTx/>
                          <a:latin typeface="Arial" panose="020B0604020202020204"/>
                          <a:ea typeface="+mn-ea"/>
                          <a:cs typeface="+mn-cs"/>
                        </a:rPr>
                        <a:t>Central: Commercial Engine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7"/>
                  </a:ext>
                </a:extLst>
              </a:tr>
              <a:tr h="482176">
                <a:tc>
                  <a:txBody>
                    <a:bodyPr/>
                    <a:lstStyle/>
                    <a:p>
                      <a:pPr marL="0" marR="0" lvl="0" indent="0" algn="l" defTabSz="914400" rtl="0" eaLnBrk="1" fontAlgn="auto" latinLnBrk="0" hangingPunct="1">
                        <a:lnSpc>
                          <a:spcPct val="90000"/>
                        </a:lnSpc>
                        <a:spcBef>
                          <a:spcPts val="100"/>
                        </a:spcBef>
                        <a:spcAft>
                          <a:spcPts val="100"/>
                        </a:spcAft>
                        <a:buClrTx/>
                        <a:buSzTx/>
                        <a:buFontTx/>
                        <a:buNone/>
                        <a:tabLst/>
                        <a:defRPr/>
                      </a:pPr>
                      <a:r>
                        <a:rPr kumimoji="0" lang="en-GB" sz="1100" b="1" i="0" u="none" strike="noStrike" kern="1200" cap="none" spc="0" normalizeH="0" baseline="0" noProof="0">
                          <a:ln>
                            <a:noFill/>
                          </a:ln>
                          <a:solidFill>
                            <a:srgbClr val="1F4456"/>
                          </a:solidFill>
                          <a:effectLst/>
                          <a:uLnTx/>
                          <a:uFillTx/>
                          <a:latin typeface="Arial" panose="020B0604020202020204"/>
                          <a:ea typeface="+mn-ea"/>
                          <a:cs typeface="+mn-cs"/>
                        </a:rPr>
                        <a:t>NGSC export – DDP model</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8"/>
                  </a:ext>
                </a:extLst>
              </a:tr>
              <a:tr h="959347">
                <a:tc>
                  <a:txBody>
                    <a:bodyPr/>
                    <a:lstStyle/>
                    <a:p>
                      <a:pPr marL="0" indent="0" algn="l">
                        <a:lnSpc>
                          <a:spcPct val="90000"/>
                        </a:lnSpc>
                        <a:spcBef>
                          <a:spcPts val="100"/>
                        </a:spcBef>
                        <a:spcAft>
                          <a:spcPts val="100"/>
                        </a:spcAft>
                        <a:buNone/>
                      </a:pPr>
                      <a:r>
                        <a:rPr lang="en-GB" sz="1000" b="1" i="0">
                          <a:solidFill>
                            <a:srgbClr val="FFFFFF"/>
                          </a:solidFill>
                          <a:latin typeface="+mn-lt"/>
                        </a:rPr>
                        <a:t>HOW IT ROLLS UP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gridSpan="5">
                  <a:txBody>
                    <a:bodyPr/>
                    <a:lstStyle/>
                    <a:p>
                      <a:pPr marL="0" indent="0" algn="l">
                        <a:lnSpc>
                          <a:spcPct val="90000"/>
                        </a:lnSpc>
                        <a:spcBef>
                          <a:spcPts val="100"/>
                        </a:spcBef>
                        <a:spcAft>
                          <a:spcPts val="100"/>
                        </a:spcAft>
                        <a:buNone/>
                      </a:pPr>
                      <a:r>
                        <a:rPr lang="en-GB" sz="900" b="0" i="0">
                          <a:solidFill>
                            <a:srgbClr val="FFFFFF"/>
                          </a:solidFill>
                          <a:latin typeface="+mn-lt"/>
                        </a:rPr>
                        <a:t>Baseline is 2025 actual: $93m programme capture on $4.6bn addressable spend, a 2.0% capture rate. Accelerate adds $15–22m and step-change $63–122m by 2030 (~4% share). CRF is earned at 2.1–2.5% and rises from $1.9m to ~$6m.</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indent="0" algn="l">
                        <a:lnSpc>
                          <a:spcPct val="90000"/>
                        </a:lnSpc>
                        <a:spcBef>
                          <a:spcPts val="100"/>
                        </a:spcBef>
                        <a:spcAft>
                          <a:spcPts val="100"/>
                        </a:spcAft>
                        <a:buNone/>
                      </a:pPr>
                      <a:endParaRPr lang="en-GB" sz="900" b="0" i="0">
                        <a:solidFill>
                          <a:srgbClr val="FFFFFF"/>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hMerge="1">
                  <a:txBody>
                    <a:bodyPr/>
                    <a:lstStyle/>
                    <a:p>
                      <a:endParaRPr lang="en-US"/>
                    </a:p>
                  </a:txBody>
                  <a:tcPr/>
                </a:tc>
                <a:tc gridSpan="2">
                  <a:txBody>
                    <a:bodyPr/>
                    <a:lstStyle/>
                    <a:p>
                      <a:pPr marL="0" indent="0" algn="l">
                        <a:lnSpc>
                          <a:spcPct val="90000"/>
                        </a:lnSpc>
                        <a:spcBef>
                          <a:spcPts val="100"/>
                        </a:spcBef>
                        <a:spcAft>
                          <a:spcPts val="100"/>
                        </a:spcAft>
                        <a:buNone/>
                      </a:pPr>
                      <a:endParaRPr lang="en-GB" sz="900" b="0" i="0">
                        <a:solidFill>
                          <a:srgbClr val="FFFFFF"/>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hMerge="1">
                  <a:txBody>
                    <a:bodyPr/>
                    <a:lstStyle/>
                    <a:p>
                      <a:endParaRPr lang="en-US"/>
                    </a:p>
                  </a:txBody>
                  <a:tcPr/>
                </a:tc>
                <a:extLst>
                  <a:ext uri="{0D108BD9-81ED-4DB2-BD59-A6C34878D82A}">
                    <a16:rowId xmlns:a16="http://schemas.microsoft.com/office/drawing/2014/main" val="10011"/>
                  </a:ext>
                </a:extLst>
              </a:tr>
            </a:tbl>
          </a:graphicData>
        </a:graphic>
      </p:graphicFrame>
      <p:sp>
        <p:nvSpPr>
          <p:cNvPr id="2" name="Arrow: Pentagon 1">
            <a:extLst>
              <a:ext uri="{FF2B5EF4-FFF2-40B4-BE49-F238E27FC236}">
                <a16:creationId xmlns:a16="http://schemas.microsoft.com/office/drawing/2014/main" id="{C13DDCFD-4285-B9CA-8852-F90D0ADFCCFC}"/>
              </a:ext>
            </a:extLst>
          </p:cNvPr>
          <p:cNvSpPr/>
          <p:nvPr/>
        </p:nvSpPr>
        <p:spPr>
          <a:xfrm>
            <a:off x="1991563" y="1778507"/>
            <a:ext cx="4352544"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Non-retroactive waiver checks</a:t>
            </a:r>
          </a:p>
        </p:txBody>
      </p:sp>
      <p:sp>
        <p:nvSpPr>
          <p:cNvPr id="3" name="Arrow: Pentagon 2">
            <a:extLst>
              <a:ext uri="{FF2B5EF4-FFF2-40B4-BE49-F238E27FC236}">
                <a16:creationId xmlns:a16="http://schemas.microsoft.com/office/drawing/2014/main" id="{0210F5CD-073B-07B8-BAE4-C05D5F55BB35}"/>
              </a:ext>
            </a:extLst>
          </p:cNvPr>
          <p:cNvSpPr/>
          <p:nvPr/>
        </p:nvSpPr>
        <p:spPr>
          <a:xfrm>
            <a:off x="3102559" y="2365095"/>
            <a:ext cx="4352544"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AI-enforced compliance, Touchpoint</a:t>
            </a:r>
          </a:p>
        </p:txBody>
      </p:sp>
      <p:sp>
        <p:nvSpPr>
          <p:cNvPr id="4" name="Arrow: Pentagon 3">
            <a:extLst>
              <a:ext uri="{FF2B5EF4-FFF2-40B4-BE49-F238E27FC236}">
                <a16:creationId xmlns:a16="http://schemas.microsoft.com/office/drawing/2014/main" id="{D1395241-DB52-9BFD-2184-AE8F136DD879}"/>
              </a:ext>
            </a:extLst>
          </p:cNvPr>
          <p:cNvSpPr/>
          <p:nvPr/>
        </p:nvSpPr>
        <p:spPr>
          <a:xfrm>
            <a:off x="1991563" y="2846984"/>
            <a:ext cx="6574536"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P2P and AI-led data collection</a:t>
            </a:r>
          </a:p>
        </p:txBody>
      </p:sp>
      <p:sp>
        <p:nvSpPr>
          <p:cNvPr id="5" name="Arrow: Pentagon 4">
            <a:extLst>
              <a:ext uri="{FF2B5EF4-FFF2-40B4-BE49-F238E27FC236}">
                <a16:creationId xmlns:a16="http://schemas.microsoft.com/office/drawing/2014/main" id="{84FE7DC6-9EC5-D7F9-7D4B-980ADCF7E27D}"/>
              </a:ext>
            </a:extLst>
          </p:cNvPr>
          <p:cNvSpPr/>
          <p:nvPr/>
        </p:nvSpPr>
        <p:spPr>
          <a:xfrm>
            <a:off x="4213555" y="3328873"/>
            <a:ext cx="6574536"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Legal review → consultant SRM</a:t>
            </a:r>
          </a:p>
        </p:txBody>
      </p:sp>
      <p:sp>
        <p:nvSpPr>
          <p:cNvPr id="6" name="Arrow: Pentagon 5">
            <a:extLst>
              <a:ext uri="{FF2B5EF4-FFF2-40B4-BE49-F238E27FC236}">
                <a16:creationId xmlns:a16="http://schemas.microsoft.com/office/drawing/2014/main" id="{CCBD0C76-5B0C-6C07-287B-0A7101240718}"/>
              </a:ext>
            </a:extLst>
          </p:cNvPr>
          <p:cNvSpPr/>
          <p:nvPr/>
        </p:nvSpPr>
        <p:spPr>
          <a:xfrm>
            <a:off x="5324551" y="3810761"/>
            <a:ext cx="6574536"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Aggregators and distribution</a:t>
            </a:r>
          </a:p>
        </p:txBody>
      </p:sp>
      <p:sp>
        <p:nvSpPr>
          <p:cNvPr id="7" name="Arrow: Pentagon 6">
            <a:extLst>
              <a:ext uri="{FF2B5EF4-FFF2-40B4-BE49-F238E27FC236}">
                <a16:creationId xmlns:a16="http://schemas.microsoft.com/office/drawing/2014/main" id="{F0B880E5-3D4E-8F6F-7A92-A82AE5EF27F9}"/>
              </a:ext>
            </a:extLst>
          </p:cNvPr>
          <p:cNvSpPr/>
          <p:nvPr/>
        </p:nvSpPr>
        <p:spPr>
          <a:xfrm>
            <a:off x="3102559" y="4292650"/>
            <a:ext cx="5463540"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POPD–CRM, KOM tracking</a:t>
            </a:r>
          </a:p>
        </p:txBody>
      </p:sp>
      <p:sp>
        <p:nvSpPr>
          <p:cNvPr id="8" name="Arrow: Pentagon 7">
            <a:extLst>
              <a:ext uri="{FF2B5EF4-FFF2-40B4-BE49-F238E27FC236}">
                <a16:creationId xmlns:a16="http://schemas.microsoft.com/office/drawing/2014/main" id="{0267E437-5FA6-93CD-6D9A-5427183B9530}"/>
              </a:ext>
            </a:extLst>
          </p:cNvPr>
          <p:cNvSpPr/>
          <p:nvPr/>
        </p:nvSpPr>
        <p:spPr>
          <a:xfrm>
            <a:off x="3102559" y="4774539"/>
            <a:ext cx="6574536"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Extend to appliances, flooring</a:t>
            </a:r>
          </a:p>
        </p:txBody>
      </p:sp>
      <p:sp>
        <p:nvSpPr>
          <p:cNvPr id="9" name="Flowchart: Decision 8">
            <a:extLst>
              <a:ext uri="{FF2B5EF4-FFF2-40B4-BE49-F238E27FC236}">
                <a16:creationId xmlns:a16="http://schemas.microsoft.com/office/drawing/2014/main" id="{10903787-D48A-6F09-91B1-C937ABA2730E}"/>
              </a:ext>
            </a:extLst>
          </p:cNvPr>
          <p:cNvSpPr/>
          <p:nvPr/>
        </p:nvSpPr>
        <p:spPr>
          <a:xfrm>
            <a:off x="6408115" y="1778507"/>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Flowchart: Decision 9">
            <a:extLst>
              <a:ext uri="{FF2B5EF4-FFF2-40B4-BE49-F238E27FC236}">
                <a16:creationId xmlns:a16="http://schemas.microsoft.com/office/drawing/2014/main" id="{89898198-E26F-7E3C-9EE1-B94E439A43A6}"/>
              </a:ext>
            </a:extLst>
          </p:cNvPr>
          <p:cNvSpPr/>
          <p:nvPr/>
        </p:nvSpPr>
        <p:spPr>
          <a:xfrm>
            <a:off x="10852099" y="3328873"/>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 name="Flowchart: Decision 10">
            <a:extLst>
              <a:ext uri="{FF2B5EF4-FFF2-40B4-BE49-F238E27FC236}">
                <a16:creationId xmlns:a16="http://schemas.microsoft.com/office/drawing/2014/main" id="{CCFA6253-2797-AAA4-107D-7A435D0921D1}"/>
              </a:ext>
            </a:extLst>
          </p:cNvPr>
          <p:cNvSpPr/>
          <p:nvPr/>
        </p:nvSpPr>
        <p:spPr>
          <a:xfrm>
            <a:off x="7519111" y="2365095"/>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Rectangle 14">
            <a:extLst>
              <a:ext uri="{FF2B5EF4-FFF2-40B4-BE49-F238E27FC236}">
                <a16:creationId xmlns:a16="http://schemas.microsoft.com/office/drawing/2014/main" id="{3DFF9D1C-BAC3-7E3B-19B9-C6D1834A7F3B}"/>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Sequencing</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AECDD-61CF-5A31-7DF5-7821AE35BC46}"/>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2F9DBEF-F304-A3FA-A6D6-8A1B3AC96E3B}"/>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3" imgW="395" imgH="394" progId="TCLayout.ActiveDocument.1">
                  <p:embed/>
                </p:oleObj>
              </mc:Choice>
              <mc:Fallback>
                <p:oleObj name="thinkcell Slide" r:id="rId43" imgW="395" imgH="394" progId="TCLayout.ActiveDocument.1">
                  <p:embed/>
                  <p:pic>
                    <p:nvPicPr>
                      <p:cNvPr id="6" name="think-cell data - do not delete" hidden="1">
                        <a:extLst>
                          <a:ext uri="{FF2B5EF4-FFF2-40B4-BE49-F238E27FC236}">
                            <a16:creationId xmlns:a16="http://schemas.microsoft.com/office/drawing/2014/main" id="{32F9DBEF-F304-A3FA-A6D6-8A1B3AC96E3B}"/>
                          </a:ext>
                        </a:extLst>
                      </p:cNvPr>
                      <p:cNvPicPr/>
                      <p:nvPr/>
                    </p:nvPicPr>
                    <p:blipFill>
                      <a:blip r:embed="rId44"/>
                      <a:stretch>
                        <a:fillRect/>
                      </a:stretch>
                    </p:blipFill>
                    <p:spPr>
                      <a:xfrm>
                        <a:off x="1588" y="1588"/>
                        <a:ext cx="1588" cy="1588"/>
                      </a:xfrm>
                      <a:prstGeom prst="rect">
                        <a:avLst/>
                      </a:prstGeom>
                    </p:spPr>
                  </p:pic>
                </p:oleObj>
              </mc:Fallback>
            </mc:AlternateContent>
          </a:graphicData>
        </a:graphic>
      </p:graphicFrame>
      <p:cxnSp>
        <p:nvCxnSpPr>
          <p:cNvPr id="177" name="Straight Connector 176">
            <a:extLst>
              <a:ext uri="{FF2B5EF4-FFF2-40B4-BE49-F238E27FC236}">
                <a16:creationId xmlns:a16="http://schemas.microsoft.com/office/drawing/2014/main" id="{3239CCFB-2568-30F8-0108-7AF34F7F9A6C}"/>
              </a:ext>
            </a:extLst>
          </p:cNvPr>
          <p:cNvCxnSpPr>
            <a:cxnSpLocks/>
          </p:cNvCxnSpPr>
          <p:nvPr/>
        </p:nvCxnSpPr>
        <p:spPr>
          <a:xfrm>
            <a:off x="126710" y="1471032"/>
            <a:ext cx="11476711" cy="0"/>
          </a:xfrm>
          <a:prstGeom prst="line">
            <a:avLst/>
          </a:prstGeom>
        </p:spPr>
        <p:style>
          <a:lnRef idx="1">
            <a:schemeClr val="dk1"/>
          </a:lnRef>
          <a:fillRef idx="0">
            <a:schemeClr val="dk1"/>
          </a:fillRef>
          <a:effectRef idx="0">
            <a:schemeClr val="dk1"/>
          </a:effectRef>
          <a:fontRef idx="minor">
            <a:schemeClr val="tx1"/>
          </a:fontRef>
        </p:style>
      </p:cxnSp>
      <p:sp>
        <p:nvSpPr>
          <p:cNvPr id="383" name="Rectangle 382">
            <a:extLst>
              <a:ext uri="{FF2B5EF4-FFF2-40B4-BE49-F238E27FC236}">
                <a16:creationId xmlns:a16="http://schemas.microsoft.com/office/drawing/2014/main" id="{6DEB1B47-01FF-3F75-9C5C-3E86D90C9177}"/>
              </a:ext>
            </a:extLst>
          </p:cNvPr>
          <p:cNvSpPr/>
          <p:nvPr/>
        </p:nvSpPr>
        <p:spPr>
          <a:xfrm>
            <a:off x="2542489" y="1742989"/>
            <a:ext cx="657203" cy="209456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36DC82DC-2F13-2DA0-6359-735E11C58C12}"/>
              </a:ext>
            </a:extLst>
          </p:cNvPr>
          <p:cNvSpPr>
            <a:spLocks noGrp="1"/>
          </p:cNvSpPr>
          <p:nvPr>
            <p:ph type="title"/>
          </p:nvPr>
        </p:nvSpPr>
        <p:spPr>
          <a:xfrm>
            <a:off x="189781" y="201794"/>
            <a:ext cx="11764875" cy="991282"/>
          </a:xfrm>
        </p:spPr>
        <p:txBody>
          <a:bodyPr vert="horz" rIns="0"/>
          <a:lstStyle/>
          <a:p>
            <a:r>
              <a:rPr lang="en-GB" sz="2800" b="1">
                <a:sym typeface="Trebuchet MS" panose="020B0603020202020204" pitchFamily="34" charset="0"/>
              </a:rPr>
              <a:t>2027 - 2030 Budgeting | </a:t>
            </a:r>
            <a:r>
              <a:rPr lang="en-GB" sz="2800">
                <a:sym typeface="Trebuchet MS" panose="020B0603020202020204" pitchFamily="34" charset="0"/>
              </a:rPr>
              <a:t>Greater China</a:t>
            </a:r>
            <a:endParaRPr lang="en-GB" sz="2800" b="1"/>
          </a:p>
        </p:txBody>
      </p:sp>
      <p:graphicFrame>
        <p:nvGraphicFramePr>
          <p:cNvPr id="278" name="Chart 277">
            <a:extLst>
              <a:ext uri="{FF2B5EF4-FFF2-40B4-BE49-F238E27FC236}">
                <a16:creationId xmlns:a16="http://schemas.microsoft.com/office/drawing/2014/main" id="{892A087B-CD29-61C2-C95B-76B91E7A050D}"/>
              </a:ext>
            </a:extLst>
          </p:cNvPr>
          <p:cNvGraphicFramePr/>
          <p:nvPr>
            <p:custDataLst>
              <p:tags r:id="rId16"/>
            </p:custDataLst>
          </p:nvPr>
        </p:nvGraphicFramePr>
        <p:xfrm>
          <a:off x="1654175" y="2192338"/>
          <a:ext cx="3921125" cy="1519237"/>
        </p:xfrm>
        <a:graphic>
          <a:graphicData uri="http://schemas.openxmlformats.org/drawingml/2006/chart">
            <c:chart xmlns:c="http://schemas.openxmlformats.org/drawingml/2006/chart" xmlns:r="http://schemas.openxmlformats.org/officeDocument/2006/relationships" r:id="rId45"/>
          </a:graphicData>
        </a:graphic>
      </p:graphicFrame>
      <p:sp>
        <p:nvSpPr>
          <p:cNvPr id="365" name="Text Placeholder 2">
            <a:extLst>
              <a:ext uri="{FF2B5EF4-FFF2-40B4-BE49-F238E27FC236}">
                <a16:creationId xmlns:a16="http://schemas.microsoft.com/office/drawing/2014/main" id="{49FAC6E5-9045-C6CF-CDD8-CF5B99CE4FAA}"/>
              </a:ext>
            </a:extLst>
          </p:cNvPr>
          <p:cNvSpPr>
            <a:spLocks/>
          </p:cNvSpPr>
          <p:nvPr>
            <p:custDataLst>
              <p:tags r:id="rId18"/>
            </p:custDataLst>
          </p:nvPr>
        </p:nvSpPr>
        <p:spPr bwMode="gray">
          <a:xfrm>
            <a:off x="2701925" y="3010725"/>
            <a:ext cx="320675" cy="150813"/>
          </a:xfrm>
          <a:prstGeom prst="rect">
            <a:avLst/>
          </a:prstGeom>
          <a:solidFill>
            <a:schemeClr val="accent5"/>
          </a:solidFill>
          <a:ln>
            <a:noFill/>
          </a:ln>
          <a:effec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21A524C1-D688-4DA6-B78C-538DD1A0057C}" type="datetime'''''''''''''''''''''''''18''''''''''''''%'''">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7" name="Text Placeholder 2">
            <a:extLst>
              <a:ext uri="{FF2B5EF4-FFF2-40B4-BE49-F238E27FC236}">
                <a16:creationId xmlns:a16="http://schemas.microsoft.com/office/drawing/2014/main" id="{F7DE6F26-40D5-BDA7-631F-139CA923E104}"/>
              </a:ext>
            </a:extLst>
          </p:cNvPr>
          <p:cNvSpPr>
            <a:spLocks/>
          </p:cNvSpPr>
          <p:nvPr>
            <p:custDataLst>
              <p:tags r:id="rId19"/>
            </p:custDataLst>
          </p:nvPr>
        </p:nvSpPr>
        <p:spPr bwMode="gray">
          <a:xfrm>
            <a:off x="4956175" y="3261949"/>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7905E31E-16A7-4617-8D5A-4B3FA9EBFD09}" type="datetime'''''''''''''''''''''''''''''''3''''''''''''''''''''''''5''%'">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43%</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68" name="Text Placeholder 2">
            <a:extLst>
              <a:ext uri="{FF2B5EF4-FFF2-40B4-BE49-F238E27FC236}">
                <a16:creationId xmlns:a16="http://schemas.microsoft.com/office/drawing/2014/main" id="{426F8ACC-FED6-4C43-74C3-FAF612C6BE93}"/>
              </a:ext>
            </a:extLst>
          </p:cNvPr>
          <p:cNvSpPr>
            <a:spLocks/>
          </p:cNvSpPr>
          <p:nvPr>
            <p:custDataLst>
              <p:tags r:id="rId20"/>
            </p:custDataLst>
          </p:nvPr>
        </p:nvSpPr>
        <p:spPr bwMode="gray">
          <a:xfrm>
            <a:off x="4956175" y="2910972"/>
            <a:ext cx="320675" cy="150813"/>
          </a:xfrm>
          <a:prstGeom prst="rect">
            <a:avLst/>
          </a:prstGeom>
          <a:noFill/>
          <a:ln>
            <a:noFill/>
          </a:ln>
          <a:effectLst/>
          <a:extLst>
            <a:ext uri="{909E8E84-426E-40DD-AFC4-6F175D3DCCD1}">
              <a14:hiddenFill xmlns:a14="http://schemas.microsoft.com/office/drawing/2010/main">
                <a:solidFill>
                  <a:srgbClr val="4C6C9C"/>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014AF296-3A08-4D60-BCA8-487F4EADCF4D}" type="datetime'''''5''2''''''''''''''''''''''''''''''''''%'''">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41" name="Text Placeholder 2">
            <a:extLst>
              <a:ext uri="{FF2B5EF4-FFF2-40B4-BE49-F238E27FC236}">
                <a16:creationId xmlns:a16="http://schemas.microsoft.com/office/drawing/2014/main" id="{EA7B61B1-F0B9-ED0B-D8BA-2C80349724B1}"/>
              </a:ext>
            </a:extLst>
          </p:cNvPr>
          <p:cNvSpPr>
            <a:spLocks/>
          </p:cNvSpPr>
          <p:nvPr>
            <p:custDataLst>
              <p:tags r:id="rId21"/>
            </p:custDataLst>
          </p:nvPr>
        </p:nvSpPr>
        <p:spPr bwMode="gray">
          <a:xfrm>
            <a:off x="4956175" y="2526702"/>
            <a:ext cx="320675"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A5BC7C2C-7698-406C-82EB-724E5ED8CAA8}" type="datetime'''''''''''1''''3''''''''''''''''''''''%'">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48%</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5" name="Text Placeholder 2">
            <a:extLst>
              <a:ext uri="{FF2B5EF4-FFF2-40B4-BE49-F238E27FC236}">
                <a16:creationId xmlns:a16="http://schemas.microsoft.com/office/drawing/2014/main" id="{68B8ADEB-5583-C8DC-6BE9-F497F0CA66C5}"/>
              </a:ext>
            </a:extLst>
          </p:cNvPr>
          <p:cNvSpPr>
            <a:spLocks/>
          </p:cNvSpPr>
          <p:nvPr>
            <p:custDataLst>
              <p:tags r:id="rId22"/>
            </p:custDataLst>
          </p:nvPr>
        </p:nvSpPr>
        <p:spPr bwMode="gray">
          <a:xfrm>
            <a:off x="4205287" y="3274656"/>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A1C46BED-95AC-4FEB-A187-B16CF4E6B861}" type="datetime'''''''''''''''''''''''''''''4''''''''''''4''''''''''''%'''">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57%</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67" name="Text Placeholder 2">
            <a:extLst>
              <a:ext uri="{FF2B5EF4-FFF2-40B4-BE49-F238E27FC236}">
                <a16:creationId xmlns:a16="http://schemas.microsoft.com/office/drawing/2014/main" id="{56AB1C48-CACD-CAF6-849A-C64524CD946B}"/>
              </a:ext>
            </a:extLst>
          </p:cNvPr>
          <p:cNvSpPr>
            <a:spLocks/>
          </p:cNvSpPr>
          <p:nvPr>
            <p:custDataLst>
              <p:tags r:id="rId23"/>
            </p:custDataLst>
          </p:nvPr>
        </p:nvSpPr>
        <p:spPr bwMode="gray">
          <a:xfrm>
            <a:off x="4205287" y="2955956"/>
            <a:ext cx="320675" cy="150813"/>
          </a:xfrm>
          <a:prstGeom prst="rect">
            <a:avLst/>
          </a:prstGeom>
          <a:noFill/>
          <a:ln>
            <a:noFill/>
          </a:ln>
          <a:effectLst/>
          <a:extLst>
            <a:ext uri="{909E8E84-426E-40DD-AFC4-6F175D3DCCD1}">
              <a14:hiddenFill xmlns:a14="http://schemas.microsoft.com/office/drawing/2010/main">
                <a:solidFill>
                  <a:schemeClr val="accent5"/>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EEE94C3E-08EB-4A25-89B9-93DE9435A694}" type="datetime'''''''''''''''''''''''''''4''6''''''''''''''''%'">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1" name="Text Placeholder 2">
            <a:extLst>
              <a:ext uri="{FF2B5EF4-FFF2-40B4-BE49-F238E27FC236}">
                <a16:creationId xmlns:a16="http://schemas.microsoft.com/office/drawing/2014/main" id="{74FC4418-B49A-CFF1-5486-4C865DD57396}"/>
              </a:ext>
            </a:extLst>
          </p:cNvPr>
          <p:cNvSpPr>
            <a:spLocks/>
          </p:cNvSpPr>
          <p:nvPr>
            <p:custDataLst>
              <p:tags r:id="rId24"/>
            </p:custDataLst>
          </p:nvPr>
        </p:nvSpPr>
        <p:spPr bwMode="gray">
          <a:xfrm>
            <a:off x="4205287" y="2748786"/>
            <a:ext cx="320675" cy="150813"/>
          </a:xfrm>
          <a:prstGeom prst="rect">
            <a:avLst/>
          </a:prstGeom>
          <a:solidFill>
            <a:schemeClr val="accent1"/>
          </a:solidFill>
          <a:ln>
            <a:noFill/>
          </a:ln>
          <a:effec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1D57E550-FD50-4F32-92A5-80BEA2C1FB18}" type="datetime'''''''''''''''''''''''''''''''''''''''''''''''1''''''0''''''%'">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35%</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2" name="Text Placeholder 2">
            <a:extLst>
              <a:ext uri="{FF2B5EF4-FFF2-40B4-BE49-F238E27FC236}">
                <a16:creationId xmlns:a16="http://schemas.microsoft.com/office/drawing/2014/main" id="{D33BA812-2961-DBDF-E193-C36677E23D99}"/>
              </a:ext>
            </a:extLst>
          </p:cNvPr>
          <p:cNvSpPr>
            <a:spLocks/>
          </p:cNvSpPr>
          <p:nvPr>
            <p:custDataLst>
              <p:tags r:id="rId25"/>
            </p:custDataLst>
          </p:nvPr>
        </p:nvSpPr>
        <p:spPr bwMode="gray">
          <a:xfrm>
            <a:off x="3454400" y="3274656"/>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EDEB9CB7-95AE-483B-BE6D-10E4DDCEF556}" type="datetime'''''''''''''''''''''''''5''''''''''''''''''9''''%'">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75%</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5" name="Text Placeholder 2">
            <a:extLst>
              <a:ext uri="{FF2B5EF4-FFF2-40B4-BE49-F238E27FC236}">
                <a16:creationId xmlns:a16="http://schemas.microsoft.com/office/drawing/2014/main" id="{155E1D01-3F06-9DD9-D362-2051836BF52F}"/>
              </a:ext>
            </a:extLst>
          </p:cNvPr>
          <p:cNvSpPr>
            <a:spLocks/>
          </p:cNvSpPr>
          <p:nvPr>
            <p:custDataLst>
              <p:tags r:id="rId26"/>
            </p:custDataLst>
          </p:nvPr>
        </p:nvSpPr>
        <p:spPr bwMode="gray">
          <a:xfrm>
            <a:off x="1993899" y="2943463"/>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224FC2FE-6300-4AC8-AED0-A4AEAE429362}" type="datetime'''0.''''''''''''''''''''''''''2'''''''">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95</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59" name="Text Placeholder 2">
            <a:extLst>
              <a:ext uri="{FF2B5EF4-FFF2-40B4-BE49-F238E27FC236}">
                <a16:creationId xmlns:a16="http://schemas.microsoft.com/office/drawing/2014/main" id="{1E20326E-930C-BFDF-EA26-B34C19B3A17C}"/>
              </a:ext>
            </a:extLst>
          </p:cNvPr>
          <p:cNvSpPr>
            <a:spLocks/>
          </p:cNvSpPr>
          <p:nvPr>
            <p:custDataLst>
              <p:tags r:id="rId27"/>
            </p:custDataLst>
          </p:nvPr>
        </p:nvSpPr>
        <p:spPr bwMode="gray">
          <a:xfrm>
            <a:off x="2744788" y="2856471"/>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B80BE87C-33E5-4454-85EF-B5ABE3DB13A3}" type="datetime'''''''''''''''''''''0''''''''''''''''.''''''''3'''''''''''''''">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112</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62" name="Text Placeholder 2">
            <a:extLst>
              <a:ext uri="{FF2B5EF4-FFF2-40B4-BE49-F238E27FC236}">
                <a16:creationId xmlns:a16="http://schemas.microsoft.com/office/drawing/2014/main" id="{418FA038-AD43-CF0D-D98C-AB80055FEC9D}"/>
              </a:ext>
            </a:extLst>
          </p:cNvPr>
          <p:cNvSpPr>
            <a:spLocks/>
          </p:cNvSpPr>
          <p:nvPr>
            <p:custDataLst>
              <p:tags r:id="rId28"/>
            </p:custDataLst>
          </p:nvPr>
        </p:nvSpPr>
        <p:spPr bwMode="gray">
          <a:xfrm>
            <a:off x="3497263" y="2706467"/>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FE0CA7AC-29DE-4A73-B9F5-F90891E67E28}" type="datetime'''''''''''0''''''''''''''''''.''''''''''''''4'''">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140</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129" name="Text Placeholder 2">
            <a:extLst>
              <a:ext uri="{FF2B5EF4-FFF2-40B4-BE49-F238E27FC236}">
                <a16:creationId xmlns:a16="http://schemas.microsoft.com/office/drawing/2014/main" id="{71A8DCD9-C98E-2E2F-EAE0-B5B35E5C2A75}"/>
              </a:ext>
            </a:extLst>
          </p:cNvPr>
          <p:cNvSpPr>
            <a:spLocks/>
          </p:cNvSpPr>
          <p:nvPr>
            <p:custDataLst>
              <p:tags r:id="rId29"/>
            </p:custDataLst>
          </p:nvPr>
        </p:nvSpPr>
        <p:spPr bwMode="gray">
          <a:xfrm>
            <a:off x="4248150" y="2478293"/>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50948907-3717-46DD-9075-3C0AF7AC6B9A}" type="datetime'''''''''''0''''''''''''''''''''''.''''''''''''''6'''''">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182</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135" name="Text Placeholder 2">
            <a:extLst>
              <a:ext uri="{FF2B5EF4-FFF2-40B4-BE49-F238E27FC236}">
                <a16:creationId xmlns:a16="http://schemas.microsoft.com/office/drawing/2014/main" id="{6110088C-AD89-08F9-FC37-05FA0BD29DDF}"/>
              </a:ext>
            </a:extLst>
          </p:cNvPr>
          <p:cNvSpPr>
            <a:spLocks/>
          </p:cNvSpPr>
          <p:nvPr>
            <p:custDataLst>
              <p:tags r:id="rId30"/>
            </p:custDataLst>
          </p:nvPr>
        </p:nvSpPr>
        <p:spPr bwMode="gray">
          <a:xfrm>
            <a:off x="4999038" y="2098679"/>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EF587A58-2BF9-4713-B6AA-69720440BC80}" type="datetime'''''''''''0''''''''''.''''''''7'''''''''''''''">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254</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6" name="Text Placeholder 2">
            <a:extLst>
              <a:ext uri="{FF2B5EF4-FFF2-40B4-BE49-F238E27FC236}">
                <a16:creationId xmlns:a16="http://schemas.microsoft.com/office/drawing/2014/main" id="{A5B2BF6A-DC26-C364-4E4B-6300E337667E}"/>
              </a:ext>
            </a:extLst>
          </p:cNvPr>
          <p:cNvSpPr>
            <a:spLocks/>
          </p:cNvSpPr>
          <p:nvPr>
            <p:custDataLst>
              <p:tags r:id="rId31"/>
            </p:custDataLst>
          </p:nvPr>
        </p:nvSpPr>
        <p:spPr bwMode="gray">
          <a:xfrm>
            <a:off x="3454400" y="2975525"/>
            <a:ext cx="320675" cy="150813"/>
          </a:xfrm>
          <a:prstGeom prst="rect">
            <a:avLst/>
          </a:prstGeom>
          <a:noFill/>
          <a:ln>
            <a:noFill/>
          </a:ln>
          <a:effectLst/>
          <a:extLst>
            <a:ext uri="{909E8E84-426E-40DD-AFC4-6F175D3DCCD1}">
              <a14:hiddenFill xmlns:a14="http://schemas.microsoft.com/office/drawing/2010/main">
                <a:solidFill>
                  <a:schemeClr val="accent5"/>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363DA714-9893-453C-A2B9-27DCB464D3EB}" type="datetime'''''''''''''''''''''3''5''''''%'''''">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8" name="Text Placeholder 2">
            <a:extLst>
              <a:ext uri="{FF2B5EF4-FFF2-40B4-BE49-F238E27FC236}">
                <a16:creationId xmlns:a16="http://schemas.microsoft.com/office/drawing/2014/main" id="{2A3E1991-48C2-CEFB-E0B3-9295963001C8}"/>
              </a:ext>
            </a:extLst>
          </p:cNvPr>
          <p:cNvSpPr>
            <a:spLocks/>
          </p:cNvSpPr>
          <p:nvPr>
            <p:custDataLst>
              <p:tags r:id="rId32"/>
            </p:custDataLst>
          </p:nvPr>
        </p:nvSpPr>
        <p:spPr bwMode="gray">
          <a:xfrm>
            <a:off x="3493294" y="2882442"/>
            <a:ext cx="242888" cy="150813"/>
          </a:xfrm>
          <a:prstGeom prst="rect">
            <a:avLst/>
          </a:prstGeom>
          <a:solidFill>
            <a:schemeClr val="accent1"/>
          </a:solidFill>
          <a:ln>
            <a:noFill/>
          </a:ln>
          <a:effec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F90868A1-1709-48D8-992A-4E9EBD792DF7}" type="datetime'''''''''''5''''''''''%'''''''">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20%</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0" name="Text Placeholder 2">
            <a:extLst>
              <a:ext uri="{FF2B5EF4-FFF2-40B4-BE49-F238E27FC236}">
                <a16:creationId xmlns:a16="http://schemas.microsoft.com/office/drawing/2014/main" id="{42550779-C8C0-C25D-CB15-0C6DE30EF7D1}"/>
              </a:ext>
            </a:extLst>
          </p:cNvPr>
          <p:cNvSpPr>
            <a:spLocks/>
          </p:cNvSpPr>
          <p:nvPr>
            <p:custDataLst>
              <p:tags r:id="rId33"/>
            </p:custDataLst>
          </p:nvPr>
        </p:nvSpPr>
        <p:spPr bwMode="gray">
          <a:xfrm>
            <a:off x="2701925" y="3287363"/>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CEECF29F-A778-4071-B323-5D119BB7583C}" type="datetime'''''''''''8''''''2''''''''''%'''''''''''''''''''''''''''''''''">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90%</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1" name="Text Placeholder 2">
            <a:extLst>
              <a:ext uri="{FF2B5EF4-FFF2-40B4-BE49-F238E27FC236}">
                <a16:creationId xmlns:a16="http://schemas.microsoft.com/office/drawing/2014/main" id="{F0A52F25-6641-0D91-33BA-334A030303BA}"/>
              </a:ext>
            </a:extLst>
          </p:cNvPr>
          <p:cNvSpPr>
            <a:spLocks/>
          </p:cNvSpPr>
          <p:nvPr>
            <p:custDataLst>
              <p:tags r:id="rId34"/>
            </p:custDataLst>
          </p:nvPr>
        </p:nvSpPr>
        <p:spPr bwMode="gray">
          <a:xfrm>
            <a:off x="2740819" y="2979936"/>
            <a:ext cx="242888" cy="150813"/>
          </a:xfrm>
          <a:prstGeom prst="rect">
            <a:avLst/>
          </a:prstGeom>
          <a:noFill/>
          <a:ln>
            <a:noFill/>
          </a:ln>
          <a:effectLst/>
          <a:extLst>
            <a:ext uri="{909E8E84-426E-40DD-AFC4-6F175D3DCCD1}">
              <a14:hiddenFill xmlns:a14="http://schemas.microsoft.com/office/drawing/2010/main">
                <a:solidFill>
                  <a:srgbClr val="4C6C9C"/>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882CCAC9-61D9-45F9-B3F7-F7E7ED40A2F3}" type="datetime'''''0''''''''''''''%'''''''''''">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86" name="TextBox 185">
            <a:extLst>
              <a:ext uri="{FF2B5EF4-FFF2-40B4-BE49-F238E27FC236}">
                <a16:creationId xmlns:a16="http://schemas.microsoft.com/office/drawing/2014/main" id="{AF5009CA-CA02-6AD0-215D-A6C4E2D3226E}"/>
              </a:ext>
            </a:extLst>
          </p:cNvPr>
          <p:cNvSpPr txBox="1"/>
          <p:nvPr/>
        </p:nvSpPr>
        <p:spPr>
          <a:xfrm>
            <a:off x="126710" y="1175775"/>
            <a:ext cx="3855697" cy="60016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GB" sz="1400" b="1" i="0" u="none" strike="noStrike" kern="1200" cap="none" spc="0" normalizeH="0" baseline="0" noProof="0">
                <a:ln>
                  <a:noFill/>
                </a:ln>
                <a:solidFill>
                  <a:srgbClr val="262626"/>
                </a:solidFill>
                <a:effectLst/>
                <a:uLnTx/>
                <a:uFillTx/>
                <a:latin typeface="Arial" panose="020B0604020202020204"/>
                <a:ea typeface="+mn-ea"/>
                <a:cs typeface="+mn-cs"/>
              </a:rPr>
              <a:t>Indicative GC Spend on GP Programs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1" u="none" strike="noStrike" kern="1200" cap="none" spc="0" normalizeH="0" baseline="0" noProof="0">
                <a:ln>
                  <a:noFill/>
                </a:ln>
                <a:solidFill>
                  <a:srgbClr val="262626"/>
                </a:solidFill>
                <a:effectLst/>
                <a:uLnTx/>
                <a:uFillTx/>
                <a:latin typeface="Arial" panose="020B0604020202020204"/>
                <a:ea typeface="+mn-ea"/>
                <a:cs typeface="+mn-cs"/>
              </a:rPr>
              <a:t>$m, 2026A – 2030F</a:t>
            </a:r>
          </a:p>
        </p:txBody>
      </p:sp>
      <p:sp>
        <p:nvSpPr>
          <p:cNvPr id="9" name="TextBox 8">
            <a:extLst>
              <a:ext uri="{FF2B5EF4-FFF2-40B4-BE49-F238E27FC236}">
                <a16:creationId xmlns:a16="http://schemas.microsoft.com/office/drawing/2014/main" id="{093E559E-06F6-5E25-72F6-38AF3F0D559D}"/>
              </a:ext>
            </a:extLst>
          </p:cNvPr>
          <p:cNvSpPr txBox="1"/>
          <p:nvPr/>
        </p:nvSpPr>
        <p:spPr>
          <a:xfrm>
            <a:off x="191336" y="6471445"/>
            <a:ext cx="750936" cy="386556"/>
          </a:xfrm>
          <a:prstGeom prst="rect">
            <a:avLst/>
          </a:prstGeom>
        </p:spPr>
        <p:txBody>
          <a:bodyPr vert="horz" lIns="0" tIns="0" rIns="0" bIns="0" rtlCol="0" anchor="ctr"/>
          <a:lstStyle>
            <a:defPPr>
              <a:defRPr lang="en-US"/>
            </a:defPPr>
            <a:lvl1pPr>
              <a:defRPr sz="800" b="0" i="0">
                <a:solidFill>
                  <a:srgbClr val="E8542C"/>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DFCF27A5-1A5B-48D3-A060-2758FFBB1ADD}" type="slidenum">
              <a:rPr kumimoji="0" lang="en-US" sz="800" b="0" i="0" u="none" strike="noStrike" kern="0" cap="none" spc="0" normalizeH="0" baseline="0" noProof="0" smtClean="0">
                <a:ln>
                  <a:noFill/>
                </a:ln>
                <a:solidFill>
                  <a:srgbClr val="E8542C"/>
                </a:solidFill>
                <a:effectLst/>
                <a:uLnTx/>
                <a:uFillTx/>
                <a:latin typeface="Arial" panose="020B0604020202020204"/>
                <a:ea typeface="+mn-ea"/>
                <a:cs typeface="+mn-cs"/>
                <a:sym typeface="Trebuchet MS" panose="020B060302020202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0" cap="none" spc="0" normalizeH="0" baseline="0" noProof="0">
              <a:ln>
                <a:noFill/>
              </a:ln>
              <a:solidFill>
                <a:srgbClr val="E8542C"/>
              </a:solidFill>
              <a:effectLst/>
              <a:uLnTx/>
              <a:uFillTx/>
              <a:latin typeface="Arial" panose="020B0604020202020204"/>
              <a:ea typeface="+mn-ea"/>
              <a:cs typeface="+mn-cs"/>
              <a:sym typeface="Trebuchet MS" panose="020B0603020202020204" pitchFamily="34" charset="0"/>
            </a:endParaRPr>
          </a:p>
        </p:txBody>
      </p:sp>
      <p:sp>
        <p:nvSpPr>
          <p:cNvPr id="149" name="Rectangle 148">
            <a:extLst>
              <a:ext uri="{FF2B5EF4-FFF2-40B4-BE49-F238E27FC236}">
                <a16:creationId xmlns:a16="http://schemas.microsoft.com/office/drawing/2014/main" id="{CE0265F8-860C-6175-8070-1E4CD624B25F}"/>
              </a:ext>
            </a:extLst>
          </p:cNvPr>
          <p:cNvSpPr/>
          <p:nvPr>
            <p:custDataLst>
              <p:tags r:id="rId35"/>
            </p:custDataLst>
          </p:nvPr>
        </p:nvSpPr>
        <p:spPr bwMode="auto">
          <a:xfrm>
            <a:off x="192088" y="2279650"/>
            <a:ext cx="196850" cy="147638"/>
          </a:xfrm>
          <a:prstGeom prst="rect">
            <a:avLst/>
          </a:prstGeom>
          <a:solidFill>
            <a:schemeClr val="accent1"/>
          </a:solidFill>
          <a:ln w="9525" cmpd="sng" algn="ctr">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0" name="Rectangle 149">
            <a:extLst>
              <a:ext uri="{FF2B5EF4-FFF2-40B4-BE49-F238E27FC236}">
                <a16:creationId xmlns:a16="http://schemas.microsoft.com/office/drawing/2014/main" id="{054EA50A-0877-588B-0674-5A2EE030D517}"/>
              </a:ext>
            </a:extLst>
          </p:cNvPr>
          <p:cNvSpPr/>
          <p:nvPr>
            <p:custDataLst>
              <p:tags r:id="rId36"/>
            </p:custDataLst>
          </p:nvPr>
        </p:nvSpPr>
        <p:spPr bwMode="auto">
          <a:xfrm>
            <a:off x="192088" y="2498725"/>
            <a:ext cx="196850" cy="147638"/>
          </a:xfrm>
          <a:prstGeom prst="rect">
            <a:avLst/>
          </a:prstGeom>
          <a:solidFill>
            <a:schemeClr val="accent5"/>
          </a:solidFill>
          <a:ln w="9525" cmpd="sng" algn="ctr">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13" name="Rectangle 212">
            <a:extLst>
              <a:ext uri="{FF2B5EF4-FFF2-40B4-BE49-F238E27FC236}">
                <a16:creationId xmlns:a16="http://schemas.microsoft.com/office/drawing/2014/main" id="{6010D818-A1C7-5EE1-0C44-1F08FD805770}"/>
              </a:ext>
            </a:extLst>
          </p:cNvPr>
          <p:cNvSpPr/>
          <p:nvPr>
            <p:custDataLst>
              <p:tags r:id="rId37"/>
            </p:custDataLst>
          </p:nvPr>
        </p:nvSpPr>
        <p:spPr bwMode="auto">
          <a:xfrm>
            <a:off x="192088" y="2717800"/>
            <a:ext cx="196850" cy="147638"/>
          </a:xfrm>
          <a:prstGeom prst="rect">
            <a:avLst/>
          </a:prstGeom>
          <a:solidFill>
            <a:schemeClr val="accent3"/>
          </a:solidFill>
          <a:ln w="9525" cmpd="sng" algn="ctr">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5" name="Text Placeholder 2">
            <a:extLst>
              <a:ext uri="{FF2B5EF4-FFF2-40B4-BE49-F238E27FC236}">
                <a16:creationId xmlns:a16="http://schemas.microsoft.com/office/drawing/2014/main" id="{2E61FD20-C3F6-478E-4CAF-2CD85FF189C5}"/>
              </a:ext>
            </a:extLst>
          </p:cNvPr>
          <p:cNvSpPr>
            <a:spLocks/>
          </p:cNvSpPr>
          <p:nvPr>
            <p:custDataLst>
              <p:tags r:id="rId38"/>
            </p:custDataLst>
          </p:nvPr>
        </p:nvSpPr>
        <p:spPr bwMode="auto">
          <a:xfrm>
            <a:off x="439738" y="2274888"/>
            <a:ext cx="887413"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12AB11F9-A2EE-4661-86BC-91BE5996C921}" type="datetime'''''''H''igh''-S''''''cen''''''''''''a''r''i''''o'''''''''''">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High-Scenario</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6" name="Text Placeholder 2">
            <a:extLst>
              <a:ext uri="{FF2B5EF4-FFF2-40B4-BE49-F238E27FC236}">
                <a16:creationId xmlns:a16="http://schemas.microsoft.com/office/drawing/2014/main" id="{4CCE16C9-6265-8B9E-5887-C980973830D4}"/>
              </a:ext>
            </a:extLst>
          </p:cNvPr>
          <p:cNvSpPr>
            <a:spLocks/>
          </p:cNvSpPr>
          <p:nvPr>
            <p:custDataLst>
              <p:tags r:id="rId39"/>
            </p:custDataLst>
          </p:nvPr>
        </p:nvSpPr>
        <p:spPr bwMode="auto">
          <a:xfrm>
            <a:off x="439738" y="2493963"/>
            <a:ext cx="762000"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8A450EA0-BE28-4ABF-8CC1-426D0E299484}" type="datetime'''''''N''ew B''''''''''''''u''d''''''''''g''e''''t'''''">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New Budget</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8" name="Text Placeholder 2">
            <a:extLst>
              <a:ext uri="{FF2B5EF4-FFF2-40B4-BE49-F238E27FC236}">
                <a16:creationId xmlns:a16="http://schemas.microsoft.com/office/drawing/2014/main" id="{CF4E97AB-ADBF-F226-9242-D668F195BA54}"/>
              </a:ext>
            </a:extLst>
          </p:cNvPr>
          <p:cNvSpPr>
            <a:spLocks/>
          </p:cNvSpPr>
          <p:nvPr>
            <p:custDataLst>
              <p:tags r:id="rId40"/>
            </p:custDataLst>
          </p:nvPr>
        </p:nvSpPr>
        <p:spPr bwMode="auto">
          <a:xfrm>
            <a:off x="439738" y="2713038"/>
            <a:ext cx="1038225"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8A822CD9-00A8-4750-96C9-1B0EBB6D4A29}" type="datetime'3''%'''' ''Ste''''''a''''''''''''''''dy'''''' S''''''tat''e'">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3% Steady State</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267" name="Table 266">
            <a:extLst>
              <a:ext uri="{FF2B5EF4-FFF2-40B4-BE49-F238E27FC236}">
                <a16:creationId xmlns:a16="http://schemas.microsoft.com/office/drawing/2014/main" id="{43D1AA02-9676-CFA3-202E-C51E4B7E11B4}"/>
              </a:ext>
            </a:extLst>
          </p:cNvPr>
          <p:cNvGraphicFramePr>
            <a:graphicFrameLocks noGrp="1"/>
          </p:cNvGraphicFramePr>
          <p:nvPr/>
        </p:nvGraphicFramePr>
        <p:xfrm>
          <a:off x="171450" y="3846513"/>
          <a:ext cx="5230416" cy="777240"/>
        </p:xfrm>
        <a:graphic>
          <a:graphicData uri="http://schemas.openxmlformats.org/drawingml/2006/table">
            <a:tbl>
              <a:tblPr firstRow="1" bandRow="1">
                <a:tableStyleId>{5C22544A-7EE6-4342-B048-85BDC9FD1C3A}</a:tableStyleId>
              </a:tblPr>
              <a:tblGrid>
                <a:gridCol w="1553983">
                  <a:extLst>
                    <a:ext uri="{9D8B030D-6E8A-4147-A177-3AD203B41FA5}">
                      <a16:colId xmlns:a16="http://schemas.microsoft.com/office/drawing/2014/main" val="262143033"/>
                    </a:ext>
                  </a:extLst>
                </a:gridCol>
                <a:gridCol w="723944">
                  <a:extLst>
                    <a:ext uri="{9D8B030D-6E8A-4147-A177-3AD203B41FA5}">
                      <a16:colId xmlns:a16="http://schemas.microsoft.com/office/drawing/2014/main" val="1721870662"/>
                    </a:ext>
                  </a:extLst>
                </a:gridCol>
                <a:gridCol w="800550">
                  <a:extLst>
                    <a:ext uri="{9D8B030D-6E8A-4147-A177-3AD203B41FA5}">
                      <a16:colId xmlns:a16="http://schemas.microsoft.com/office/drawing/2014/main" val="1601874909"/>
                    </a:ext>
                  </a:extLst>
                </a:gridCol>
                <a:gridCol w="717313">
                  <a:extLst>
                    <a:ext uri="{9D8B030D-6E8A-4147-A177-3AD203B41FA5}">
                      <a16:colId xmlns:a16="http://schemas.microsoft.com/office/drawing/2014/main" val="1029108326"/>
                    </a:ext>
                  </a:extLst>
                </a:gridCol>
                <a:gridCol w="717313">
                  <a:extLst>
                    <a:ext uri="{9D8B030D-6E8A-4147-A177-3AD203B41FA5}">
                      <a16:colId xmlns:a16="http://schemas.microsoft.com/office/drawing/2014/main" val="346975862"/>
                    </a:ext>
                  </a:extLst>
                </a:gridCol>
                <a:gridCol w="717313">
                  <a:extLst>
                    <a:ext uri="{9D8B030D-6E8A-4147-A177-3AD203B41FA5}">
                      <a16:colId xmlns:a16="http://schemas.microsoft.com/office/drawing/2014/main" val="2538839697"/>
                    </a:ext>
                  </a:extLst>
                </a:gridCol>
              </a:tblGrid>
              <a:tr h="212328">
                <a:tc>
                  <a:txBody>
                    <a:bodyPr/>
                    <a:lstStyle/>
                    <a:p>
                      <a:r>
                        <a:rPr lang="en-GB" sz="1100" b="0" i="1">
                          <a:solidFill>
                            <a:schemeClr val="tx1"/>
                          </a:solidFill>
                        </a:rPr>
                        <a:t>Est. % CRF collected</a:t>
                      </a:r>
                    </a:p>
                  </a:txBody>
                  <a:tcPr>
                    <a:solidFill>
                      <a:schemeClr val="bg1">
                        <a:lumMod val="95000"/>
                      </a:schemeClr>
                    </a:solidFill>
                  </a:tcPr>
                </a:tc>
                <a:tc gridSpan="5">
                  <a:txBody>
                    <a:bodyPr/>
                    <a:lstStyle/>
                    <a:p>
                      <a:pPr algn="ctr"/>
                      <a:r>
                        <a:rPr lang="en-GB" sz="1100" i="1">
                          <a:solidFill>
                            <a:schemeClr val="tx1"/>
                          </a:solidFill>
                        </a:rPr>
                        <a:t>2.1–2.5%</a:t>
                      </a: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extLst>
                  <a:ext uri="{0D108BD9-81ED-4DB2-BD59-A6C34878D82A}">
                    <a16:rowId xmlns:a16="http://schemas.microsoft.com/office/drawing/2014/main" val="895979644"/>
                  </a:ext>
                </a:extLst>
              </a:tr>
              <a:tr h="212328">
                <a:tc>
                  <a:txBody>
                    <a:bodyPr/>
                    <a:lstStyle/>
                    <a:p>
                      <a:r>
                        <a:rPr lang="en-GB" sz="1100">
                          <a:solidFill>
                            <a:schemeClr val="tx1"/>
                          </a:solidFill>
                        </a:rPr>
                        <a:t>High Scenario</a:t>
                      </a:r>
                    </a:p>
                  </a:txBody>
                  <a:tcPr>
                    <a:solidFill>
                      <a:schemeClr val="bg1">
                        <a:lumMod val="95000"/>
                      </a:schemeClr>
                    </a:solidFill>
                  </a:tcPr>
                </a:tc>
                <a:tc>
                  <a:txBody>
                    <a:bodyPr/>
                    <a:lstStyle/>
                    <a:p>
                      <a:pPr algn="ctr" rtl="0" fontAlgn="ctr">
                        <a:buNone/>
                      </a:pPr>
                      <a:r>
                        <a:rPr lang="en-GB" sz="1400" b="0" i="0" u="none" strike="noStrike">
                          <a:solidFill>
                            <a:srgbClr val="000000"/>
                          </a:solidFill>
                          <a:effectLst/>
                          <a:latin typeface="Arial" panose="020B0604020202020204" pitchFamily="34" charset="0"/>
                        </a:rPr>
                        <a:t>2.0</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2.4</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3.1</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4.2</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6.0</a:t>
                      </a:r>
                    </a:p>
                  </a:txBody>
                  <a:tcPr marL="0" marR="0" marT="0" marB="0" anchor="ctr">
                    <a:solidFill>
                      <a:schemeClr val="bg1">
                        <a:lumMod val="95000"/>
                      </a:schemeClr>
                    </a:solidFill>
                  </a:tcPr>
                </a:tc>
                <a:extLst>
                  <a:ext uri="{0D108BD9-81ED-4DB2-BD59-A6C34878D82A}">
                    <a16:rowId xmlns:a16="http://schemas.microsoft.com/office/drawing/2014/main" val="830397639"/>
                  </a:ext>
                </a:extLst>
              </a:tr>
              <a:tr h="212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Budget Commitment</a:t>
                      </a:r>
                    </a:p>
                  </a:txBody>
                  <a:tcP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2.0</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2.2</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2.4</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2.6</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2.9</a:t>
                      </a:r>
                    </a:p>
                  </a:txBody>
                  <a:tcPr marL="0" marR="0" marT="0" marB="0" anchor="ctr">
                    <a:solidFill>
                      <a:schemeClr val="bg1">
                        <a:lumMod val="95000"/>
                      </a:schemeClr>
                    </a:solidFill>
                  </a:tcPr>
                </a:tc>
                <a:extLst>
                  <a:ext uri="{0D108BD9-81ED-4DB2-BD59-A6C34878D82A}">
                    <a16:rowId xmlns:a16="http://schemas.microsoft.com/office/drawing/2014/main" val="2128844127"/>
                  </a:ext>
                </a:extLst>
              </a:tr>
            </a:tbl>
          </a:graphicData>
        </a:graphic>
      </p:graphicFrame>
      <p:cxnSp>
        <p:nvCxnSpPr>
          <p:cNvPr id="269" name="Straight Arrow Connector 268">
            <a:extLst>
              <a:ext uri="{FF2B5EF4-FFF2-40B4-BE49-F238E27FC236}">
                <a16:creationId xmlns:a16="http://schemas.microsoft.com/office/drawing/2014/main" id="{99FE2567-BD4E-C331-BE99-C51603C0CAAA}"/>
              </a:ext>
            </a:extLst>
          </p:cNvPr>
          <p:cNvCxnSpPr>
            <a:cxnSpLocks/>
          </p:cNvCxnSpPr>
          <p:nvPr/>
        </p:nvCxnSpPr>
        <p:spPr>
          <a:xfrm flipH="1">
            <a:off x="1965060" y="3970338"/>
            <a:ext cx="1327679" cy="0"/>
          </a:xfrm>
          <a:prstGeom prst="straightConnector1">
            <a:avLst/>
          </a:prstGeom>
          <a:ln w="952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70" name="Straight Arrow Connector 269">
            <a:extLst>
              <a:ext uri="{FF2B5EF4-FFF2-40B4-BE49-F238E27FC236}">
                <a16:creationId xmlns:a16="http://schemas.microsoft.com/office/drawing/2014/main" id="{A39D4D8D-1DEE-4103-9CF0-EB6C76A2FD32}"/>
              </a:ext>
            </a:extLst>
          </p:cNvPr>
          <p:cNvCxnSpPr>
            <a:cxnSpLocks/>
          </p:cNvCxnSpPr>
          <p:nvPr/>
        </p:nvCxnSpPr>
        <p:spPr>
          <a:xfrm flipH="1">
            <a:off x="3982407" y="3968750"/>
            <a:ext cx="1294392" cy="0"/>
          </a:xfrm>
          <a:prstGeom prst="straightConnector1">
            <a:avLst/>
          </a:prstGeom>
          <a:ln w="9525">
            <a:solidFill>
              <a:schemeClr val="bg1">
                <a:lumMod val="50000"/>
              </a:schemeClr>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B0EFCCD8-8821-C4DB-E5B9-BD26E6A9B2AE}"/>
              </a:ext>
            </a:extLst>
          </p:cNvPr>
          <p:cNvSpPr/>
          <p:nvPr/>
        </p:nvSpPr>
        <p:spPr>
          <a:xfrm>
            <a:off x="189781" y="3605213"/>
            <a:ext cx="1089128" cy="1920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CRF Collected</a:t>
            </a:r>
          </a:p>
        </p:txBody>
      </p:sp>
      <p:graphicFrame>
        <p:nvGraphicFramePr>
          <p:cNvPr id="209" name="Table 208">
            <a:extLst>
              <a:ext uri="{FF2B5EF4-FFF2-40B4-BE49-F238E27FC236}">
                <a16:creationId xmlns:a16="http://schemas.microsoft.com/office/drawing/2014/main" id="{B4613E75-6D8D-8C31-ED70-06CD63C94F32}"/>
              </a:ext>
            </a:extLst>
          </p:cNvPr>
          <p:cNvGraphicFramePr>
            <a:graphicFrameLocks noGrp="1"/>
          </p:cNvGraphicFramePr>
          <p:nvPr/>
        </p:nvGraphicFramePr>
        <p:xfrm>
          <a:off x="171450" y="4975226"/>
          <a:ext cx="5230415" cy="518160"/>
        </p:xfrm>
        <a:graphic>
          <a:graphicData uri="http://schemas.openxmlformats.org/drawingml/2006/table">
            <a:tbl>
              <a:tblPr firstRow="1" bandRow="1">
                <a:tableStyleId>{5C22544A-7EE6-4342-B048-85BDC9FD1C3A}</a:tableStyleId>
              </a:tblPr>
              <a:tblGrid>
                <a:gridCol w="1581150">
                  <a:extLst>
                    <a:ext uri="{9D8B030D-6E8A-4147-A177-3AD203B41FA5}">
                      <a16:colId xmlns:a16="http://schemas.microsoft.com/office/drawing/2014/main" val="262143033"/>
                    </a:ext>
                  </a:extLst>
                </a:gridCol>
                <a:gridCol w="729853">
                  <a:extLst>
                    <a:ext uri="{9D8B030D-6E8A-4147-A177-3AD203B41FA5}">
                      <a16:colId xmlns:a16="http://schemas.microsoft.com/office/drawing/2014/main" val="1721870662"/>
                    </a:ext>
                  </a:extLst>
                </a:gridCol>
                <a:gridCol w="729853">
                  <a:extLst>
                    <a:ext uri="{9D8B030D-6E8A-4147-A177-3AD203B41FA5}">
                      <a16:colId xmlns:a16="http://schemas.microsoft.com/office/drawing/2014/main" val="1601874909"/>
                    </a:ext>
                  </a:extLst>
                </a:gridCol>
                <a:gridCol w="729853">
                  <a:extLst>
                    <a:ext uri="{9D8B030D-6E8A-4147-A177-3AD203B41FA5}">
                      <a16:colId xmlns:a16="http://schemas.microsoft.com/office/drawing/2014/main" val="1029108326"/>
                    </a:ext>
                  </a:extLst>
                </a:gridCol>
                <a:gridCol w="729853">
                  <a:extLst>
                    <a:ext uri="{9D8B030D-6E8A-4147-A177-3AD203B41FA5}">
                      <a16:colId xmlns:a16="http://schemas.microsoft.com/office/drawing/2014/main" val="346975862"/>
                    </a:ext>
                  </a:extLst>
                </a:gridCol>
                <a:gridCol w="729853">
                  <a:extLst>
                    <a:ext uri="{9D8B030D-6E8A-4147-A177-3AD203B41FA5}">
                      <a16:colId xmlns:a16="http://schemas.microsoft.com/office/drawing/2014/main" val="2538839697"/>
                    </a:ext>
                  </a:extLst>
                </a:gridCol>
              </a:tblGrid>
              <a:tr h="212328">
                <a:tc>
                  <a:txBody>
                    <a:bodyPr/>
                    <a:lstStyle/>
                    <a:p>
                      <a:r>
                        <a:rPr lang="en-GB" sz="1100" b="0">
                          <a:solidFill>
                            <a:schemeClr val="tx1"/>
                          </a:solidFill>
                        </a:rPr>
                        <a:t>High Scenario</a:t>
                      </a:r>
                    </a:p>
                  </a:txBody>
                  <a:tcPr>
                    <a:solidFill>
                      <a:schemeClr val="bg1">
                        <a:lumMod val="95000"/>
                      </a:schemeClr>
                    </a:solidFill>
                  </a:tcPr>
                </a:tc>
                <a:tc>
                  <a:txBody>
                    <a:bodyPr/>
                    <a:lstStyle/>
                    <a:p>
                      <a:pPr algn="ctr" rtl="0" fontAlgn="ctr">
                        <a:buNone/>
                      </a:pPr>
                      <a:r>
                        <a:rPr lang="en-GB" sz="1400" b="0" i="0" u="none" strike="noStrike">
                          <a:solidFill>
                            <a:srgbClr val="000000"/>
                          </a:solidFill>
                          <a:effectLst/>
                          <a:latin typeface="Arial" panose="020B0604020202020204" pitchFamily="34" charset="0"/>
                        </a:rPr>
                        <a:t>TBC</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830397639"/>
                  </a:ext>
                </a:extLst>
              </a:tr>
              <a:tr h="212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Budget Commitment</a:t>
                      </a:r>
                    </a:p>
                  </a:txBody>
                  <a:tcP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TBC</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2128844127"/>
                  </a:ext>
                </a:extLst>
              </a:tr>
            </a:tbl>
          </a:graphicData>
        </a:graphic>
      </p:graphicFrame>
      <p:sp>
        <p:nvSpPr>
          <p:cNvPr id="211" name="Rectangle 210">
            <a:extLst>
              <a:ext uri="{FF2B5EF4-FFF2-40B4-BE49-F238E27FC236}">
                <a16:creationId xmlns:a16="http://schemas.microsoft.com/office/drawing/2014/main" id="{18160551-DC02-87A1-F55B-25B1C7F49824}"/>
              </a:ext>
            </a:extLst>
          </p:cNvPr>
          <p:cNvSpPr/>
          <p:nvPr/>
        </p:nvSpPr>
        <p:spPr>
          <a:xfrm>
            <a:off x="189781" y="4784621"/>
            <a:ext cx="1089128" cy="19208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Cost Base</a:t>
            </a:r>
          </a:p>
        </p:txBody>
      </p:sp>
      <p:graphicFrame>
        <p:nvGraphicFramePr>
          <p:cNvPr id="212" name="Table 211">
            <a:extLst>
              <a:ext uri="{FF2B5EF4-FFF2-40B4-BE49-F238E27FC236}">
                <a16:creationId xmlns:a16="http://schemas.microsoft.com/office/drawing/2014/main" id="{5932E841-061B-30FC-2326-7BE5AB3CC190}"/>
              </a:ext>
            </a:extLst>
          </p:cNvPr>
          <p:cNvGraphicFramePr>
            <a:graphicFrameLocks noGrp="1"/>
          </p:cNvGraphicFramePr>
          <p:nvPr/>
        </p:nvGraphicFramePr>
        <p:xfrm>
          <a:off x="171450" y="5961803"/>
          <a:ext cx="5230415" cy="518160"/>
        </p:xfrm>
        <a:graphic>
          <a:graphicData uri="http://schemas.openxmlformats.org/drawingml/2006/table">
            <a:tbl>
              <a:tblPr firstRow="1" bandRow="1">
                <a:tableStyleId>{5C22544A-7EE6-4342-B048-85BDC9FD1C3A}</a:tableStyleId>
              </a:tblPr>
              <a:tblGrid>
                <a:gridCol w="1581150">
                  <a:extLst>
                    <a:ext uri="{9D8B030D-6E8A-4147-A177-3AD203B41FA5}">
                      <a16:colId xmlns:a16="http://schemas.microsoft.com/office/drawing/2014/main" val="262143033"/>
                    </a:ext>
                  </a:extLst>
                </a:gridCol>
                <a:gridCol w="729853">
                  <a:extLst>
                    <a:ext uri="{9D8B030D-6E8A-4147-A177-3AD203B41FA5}">
                      <a16:colId xmlns:a16="http://schemas.microsoft.com/office/drawing/2014/main" val="1721870662"/>
                    </a:ext>
                  </a:extLst>
                </a:gridCol>
                <a:gridCol w="729853">
                  <a:extLst>
                    <a:ext uri="{9D8B030D-6E8A-4147-A177-3AD203B41FA5}">
                      <a16:colId xmlns:a16="http://schemas.microsoft.com/office/drawing/2014/main" val="1601874909"/>
                    </a:ext>
                  </a:extLst>
                </a:gridCol>
                <a:gridCol w="729853">
                  <a:extLst>
                    <a:ext uri="{9D8B030D-6E8A-4147-A177-3AD203B41FA5}">
                      <a16:colId xmlns:a16="http://schemas.microsoft.com/office/drawing/2014/main" val="1029108326"/>
                    </a:ext>
                  </a:extLst>
                </a:gridCol>
                <a:gridCol w="729853">
                  <a:extLst>
                    <a:ext uri="{9D8B030D-6E8A-4147-A177-3AD203B41FA5}">
                      <a16:colId xmlns:a16="http://schemas.microsoft.com/office/drawing/2014/main" val="346975862"/>
                    </a:ext>
                  </a:extLst>
                </a:gridCol>
                <a:gridCol w="729853">
                  <a:extLst>
                    <a:ext uri="{9D8B030D-6E8A-4147-A177-3AD203B41FA5}">
                      <a16:colId xmlns:a16="http://schemas.microsoft.com/office/drawing/2014/main" val="2538839697"/>
                    </a:ext>
                  </a:extLst>
                </a:gridCol>
              </a:tblGrid>
              <a:tr h="212328">
                <a:tc>
                  <a:txBody>
                    <a:bodyPr/>
                    <a:lstStyle/>
                    <a:p>
                      <a:r>
                        <a:rPr lang="en-GB" sz="1100" b="0">
                          <a:solidFill>
                            <a:schemeClr val="tx1"/>
                          </a:solidFill>
                        </a:rPr>
                        <a:t>High Scenario</a:t>
                      </a:r>
                    </a:p>
                  </a:txBody>
                  <a:tcPr>
                    <a:solidFill>
                      <a:schemeClr val="bg1">
                        <a:lumMod val="95000"/>
                      </a:schemeClr>
                    </a:solidFill>
                  </a:tcPr>
                </a:tc>
                <a:tc>
                  <a:txBody>
                    <a:bodyPr/>
                    <a:lstStyle/>
                    <a:p>
                      <a:pPr algn="ctr" rtl="0" fontAlgn="ctr">
                        <a:buNone/>
                      </a:pPr>
                      <a:r>
                        <a:rPr lang="en-GB" sz="1400" b="0" i="0" u="none" strike="noStrike">
                          <a:solidFill>
                            <a:srgbClr val="000000"/>
                          </a:solidFill>
                          <a:effectLst/>
                          <a:latin typeface="Arial" panose="020B0604020202020204" pitchFamily="34" charset="0"/>
                        </a:rPr>
                        <a:t>TBC</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830397639"/>
                  </a:ext>
                </a:extLst>
              </a:tr>
              <a:tr h="212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Budget Commitment</a:t>
                      </a:r>
                    </a:p>
                  </a:txBody>
                  <a:tcP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TBC</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2128844127"/>
                  </a:ext>
                </a:extLst>
              </a:tr>
            </a:tbl>
          </a:graphicData>
        </a:graphic>
      </p:graphicFrame>
      <p:sp>
        <p:nvSpPr>
          <p:cNvPr id="218" name="Rectangle 217">
            <a:extLst>
              <a:ext uri="{FF2B5EF4-FFF2-40B4-BE49-F238E27FC236}">
                <a16:creationId xmlns:a16="http://schemas.microsoft.com/office/drawing/2014/main" id="{67C52A24-2E1F-7BFE-F73A-D0A6905E42A7}"/>
              </a:ext>
            </a:extLst>
          </p:cNvPr>
          <p:cNvSpPr/>
          <p:nvPr/>
        </p:nvSpPr>
        <p:spPr>
          <a:xfrm>
            <a:off x="189781" y="5771198"/>
            <a:ext cx="1089128" cy="19208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Net Position</a:t>
            </a:r>
          </a:p>
        </p:txBody>
      </p:sp>
      <p:graphicFrame>
        <p:nvGraphicFramePr>
          <p:cNvPr id="229" name="Table 228">
            <a:extLst>
              <a:ext uri="{FF2B5EF4-FFF2-40B4-BE49-F238E27FC236}">
                <a16:creationId xmlns:a16="http://schemas.microsoft.com/office/drawing/2014/main" id="{7560741F-ACCF-678B-59C8-5EF5DC5AAD9F}"/>
              </a:ext>
            </a:extLst>
          </p:cNvPr>
          <p:cNvGraphicFramePr>
            <a:graphicFrameLocks noGrp="1"/>
          </p:cNvGraphicFramePr>
          <p:nvPr/>
        </p:nvGraphicFramePr>
        <p:xfrm>
          <a:off x="5818823" y="2093913"/>
          <a:ext cx="6068913" cy="2072640"/>
        </p:xfrm>
        <a:graphic>
          <a:graphicData uri="http://schemas.openxmlformats.org/drawingml/2006/table">
            <a:tbl>
              <a:tblPr firstRow="1" bandRow="1">
                <a:tableStyleId>{5C22544A-7EE6-4342-B048-85BDC9FD1C3A}</a:tableStyleId>
              </a:tblPr>
              <a:tblGrid>
                <a:gridCol w="1546859">
                  <a:extLst>
                    <a:ext uri="{9D8B030D-6E8A-4147-A177-3AD203B41FA5}">
                      <a16:colId xmlns:a16="http://schemas.microsoft.com/office/drawing/2014/main" val="262143033"/>
                    </a:ext>
                  </a:extLst>
                </a:gridCol>
                <a:gridCol w="429377">
                  <a:extLst>
                    <a:ext uri="{9D8B030D-6E8A-4147-A177-3AD203B41FA5}">
                      <a16:colId xmlns:a16="http://schemas.microsoft.com/office/drawing/2014/main" val="1721870662"/>
                    </a:ext>
                  </a:extLst>
                </a:gridCol>
                <a:gridCol w="474812">
                  <a:extLst>
                    <a:ext uri="{9D8B030D-6E8A-4147-A177-3AD203B41FA5}">
                      <a16:colId xmlns:a16="http://schemas.microsoft.com/office/drawing/2014/main" val="1601874909"/>
                    </a:ext>
                  </a:extLst>
                </a:gridCol>
                <a:gridCol w="425444">
                  <a:extLst>
                    <a:ext uri="{9D8B030D-6E8A-4147-A177-3AD203B41FA5}">
                      <a16:colId xmlns:a16="http://schemas.microsoft.com/office/drawing/2014/main" val="1029108326"/>
                    </a:ext>
                  </a:extLst>
                </a:gridCol>
                <a:gridCol w="425444">
                  <a:extLst>
                    <a:ext uri="{9D8B030D-6E8A-4147-A177-3AD203B41FA5}">
                      <a16:colId xmlns:a16="http://schemas.microsoft.com/office/drawing/2014/main" val="346975862"/>
                    </a:ext>
                  </a:extLst>
                </a:gridCol>
                <a:gridCol w="425444">
                  <a:extLst>
                    <a:ext uri="{9D8B030D-6E8A-4147-A177-3AD203B41FA5}">
                      <a16:colId xmlns:a16="http://schemas.microsoft.com/office/drawing/2014/main" val="2538839697"/>
                    </a:ext>
                  </a:extLst>
                </a:gridCol>
                <a:gridCol w="214313">
                  <a:extLst>
                    <a:ext uri="{9D8B030D-6E8A-4147-A177-3AD203B41FA5}">
                      <a16:colId xmlns:a16="http://schemas.microsoft.com/office/drawing/2014/main" val="278534971"/>
                    </a:ext>
                  </a:extLst>
                </a:gridCol>
                <a:gridCol w="425444">
                  <a:extLst>
                    <a:ext uri="{9D8B030D-6E8A-4147-A177-3AD203B41FA5}">
                      <a16:colId xmlns:a16="http://schemas.microsoft.com/office/drawing/2014/main" val="2104472613"/>
                    </a:ext>
                  </a:extLst>
                </a:gridCol>
                <a:gridCol w="425444">
                  <a:extLst>
                    <a:ext uri="{9D8B030D-6E8A-4147-A177-3AD203B41FA5}">
                      <a16:colId xmlns:a16="http://schemas.microsoft.com/office/drawing/2014/main" val="974560783"/>
                    </a:ext>
                  </a:extLst>
                </a:gridCol>
                <a:gridCol w="425444">
                  <a:extLst>
                    <a:ext uri="{9D8B030D-6E8A-4147-A177-3AD203B41FA5}">
                      <a16:colId xmlns:a16="http://schemas.microsoft.com/office/drawing/2014/main" val="932835530"/>
                    </a:ext>
                  </a:extLst>
                </a:gridCol>
                <a:gridCol w="425444">
                  <a:extLst>
                    <a:ext uri="{9D8B030D-6E8A-4147-A177-3AD203B41FA5}">
                      <a16:colId xmlns:a16="http://schemas.microsoft.com/office/drawing/2014/main" val="2821003846"/>
                    </a:ext>
                  </a:extLst>
                </a:gridCol>
                <a:gridCol w="425444">
                  <a:extLst>
                    <a:ext uri="{9D8B030D-6E8A-4147-A177-3AD203B41FA5}">
                      <a16:colId xmlns:a16="http://schemas.microsoft.com/office/drawing/2014/main" val="4017866570"/>
                    </a:ext>
                  </a:extLst>
                </a:gridCol>
              </a:tblGrid>
              <a:tr h="179799">
                <a:tc>
                  <a:txBody>
                    <a:bodyPr/>
                    <a:lstStyle/>
                    <a:p>
                      <a:r>
                        <a:rPr lang="en-GB" sz="1100">
                          <a:solidFill>
                            <a:schemeClr val="bg1"/>
                          </a:solidFill>
                        </a:rPr>
                        <a:t>CRF $M</a:t>
                      </a:r>
                    </a:p>
                  </a:txBody>
                  <a:tcPr>
                    <a:solidFill>
                      <a:schemeClr val="accent4"/>
                    </a:solid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chemeClr val="accent4"/>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chemeClr val="accent4"/>
                    </a:solidFill>
                  </a:tcPr>
                </a:tc>
                <a:extLst>
                  <a:ext uri="{0D108BD9-81ED-4DB2-BD59-A6C34878D82A}">
                    <a16:rowId xmlns:a16="http://schemas.microsoft.com/office/drawing/2014/main" val="830397639"/>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Existing (3% share)</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2.0</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2.1</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2.3</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2.0</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2.1</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2.3</a:t>
                      </a:r>
                    </a:p>
                  </a:txBody>
                  <a:tcPr marL="0" marR="0" marT="0" marB="0" anchor="ctr">
                    <a:solidFill>
                      <a:schemeClr val="bg1">
                        <a:lumMod val="95000"/>
                      </a:schemeClr>
                    </a:solidFill>
                  </a:tcPr>
                </a:tc>
                <a:extLst>
                  <a:ext uri="{0D108BD9-81ED-4DB2-BD59-A6C34878D82A}">
                    <a16:rowId xmlns:a16="http://schemas.microsoft.com/office/drawing/2014/main" val="2128844127"/>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Standard products</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0.1</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0.1</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0.3</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0.1</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0.1</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0.3</a:t>
                      </a:r>
                    </a:p>
                  </a:txBody>
                  <a:tcPr marL="0" marR="0" marT="0" marB="0" anchor="ctr">
                    <a:solidFill>
                      <a:schemeClr val="bg1">
                        <a:lumMod val="95000"/>
                      </a:schemeClr>
                    </a:solidFill>
                  </a:tcPr>
                </a:tc>
                <a:extLst>
                  <a:ext uri="{0D108BD9-81ED-4DB2-BD59-A6C34878D82A}">
                    <a16:rowId xmlns:a16="http://schemas.microsoft.com/office/drawing/2014/main" val="1259534407"/>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Other accelerate</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0.1</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0.3</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t>
                      </a: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0.1</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0.3</a:t>
                      </a:r>
                    </a:p>
                  </a:txBody>
                  <a:tcPr marL="0" marR="0" marT="0" marB="0" anchor="ctr">
                    <a:solidFill>
                      <a:schemeClr val="bg1">
                        <a:lumMod val="95000"/>
                      </a:schemeClr>
                    </a:solidFill>
                  </a:tcPr>
                </a:tc>
                <a:extLst>
                  <a:ext uri="{0D108BD9-81ED-4DB2-BD59-A6C34878D82A}">
                    <a16:rowId xmlns:a16="http://schemas.microsoft.com/office/drawing/2014/main" val="2017490822"/>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Step-change</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0.2</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0.7</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1.6</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3.1</a:t>
                      </a:r>
                    </a:p>
                  </a:txBody>
                  <a:tcPr marL="0" marR="0" marT="0" marB="0" anchor="ctr">
                    <a:solidFill>
                      <a:schemeClr val="bg1">
                        <a:lumMod val="95000"/>
                      </a:schemeClr>
                    </a:solidFill>
                  </a:tcPr>
                </a:tc>
                <a:extLst>
                  <a:ext uri="{0D108BD9-81ED-4DB2-BD59-A6C34878D82A}">
                    <a16:rowId xmlns:a16="http://schemas.microsoft.com/office/drawing/2014/main" val="2658700520"/>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Total</a:t>
                      </a:r>
                    </a:p>
                  </a:txBody>
                  <a:tcP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2.0</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2.2</a:t>
                      </a:r>
                    </a:p>
                  </a:txBody>
                  <a:tcPr marL="0" marR="0" marT="0" marB="0" anchor="ctr">
                    <a:solidFill>
                      <a:schemeClr val="accent1">
                        <a:lumMod val="40000"/>
                        <a:lumOff val="6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2.4</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2.6</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2.9</a:t>
                      </a: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1" i="0" u="none" strike="noStrike">
                          <a:solidFill>
                            <a:srgbClr val="000000"/>
                          </a:solidFill>
                          <a:effectLst/>
                          <a:latin typeface="Aptos Narrow" panose="020B0004020202020204" pitchFamily="34" charset="0"/>
                        </a:rPr>
                        <a:t>2.0</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2.4</a:t>
                      </a:r>
                    </a:p>
                  </a:txBody>
                  <a:tcPr marL="0" marR="0" marT="0" marB="0" anchor="ctr">
                    <a:solidFill>
                      <a:schemeClr val="accent1">
                        <a:lumMod val="40000"/>
                        <a:lumOff val="6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3.1</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4.2</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6.0</a:t>
                      </a:r>
                    </a:p>
                  </a:txBody>
                  <a:tcPr marL="0" marR="0" marT="0" marB="0" anchor="ctr">
                    <a:solidFill>
                      <a:schemeClr val="tx2">
                        <a:lumMod val="20000"/>
                        <a:lumOff val="80000"/>
                      </a:schemeClr>
                    </a:solidFill>
                  </a:tcPr>
                </a:tc>
                <a:extLst>
                  <a:ext uri="{0D108BD9-81ED-4DB2-BD59-A6C34878D82A}">
                    <a16:rowId xmlns:a16="http://schemas.microsoft.com/office/drawing/2014/main" val="2287648924"/>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3% Baseline</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2.0</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2.1</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2.3</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2.0</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2.1</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2.3</a:t>
                      </a:r>
                    </a:p>
                  </a:txBody>
                  <a:tcPr marL="0" marR="0" marT="0" marB="0" anchor="ctr">
                    <a:solidFill>
                      <a:schemeClr val="bg1">
                        <a:lumMod val="95000"/>
                      </a:schemeClr>
                    </a:solidFill>
                  </a:tcPr>
                </a:tc>
                <a:extLst>
                  <a:ext uri="{0D108BD9-81ED-4DB2-BD59-A6C34878D82A}">
                    <a16:rowId xmlns:a16="http://schemas.microsoft.com/office/drawing/2014/main" val="1156686138"/>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a:ln>
                            <a:noFill/>
                          </a:ln>
                          <a:solidFill>
                            <a:srgbClr val="000000"/>
                          </a:solidFill>
                          <a:effectLst/>
                          <a:uLnTx/>
                          <a:uFillTx/>
                          <a:latin typeface="Arial" panose="020B0604020202020204"/>
                          <a:ea typeface="+mn-ea"/>
                          <a:cs typeface="+mn-cs"/>
                        </a:rPr>
                        <a:t>Incremental CRF</a:t>
                      </a:r>
                    </a:p>
                  </a:txBody>
                  <a:tcP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a:t>
                      </a:r>
                    </a:p>
                  </a:txBody>
                  <a:tcPr marL="0" marR="0" marT="0" marB="0" anchor="ctr">
                    <a:solidFill>
                      <a:srgbClr val="F2F2F2"/>
                    </a:solidFill>
                  </a:tcPr>
                </a:tc>
                <a:tc>
                  <a:txBody>
                    <a:bodyPr/>
                    <a:lstStyle/>
                    <a:p>
                      <a:pPr algn="ctr" fontAlgn="b">
                        <a:buNone/>
                      </a:pPr>
                      <a:r>
                        <a:rPr lang="en-GB" sz="1100" b="1" i="1" u="none" strike="noStrike">
                          <a:solidFill>
                            <a:srgbClr val="000000"/>
                          </a:solidFill>
                          <a:effectLst/>
                          <a:latin typeface="Aptos Narrow" panose="020B0004020202020204" pitchFamily="34" charset="0"/>
                        </a:rPr>
                        <a:t>0.1</a:t>
                      </a:r>
                    </a:p>
                  </a:txBody>
                  <a:tcPr marL="0" marR="0" marT="0" marB="0" anchor="ctr">
                    <a:solidFill>
                      <a:srgbClr val="FADDD5"/>
                    </a:solidFill>
                  </a:tcPr>
                </a:tc>
                <a:tc>
                  <a:txBody>
                    <a:bodyPr/>
                    <a:lstStyle/>
                    <a:p>
                      <a:pPr algn="ctr" fontAlgn="b">
                        <a:buNone/>
                      </a:pPr>
                      <a:r>
                        <a:rPr lang="en-GB" sz="1100" b="1" i="1" u="none" strike="noStrike">
                          <a:solidFill>
                            <a:srgbClr val="000000"/>
                          </a:solidFill>
                          <a:effectLst/>
                          <a:latin typeface="Aptos Narrow" panose="020B0004020202020204" pitchFamily="34" charset="0"/>
                        </a:rPr>
                        <a:t>0.2</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0.4</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0.6</a:t>
                      </a: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1" i="1"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0.3</a:t>
                      </a:r>
                    </a:p>
                  </a:txBody>
                  <a:tcPr marL="0" marR="0" marT="0" marB="0" anchor="ctr">
                    <a:solidFill>
                      <a:srgbClr val="FADDD5"/>
                    </a:solidFill>
                  </a:tcPr>
                </a:tc>
                <a:tc>
                  <a:txBody>
                    <a:bodyPr/>
                    <a:lstStyle/>
                    <a:p>
                      <a:pPr algn="ctr" fontAlgn="b">
                        <a:buNone/>
                      </a:pPr>
                      <a:r>
                        <a:rPr lang="en-GB" sz="1100" b="1" i="1" u="none" strike="noStrike">
                          <a:solidFill>
                            <a:srgbClr val="000000"/>
                          </a:solidFill>
                          <a:effectLst/>
                          <a:latin typeface="Aptos Narrow" panose="020B0004020202020204" pitchFamily="34" charset="0"/>
                        </a:rPr>
                        <a:t>0.9</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2.0</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3.7</a:t>
                      </a:r>
                    </a:p>
                  </a:txBody>
                  <a:tcPr marL="0" marR="0" marT="0" marB="0" anchor="ctr">
                    <a:solidFill>
                      <a:schemeClr val="bg1">
                        <a:lumMod val="95000"/>
                      </a:schemeClr>
                    </a:solidFill>
                  </a:tcPr>
                </a:tc>
                <a:extLst>
                  <a:ext uri="{0D108BD9-81ED-4DB2-BD59-A6C34878D82A}">
                    <a16:rowId xmlns:a16="http://schemas.microsoft.com/office/drawing/2014/main" val="3495859299"/>
                  </a:ext>
                </a:extLst>
              </a:tr>
            </a:tbl>
          </a:graphicData>
        </a:graphic>
      </p:graphicFrame>
      <p:sp>
        <p:nvSpPr>
          <p:cNvPr id="236" name="Rectangle 235">
            <a:extLst>
              <a:ext uri="{FF2B5EF4-FFF2-40B4-BE49-F238E27FC236}">
                <a16:creationId xmlns:a16="http://schemas.microsoft.com/office/drawing/2014/main" id="{FF610D51-F3D5-BDB4-5DC8-D678E076BD47}"/>
              </a:ext>
            </a:extLst>
          </p:cNvPr>
          <p:cNvSpPr/>
          <p:nvPr/>
        </p:nvSpPr>
        <p:spPr>
          <a:xfrm>
            <a:off x="7386007" y="1776413"/>
            <a:ext cx="2096659" cy="24923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Budget Scenario</a:t>
            </a:r>
          </a:p>
        </p:txBody>
      </p:sp>
      <p:sp>
        <p:nvSpPr>
          <p:cNvPr id="237" name="Rectangle 236">
            <a:extLst>
              <a:ext uri="{FF2B5EF4-FFF2-40B4-BE49-F238E27FC236}">
                <a16:creationId xmlns:a16="http://schemas.microsoft.com/office/drawing/2014/main" id="{AD7F3CBB-715F-01B5-3710-7FCBBD558AB9}"/>
              </a:ext>
            </a:extLst>
          </p:cNvPr>
          <p:cNvSpPr/>
          <p:nvPr/>
        </p:nvSpPr>
        <p:spPr>
          <a:xfrm>
            <a:off x="9791077" y="1776413"/>
            <a:ext cx="2096659" cy="24923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High Scenario</a:t>
            </a:r>
          </a:p>
        </p:txBody>
      </p:sp>
      <p:graphicFrame>
        <p:nvGraphicFramePr>
          <p:cNvPr id="239" name="Table 238">
            <a:extLst>
              <a:ext uri="{FF2B5EF4-FFF2-40B4-BE49-F238E27FC236}">
                <a16:creationId xmlns:a16="http://schemas.microsoft.com/office/drawing/2014/main" id="{1D7813D0-87DC-E82E-F006-14A83F56CE5E}"/>
              </a:ext>
            </a:extLst>
          </p:cNvPr>
          <p:cNvGraphicFramePr>
            <a:graphicFrameLocks noGrp="1"/>
          </p:cNvGraphicFramePr>
          <p:nvPr/>
        </p:nvGraphicFramePr>
        <p:xfrm>
          <a:off x="5818823" y="4407323"/>
          <a:ext cx="6068913" cy="2072640"/>
        </p:xfrm>
        <a:graphic>
          <a:graphicData uri="http://schemas.openxmlformats.org/drawingml/2006/table">
            <a:tbl>
              <a:tblPr firstRow="1" bandRow="1">
                <a:tableStyleId>{5C22544A-7EE6-4342-B048-85BDC9FD1C3A}</a:tableStyleId>
              </a:tblPr>
              <a:tblGrid>
                <a:gridCol w="1546859">
                  <a:extLst>
                    <a:ext uri="{9D8B030D-6E8A-4147-A177-3AD203B41FA5}">
                      <a16:colId xmlns:a16="http://schemas.microsoft.com/office/drawing/2014/main" val="262143033"/>
                    </a:ext>
                  </a:extLst>
                </a:gridCol>
                <a:gridCol w="429377">
                  <a:extLst>
                    <a:ext uri="{9D8B030D-6E8A-4147-A177-3AD203B41FA5}">
                      <a16:colId xmlns:a16="http://schemas.microsoft.com/office/drawing/2014/main" val="1721870662"/>
                    </a:ext>
                  </a:extLst>
                </a:gridCol>
                <a:gridCol w="474812">
                  <a:extLst>
                    <a:ext uri="{9D8B030D-6E8A-4147-A177-3AD203B41FA5}">
                      <a16:colId xmlns:a16="http://schemas.microsoft.com/office/drawing/2014/main" val="1601874909"/>
                    </a:ext>
                  </a:extLst>
                </a:gridCol>
                <a:gridCol w="425444">
                  <a:extLst>
                    <a:ext uri="{9D8B030D-6E8A-4147-A177-3AD203B41FA5}">
                      <a16:colId xmlns:a16="http://schemas.microsoft.com/office/drawing/2014/main" val="1029108326"/>
                    </a:ext>
                  </a:extLst>
                </a:gridCol>
                <a:gridCol w="425444">
                  <a:extLst>
                    <a:ext uri="{9D8B030D-6E8A-4147-A177-3AD203B41FA5}">
                      <a16:colId xmlns:a16="http://schemas.microsoft.com/office/drawing/2014/main" val="346975862"/>
                    </a:ext>
                  </a:extLst>
                </a:gridCol>
                <a:gridCol w="425444">
                  <a:extLst>
                    <a:ext uri="{9D8B030D-6E8A-4147-A177-3AD203B41FA5}">
                      <a16:colId xmlns:a16="http://schemas.microsoft.com/office/drawing/2014/main" val="2538839697"/>
                    </a:ext>
                  </a:extLst>
                </a:gridCol>
                <a:gridCol w="214313">
                  <a:extLst>
                    <a:ext uri="{9D8B030D-6E8A-4147-A177-3AD203B41FA5}">
                      <a16:colId xmlns:a16="http://schemas.microsoft.com/office/drawing/2014/main" val="278534971"/>
                    </a:ext>
                  </a:extLst>
                </a:gridCol>
                <a:gridCol w="425444">
                  <a:extLst>
                    <a:ext uri="{9D8B030D-6E8A-4147-A177-3AD203B41FA5}">
                      <a16:colId xmlns:a16="http://schemas.microsoft.com/office/drawing/2014/main" val="2104472613"/>
                    </a:ext>
                  </a:extLst>
                </a:gridCol>
                <a:gridCol w="425444">
                  <a:extLst>
                    <a:ext uri="{9D8B030D-6E8A-4147-A177-3AD203B41FA5}">
                      <a16:colId xmlns:a16="http://schemas.microsoft.com/office/drawing/2014/main" val="974560783"/>
                    </a:ext>
                  </a:extLst>
                </a:gridCol>
                <a:gridCol w="425444">
                  <a:extLst>
                    <a:ext uri="{9D8B030D-6E8A-4147-A177-3AD203B41FA5}">
                      <a16:colId xmlns:a16="http://schemas.microsoft.com/office/drawing/2014/main" val="932835530"/>
                    </a:ext>
                  </a:extLst>
                </a:gridCol>
                <a:gridCol w="425444">
                  <a:extLst>
                    <a:ext uri="{9D8B030D-6E8A-4147-A177-3AD203B41FA5}">
                      <a16:colId xmlns:a16="http://schemas.microsoft.com/office/drawing/2014/main" val="2821003846"/>
                    </a:ext>
                  </a:extLst>
                </a:gridCol>
                <a:gridCol w="425444">
                  <a:extLst>
                    <a:ext uri="{9D8B030D-6E8A-4147-A177-3AD203B41FA5}">
                      <a16:colId xmlns:a16="http://schemas.microsoft.com/office/drawing/2014/main" val="4017866570"/>
                    </a:ext>
                  </a:extLst>
                </a:gridCol>
              </a:tblGrid>
              <a:tr h="0">
                <a:tc>
                  <a:txBody>
                    <a:bodyPr/>
                    <a:lstStyle/>
                    <a:p>
                      <a:r>
                        <a:rPr lang="en-GB" sz="1100">
                          <a:solidFill>
                            <a:schemeClr val="bg1"/>
                          </a:solidFill>
                        </a:rPr>
                        <a:t>Cost Base $M</a:t>
                      </a:r>
                    </a:p>
                  </a:txBody>
                  <a:tcPr>
                    <a:solidFill>
                      <a:srgbClr val="1F4456"/>
                    </a:solid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rgbClr val="1F4456"/>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rgbClr val="1F4456"/>
                    </a:solidFill>
                  </a:tcPr>
                </a:tc>
                <a:extLst>
                  <a:ext uri="{0D108BD9-81ED-4DB2-BD59-A6C34878D82A}">
                    <a16:rowId xmlns:a16="http://schemas.microsoft.com/office/drawing/2014/main" val="83039763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Employees</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212884412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Pro-Services</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125953440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Travel + Conference</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t>
                      </a: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201749082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POM &amp; Util’s + Other</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2658700520"/>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Total</a:t>
                      </a:r>
                    </a:p>
                  </a:txBody>
                  <a:tcP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TBC</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accent1">
                        <a:lumMod val="40000"/>
                        <a:lumOff val="6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1" i="0" u="none" strike="noStrike">
                          <a:solidFill>
                            <a:srgbClr val="000000"/>
                          </a:solidFill>
                          <a:effectLst/>
                          <a:latin typeface="Aptos Narrow" panose="020B0004020202020204" pitchFamily="34" charset="0"/>
                        </a:rPr>
                        <a:t>TBC</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accent1">
                        <a:lumMod val="40000"/>
                        <a:lumOff val="6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extLst>
                  <a:ext uri="{0D108BD9-81ED-4DB2-BD59-A6C34878D82A}">
                    <a16:rowId xmlns:a16="http://schemas.microsoft.com/office/drawing/2014/main" val="228764892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Flat Baseline to ‘26</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115668613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a:ln>
                            <a:noFill/>
                          </a:ln>
                          <a:solidFill>
                            <a:srgbClr val="000000"/>
                          </a:solidFill>
                          <a:effectLst/>
                          <a:uLnTx/>
                          <a:uFillTx/>
                          <a:latin typeface="Arial" panose="020B0604020202020204"/>
                          <a:ea typeface="+mn-ea"/>
                          <a:cs typeface="+mn-cs"/>
                        </a:rPr>
                        <a:t>Var. to Baseline</a:t>
                      </a:r>
                    </a:p>
                  </a:txBody>
                  <a:tcP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3495859299"/>
                  </a:ext>
                </a:extLst>
              </a:tr>
            </a:tbl>
          </a:graphicData>
        </a:graphic>
      </p:graphicFrame>
      <p:cxnSp>
        <p:nvCxnSpPr>
          <p:cNvPr id="280" name="Straight Connector 279">
            <a:extLst>
              <a:ext uri="{FF2B5EF4-FFF2-40B4-BE49-F238E27FC236}">
                <a16:creationId xmlns:a16="http://schemas.microsoft.com/office/drawing/2014/main" id="{5DC39A9A-770A-16D2-9D85-1E82670BE1BE}"/>
              </a:ext>
            </a:extLst>
          </p:cNvPr>
          <p:cNvCxnSpPr/>
          <p:nvPr/>
        </p:nvCxnSpPr>
        <p:spPr>
          <a:xfrm>
            <a:off x="189781" y="4694873"/>
            <a:ext cx="528645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1" name="Straight Connector 280">
            <a:extLst>
              <a:ext uri="{FF2B5EF4-FFF2-40B4-BE49-F238E27FC236}">
                <a16:creationId xmlns:a16="http://schemas.microsoft.com/office/drawing/2014/main" id="{C2D2CB95-F760-8C12-8F1B-8CCCD932E983}"/>
              </a:ext>
            </a:extLst>
          </p:cNvPr>
          <p:cNvCxnSpPr/>
          <p:nvPr/>
        </p:nvCxnSpPr>
        <p:spPr>
          <a:xfrm>
            <a:off x="189781" y="5619433"/>
            <a:ext cx="528645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2" name="Straight Connector 281">
            <a:extLst>
              <a:ext uri="{FF2B5EF4-FFF2-40B4-BE49-F238E27FC236}">
                <a16:creationId xmlns:a16="http://schemas.microsoft.com/office/drawing/2014/main" id="{CF82DBFD-38B5-1AE7-DF71-5791C4FDBC18}"/>
              </a:ext>
            </a:extLst>
          </p:cNvPr>
          <p:cNvCxnSpPr>
            <a:cxnSpLocks/>
          </p:cNvCxnSpPr>
          <p:nvPr/>
        </p:nvCxnSpPr>
        <p:spPr>
          <a:xfrm>
            <a:off x="5740527" y="4268153"/>
            <a:ext cx="629907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3" name="Straight Connector 282">
            <a:extLst>
              <a:ext uri="{FF2B5EF4-FFF2-40B4-BE49-F238E27FC236}">
                <a16:creationId xmlns:a16="http://schemas.microsoft.com/office/drawing/2014/main" id="{C217342C-73A8-EEAF-5B23-4D3CD8A484CD}"/>
              </a:ext>
            </a:extLst>
          </p:cNvPr>
          <p:cNvCxnSpPr>
            <a:cxnSpLocks/>
          </p:cNvCxnSpPr>
          <p:nvPr/>
        </p:nvCxnSpPr>
        <p:spPr>
          <a:xfrm>
            <a:off x="5740527" y="6625273"/>
            <a:ext cx="621412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7" name="Straight Connector 286">
            <a:extLst>
              <a:ext uri="{FF2B5EF4-FFF2-40B4-BE49-F238E27FC236}">
                <a16:creationId xmlns:a16="http://schemas.microsoft.com/office/drawing/2014/main" id="{D2D06479-E7F1-97D6-4E58-2FE44B39FF4A}"/>
              </a:ext>
            </a:extLst>
          </p:cNvPr>
          <p:cNvCxnSpPr/>
          <p:nvPr/>
        </p:nvCxnSpPr>
        <p:spPr>
          <a:xfrm>
            <a:off x="5476240" y="5619433"/>
            <a:ext cx="264287" cy="100584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9" name="Straight Connector 288">
            <a:extLst>
              <a:ext uri="{FF2B5EF4-FFF2-40B4-BE49-F238E27FC236}">
                <a16:creationId xmlns:a16="http://schemas.microsoft.com/office/drawing/2014/main" id="{B7B8DA25-C731-745B-0AC8-F60721DB2F89}"/>
              </a:ext>
            </a:extLst>
          </p:cNvPr>
          <p:cNvCxnSpPr/>
          <p:nvPr/>
        </p:nvCxnSpPr>
        <p:spPr>
          <a:xfrm flipV="1">
            <a:off x="5476240" y="4268153"/>
            <a:ext cx="264287" cy="426720"/>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290" name="Table 289">
            <a:extLst>
              <a:ext uri="{FF2B5EF4-FFF2-40B4-BE49-F238E27FC236}">
                <a16:creationId xmlns:a16="http://schemas.microsoft.com/office/drawing/2014/main" id="{22FCB714-41BA-4B1C-94EB-64908F5D0D43}"/>
              </a:ext>
            </a:extLst>
          </p:cNvPr>
          <p:cNvGraphicFramePr>
            <a:graphicFrameLocks noGrp="1"/>
          </p:cNvGraphicFramePr>
          <p:nvPr/>
        </p:nvGraphicFramePr>
        <p:xfrm>
          <a:off x="1788160" y="1777526"/>
          <a:ext cx="3688080" cy="242411"/>
        </p:xfrm>
        <a:graphic>
          <a:graphicData uri="http://schemas.openxmlformats.org/drawingml/2006/table">
            <a:tbl>
              <a:tblPr firstRow="1" bandRow="1">
                <a:tableStyleId>{5C22544A-7EE6-4342-B048-85BDC9FD1C3A}</a:tableStyleId>
              </a:tblPr>
              <a:tblGrid>
                <a:gridCol w="726237">
                  <a:extLst>
                    <a:ext uri="{9D8B030D-6E8A-4147-A177-3AD203B41FA5}">
                      <a16:colId xmlns:a16="http://schemas.microsoft.com/office/drawing/2014/main" val="3830636141"/>
                    </a:ext>
                  </a:extLst>
                </a:gridCol>
                <a:gridCol w="803085">
                  <a:extLst>
                    <a:ext uri="{9D8B030D-6E8A-4147-A177-3AD203B41FA5}">
                      <a16:colId xmlns:a16="http://schemas.microsoft.com/office/drawing/2014/main" val="3683990458"/>
                    </a:ext>
                  </a:extLst>
                </a:gridCol>
                <a:gridCol w="719586">
                  <a:extLst>
                    <a:ext uri="{9D8B030D-6E8A-4147-A177-3AD203B41FA5}">
                      <a16:colId xmlns:a16="http://schemas.microsoft.com/office/drawing/2014/main" val="4284492435"/>
                    </a:ext>
                  </a:extLst>
                </a:gridCol>
                <a:gridCol w="719586">
                  <a:extLst>
                    <a:ext uri="{9D8B030D-6E8A-4147-A177-3AD203B41FA5}">
                      <a16:colId xmlns:a16="http://schemas.microsoft.com/office/drawing/2014/main" val="2811475244"/>
                    </a:ext>
                  </a:extLst>
                </a:gridCol>
                <a:gridCol w="719586">
                  <a:extLst>
                    <a:ext uri="{9D8B030D-6E8A-4147-A177-3AD203B41FA5}">
                      <a16:colId xmlns:a16="http://schemas.microsoft.com/office/drawing/2014/main" val="1032623306"/>
                    </a:ext>
                  </a:extLst>
                </a:gridCol>
              </a:tblGrid>
              <a:tr h="242411">
                <a:tc>
                  <a:txBody>
                    <a:bodyPr/>
                    <a:lstStyle/>
                    <a:p>
                      <a:pPr algn="ctr" rtl="0" fontAlgn="ctr">
                        <a:buNone/>
                      </a:pPr>
                      <a:r>
                        <a:rPr lang="en-GB" sz="1400" b="1" i="0" u="none" strike="noStrike">
                          <a:solidFill>
                            <a:schemeClr val="tx1"/>
                          </a:solidFill>
                          <a:effectLst/>
                          <a:latin typeface="Arial" panose="020B0604020202020204" pitchFamily="34" charset="0"/>
                        </a:rPr>
                        <a:t>26A</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27B  </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28F</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29F</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30F</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24323180"/>
                  </a:ext>
                </a:extLst>
              </a:tr>
            </a:tbl>
          </a:graphicData>
        </a:graphic>
      </p:graphicFrame>
      <p:sp>
        <p:nvSpPr>
          <p:cNvPr id="291" name="Rectangle 290">
            <a:extLst>
              <a:ext uri="{FF2B5EF4-FFF2-40B4-BE49-F238E27FC236}">
                <a16:creationId xmlns:a16="http://schemas.microsoft.com/office/drawing/2014/main" id="{824C70D8-BE3E-E893-29D3-427F298CA443}"/>
              </a:ext>
            </a:extLst>
          </p:cNvPr>
          <p:cNvSpPr/>
          <p:nvPr/>
        </p:nvSpPr>
        <p:spPr>
          <a:xfrm>
            <a:off x="9051533" y="-157132"/>
            <a:ext cx="3246633" cy="38985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27+ Budget impact &amp; Commitment</a:t>
            </a:r>
          </a:p>
        </p:txBody>
      </p:sp>
      <p:sp>
        <p:nvSpPr>
          <p:cNvPr id="292" name="Rectangle 291">
            <a:extLst>
              <a:ext uri="{FF2B5EF4-FFF2-40B4-BE49-F238E27FC236}">
                <a16:creationId xmlns:a16="http://schemas.microsoft.com/office/drawing/2014/main" id="{64E39426-B679-AE70-B79B-0275F8FE3CC7}"/>
              </a:ext>
            </a:extLst>
          </p:cNvPr>
          <p:cNvSpPr/>
          <p:nvPr/>
        </p:nvSpPr>
        <p:spPr>
          <a:xfrm>
            <a:off x="8743308" y="327335"/>
            <a:ext cx="3554858" cy="52826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Feeds into overarching GP strategy for consolidation &amp; iteration</a:t>
            </a:r>
          </a:p>
        </p:txBody>
      </p:sp>
    </p:spTree>
    <p:extLst>
      <p:ext uri="{BB962C8B-B14F-4D97-AF65-F5344CB8AC3E}">
        <p14:creationId xmlns:p14="http://schemas.microsoft.com/office/powerpoint/2010/main" val="2666273745"/>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D2074-AFAA-1CFC-C8E8-86D21C813858}"/>
            </a:ext>
          </a:extLst>
        </p:cNvPr>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2175B8A7-03D2-2D0C-50B3-E24BCE705608}"/>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11" name="think-cell data - do not delete" hidden="1">
                        <a:extLst>
                          <a:ext uri="{FF2B5EF4-FFF2-40B4-BE49-F238E27FC236}">
                            <a16:creationId xmlns:a16="http://schemas.microsoft.com/office/drawing/2014/main" id="{2175B8A7-03D2-2D0C-50B3-E24BCE7056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5EEE2F98-510E-6226-D8DC-424C0E0F957E}"/>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48F63A3B-78C7-47BE-AE5E-E10140E04643}" type="slidenum">
              <a:rPr kumimoji="0" lang="en-US" sz="9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19</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 name="Title Text">
            <a:extLst>
              <a:ext uri="{FF2B5EF4-FFF2-40B4-BE49-F238E27FC236}">
                <a16:creationId xmlns:a16="http://schemas.microsoft.com/office/drawing/2014/main" id="{B74FA0A0-7685-E553-ABC6-F56FD058CB5D}"/>
              </a:ext>
            </a:extLst>
          </p:cNvPr>
          <p:cNvSpPr txBox="1"/>
          <p:nvPr/>
        </p:nvSpPr>
        <p:spPr>
          <a:xfrm>
            <a:off x="526489" y="339843"/>
            <a:ext cx="10600000" cy="9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600" b="1" i="0" u="none" strike="noStrike" kern="1200" cap="all" spc="0" normalizeH="0" baseline="0" noProof="0">
                <a:ln>
                  <a:noFill/>
                </a:ln>
                <a:solidFill>
                  <a:srgbClr val="000000"/>
                </a:solidFill>
                <a:effectLst/>
                <a:uLnTx/>
                <a:uFillTx/>
                <a:latin typeface="Arial" panose="020B0604020202020204"/>
                <a:ea typeface="+mn-ea"/>
                <a:cs typeface="+mn-cs"/>
              </a:rPr>
              <a:t>KPI Targets | </a:t>
            </a:r>
            <a:r>
              <a:rPr kumimoji="0" lang="en-GB" sz="2600" b="0" i="0" u="none" strike="noStrike" kern="1200" cap="none" spc="0" normalizeH="0" baseline="0" noProof="0">
                <a:ln>
                  <a:noFill/>
                </a:ln>
                <a:solidFill>
                  <a:srgbClr val="000000"/>
                </a:solidFill>
                <a:effectLst/>
                <a:uLnTx/>
                <a:uFillTx/>
                <a:latin typeface="Arial" panose="020B0604020202020204"/>
                <a:ea typeface="+mn-ea"/>
                <a:cs typeface="+mn-cs"/>
              </a:rPr>
              <a:t>Greater China: how we will measure and track success</a:t>
            </a:r>
          </a:p>
        </p:txBody>
      </p:sp>
      <p:graphicFrame>
        <p:nvGraphicFramePr>
          <p:cNvPr id="2" name="Table 1">
            <a:extLst>
              <a:ext uri="{FF2B5EF4-FFF2-40B4-BE49-F238E27FC236}">
                <a16:creationId xmlns:a16="http://schemas.microsoft.com/office/drawing/2014/main" id="{A371901F-C1F7-07FD-5048-96923EA50F59}"/>
              </a:ext>
            </a:extLst>
          </p:cNvPr>
          <p:cNvGraphicFramePr>
            <a:graphicFrameLocks noGrp="1"/>
          </p:cNvGraphicFramePr>
          <p:nvPr/>
        </p:nvGraphicFramePr>
        <p:xfrm>
          <a:off x="321234" y="1239843"/>
          <a:ext cx="11699314" cy="5046654"/>
        </p:xfrm>
        <a:graphic>
          <a:graphicData uri="http://schemas.openxmlformats.org/drawingml/2006/table">
            <a:tbl>
              <a:tblPr>
                <a:tableStyleId>{5C22544A-7EE6-4342-B048-85BDC9FD1C3A}</a:tableStyleId>
              </a:tblPr>
              <a:tblGrid>
                <a:gridCol w="1431366">
                  <a:extLst>
                    <a:ext uri="{9D8B030D-6E8A-4147-A177-3AD203B41FA5}">
                      <a16:colId xmlns:a16="http://schemas.microsoft.com/office/drawing/2014/main" val="345868666"/>
                    </a:ext>
                  </a:extLst>
                </a:gridCol>
                <a:gridCol w="1819275">
                  <a:extLst>
                    <a:ext uri="{9D8B030D-6E8A-4147-A177-3AD203B41FA5}">
                      <a16:colId xmlns:a16="http://schemas.microsoft.com/office/drawing/2014/main" val="3812088750"/>
                    </a:ext>
                  </a:extLst>
                </a:gridCol>
                <a:gridCol w="2819400">
                  <a:extLst>
                    <a:ext uri="{9D8B030D-6E8A-4147-A177-3AD203B41FA5}">
                      <a16:colId xmlns:a16="http://schemas.microsoft.com/office/drawing/2014/main" val="3246795165"/>
                    </a:ext>
                  </a:extLst>
                </a:gridCol>
                <a:gridCol w="923925">
                  <a:extLst>
                    <a:ext uri="{9D8B030D-6E8A-4147-A177-3AD203B41FA5}">
                      <a16:colId xmlns:a16="http://schemas.microsoft.com/office/drawing/2014/main" val="3172953695"/>
                    </a:ext>
                  </a:extLst>
                </a:gridCol>
                <a:gridCol w="952500">
                  <a:extLst>
                    <a:ext uri="{9D8B030D-6E8A-4147-A177-3AD203B41FA5}">
                      <a16:colId xmlns:a16="http://schemas.microsoft.com/office/drawing/2014/main" val="3500305026"/>
                    </a:ext>
                  </a:extLst>
                </a:gridCol>
                <a:gridCol w="3752848">
                  <a:extLst>
                    <a:ext uri="{9D8B030D-6E8A-4147-A177-3AD203B41FA5}">
                      <a16:colId xmlns:a16="http://schemas.microsoft.com/office/drawing/2014/main" val="979415447"/>
                    </a:ext>
                  </a:extLst>
                </a:gridCol>
              </a:tblGrid>
              <a:tr h="376073">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CATEGORY</a:t>
                      </a:r>
                    </a:p>
                  </a:txBody>
                  <a:tcPr marL="5154" marR="5154" marT="5154" marB="0" anchor="ctr">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KPI</a:t>
                      </a:r>
                    </a:p>
                  </a:txBody>
                  <a:tcPr marL="5154" marR="5154" marT="5154" marB="0" anchor="ctr">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DESCRIPTION</a:t>
                      </a:r>
                    </a:p>
                  </a:txBody>
                  <a:tcPr marL="5154" marR="5154" marT="5154" marB="0" anchor="ctr">
                    <a:lnB w="12700" cap="flat" cmpd="sng" algn="ctr">
                      <a:solidFill>
                        <a:schemeClr val="tx1"/>
                      </a:solidFill>
                      <a:prstDash val="solid"/>
                      <a:round/>
                      <a:headEnd type="none" w="med" len="med"/>
                      <a:tailEnd type="none" w="med" len="med"/>
                    </a:lnB>
                  </a:tcPr>
                </a:tc>
                <a:tc grid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TARGET</a:t>
                      </a:r>
                    </a:p>
                  </a:txBody>
                  <a:tcPr marL="5154" marR="5154" marT="5154" marB="0" anchor="ctr">
                    <a:lnB w="19050" cap="flat" cmpd="sng" algn="ctr">
                      <a:solidFill>
                        <a:schemeClr val="bg1">
                          <a:lumMod val="85000"/>
                        </a:schemeClr>
                      </a:solidFill>
                      <a:prstDash val="solid"/>
                      <a:round/>
                      <a:headEnd type="none" w="med" len="med"/>
                      <a:tailEnd type="none" w="med" len="med"/>
                    </a:lnB>
                  </a:tcPr>
                </a:tc>
                <a:tc hMerge="1">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endParaRPr kumimoji="0" lang="en-US" sz="1400" b="1" i="0" u="none" strike="noStrike" kern="1200" cap="none" spc="0" normalizeH="0" baseline="0">
                        <a:ln>
                          <a:noFill/>
                        </a:ln>
                        <a:solidFill>
                          <a:schemeClr val="accent1"/>
                        </a:solidFill>
                        <a:effectLst/>
                        <a:uLnTx/>
                        <a:uFillTx/>
                        <a:latin typeface="+mn-lt"/>
                        <a:ea typeface="+mn-ea"/>
                        <a:cs typeface="+mn-cs"/>
                      </a:endParaRPr>
                    </a:p>
                  </a:txBody>
                  <a:tcPr marL="5154" marR="5154" marT="5154" marB="0" anchor="ctr">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COMMENTS</a:t>
                      </a:r>
                    </a:p>
                  </a:txBody>
                  <a:tcPr marL="5154" marR="5154" marT="5154"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8478061"/>
                  </a:ext>
                </a:extLst>
              </a:tr>
              <a:tr h="376073">
                <a:tc vMerge="1">
                  <a:txBody>
                    <a:bodyPr/>
                    <a:lstStyle/>
                    <a:p>
                      <a:endParaRPr/>
                    </a:p>
                  </a:txBody>
                  <a:tcPr marL="5154" marR="5154" marT="515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5154" marR="5154" marT="515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5154" marR="5154" marT="515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2026 </a:t>
                      </a:r>
                    </a:p>
                  </a:txBody>
                  <a:tcPr marL="5154" marR="5154" marT="5154" marB="0" anchor="ctr">
                    <a:lnT w="190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2027  </a:t>
                      </a:r>
                    </a:p>
                  </a:txBody>
                  <a:tcPr marL="5154" marR="5154" marT="5154" marB="0" anchor="ctr">
                    <a:lnT w="190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5154" marR="5154" marT="5154" marB="0" anchor="ctr">
                    <a:lnT w="190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3816987"/>
                  </a:ext>
                </a:extLst>
              </a:tr>
              <a:tr h="501037">
                <a:tc rowSpan="3">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FINANCE</a:t>
                      </a:r>
                    </a:p>
                  </a:txBody>
                  <a:tcPr marL="5154" marR="5154" marT="5154"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CRF BUDGET </a:t>
                      </a:r>
                    </a:p>
                  </a:txBody>
                  <a:tcPr marL="5154" marR="5154" marT="5154" marB="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AMOUNT BUDGETED </a:t>
                      </a: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$2.0M</a:t>
                      </a: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$2.2M</a:t>
                      </a: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BUDGET SCENARIO (3% SHARE + ACCELERATE); HIGH SCENARIO $2.4M. COLLECT ≥80%</a:t>
                      </a: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79300176"/>
                  </a:ext>
                </a:extLst>
              </a:tr>
              <a:tr h="596441">
                <a:tc vMerge="1">
                  <a:txBody>
                    <a:bodyPr/>
                    <a:lstStyle/>
                    <a:p>
                      <a:endParaRPr/>
                    </a:p>
                  </a:txBody>
                  <a:tcPr marL="5154" marR="5154" marT="5154" marB="0" anchor="ct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VALUE DELIVERY</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lvl="0" algn="ctr">
                        <a:buNone/>
                      </a:pPr>
                      <a:r>
                        <a:rPr lang="en-US" sz="1050" b="0" i="0" u="none" strike="noStrike" kern="1200" cap="none" spc="0" normalizeH="0" baseline="0">
                          <a:ln>
                            <a:noFill/>
                          </a:ln>
                          <a:solidFill>
                            <a:srgbClr val="000000"/>
                          </a:solidFill>
                          <a:effectLst/>
                          <a:uLnTx/>
                          <a:uFillTx/>
                          <a:latin typeface="+mn-lt"/>
                          <a:ea typeface="+mn-ea"/>
                          <a:cs typeface="+mn-cs"/>
                        </a:rPr>
                        <a:t>BUILD AND OPEN COST PER KEY </a:t>
                      </a:r>
                    </a:p>
                    <a:p>
                      <a:pPr lvl="0" algn="ctr">
                        <a:buNone/>
                      </a:pPr>
                      <a:r>
                        <a:rPr lang="en-US" sz="1050" b="0" i="0" u="none" strike="noStrike" kern="1200" cap="none" spc="0" normalizeH="0" baseline="0">
                          <a:ln>
                            <a:noFill/>
                          </a:ln>
                          <a:solidFill>
                            <a:srgbClr val="000000"/>
                          </a:solidFill>
                          <a:effectLst/>
                          <a:uLnTx/>
                          <a:uFillTx/>
                          <a:latin typeface="+mn-lt"/>
                          <a:ea typeface="+mn-ea"/>
                          <a:cs typeface="+mn-cs"/>
                        </a:rPr>
                        <a:t>OPERATE - GOP</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TBC</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TBC</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AGREE A</a:t>
                      </a:r>
                      <a:r>
                        <a:rPr kumimoji="0" lang="en-US" sz="1050" b="0" i="0" u="none" strike="noStrike" kern="1200" cap="none" spc="0" normalizeH="0" baseline="0">
                          <a:ln>
                            <a:noFill/>
                          </a:ln>
                          <a:solidFill>
                            <a:srgbClr val="000000"/>
                          </a:solidFill>
                          <a:effectLst/>
                          <a:uLnTx/>
                          <a:uFillTx/>
                          <a:latin typeface="+mn-lt"/>
                          <a:ea typeface="+mn-ea"/>
                          <a:cs typeface="+mn-cs"/>
                        </a:rPr>
                        <a:t> </a:t>
                      </a:r>
                      <a:r>
                        <a:rPr lang="en-US" sz="1050" b="0" i="0" u="none" strike="noStrike" kern="1200" cap="none" spc="0" normalizeH="0" baseline="0">
                          <a:ln>
                            <a:noFill/>
                          </a:ln>
                          <a:solidFill>
                            <a:srgbClr val="000000"/>
                          </a:solidFill>
                          <a:effectLst/>
                          <a:uLnTx/>
                          <a:uFillTx/>
                          <a:latin typeface="+mn-lt"/>
                          <a:ea typeface="+mn-ea"/>
                          <a:cs typeface="+mn-cs"/>
                        </a:rPr>
                        <a:t>METHODOLOGY AND GOAL  </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extLst>
                  <a:ext uri="{0D108BD9-81ED-4DB2-BD59-A6C34878D82A}">
                    <a16:rowId xmlns:a16="http://schemas.microsoft.com/office/drawing/2014/main" val="1139044202"/>
                  </a:ext>
                </a:extLst>
              </a:tr>
              <a:tr h="501037">
                <a:tc vMerge="1">
                  <a:txBody>
                    <a:bodyPr/>
                    <a:lstStyle/>
                    <a:p>
                      <a:endParaRPr/>
                    </a:p>
                  </a:txBody>
                  <a:tcPr marL="5154" marR="5154" marT="5154" marB="0" anchor="ct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SHARE OF WALLET</a:t>
                      </a:r>
                    </a:p>
                  </a:txBody>
                  <a:tcPr marL="5154" marR="5154" marT="5154" marB="0" anchor="ctr">
                    <a:lnL w="19050" cap="flat" cmpd="sng" algn="ctr">
                      <a:solidFill>
                        <a:srgbClr val="E8542C"/>
                      </a:solidFill>
                      <a:prstDash val="solid"/>
                      <a:round/>
                      <a:headEnd type="none" w="med" len="med"/>
                      <a:tailEnd type="none" w="med" len="med"/>
                    </a:lnL>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AMOUNT OF PROGRAMME SPEND VS EST. TOTAL ADDRESSABLE SPEND</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2.0% [CURRENT]</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1.9%</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kumimoji="0" lang="en-US" sz="1050" b="0" i="0" u="none" strike="noStrike" kern="1200" cap="none" spc="0" normalizeH="0" baseline="0">
                          <a:ln>
                            <a:noFill/>
                          </a:ln>
                          <a:solidFill>
                            <a:srgbClr val="000000"/>
                          </a:solidFill>
                          <a:effectLst/>
                          <a:uLnTx/>
                          <a:uFillTx/>
                          <a:latin typeface="+mn-lt"/>
                          <a:ea typeface="+mn-ea"/>
                          <a:cs typeface="+mn-cs"/>
                        </a:rPr>
                        <a:t>SHARE DIPS AS SPEND GROWS UNLESS STEP-CHANGE LANDS; ~4% BY 2030 WITH STEP-CHANGE</a:t>
                      </a:r>
                    </a:p>
                  </a:txBody>
                  <a:tcPr marL="5154" marR="5154" marT="5154" marB="0" anchor="ctr">
                    <a:lnR w="19050" cap="flat" cmpd="sng" algn="ctr">
                      <a:solidFill>
                        <a:srgbClr val="E8542C"/>
                      </a:solidFill>
                      <a:prstDash val="solid"/>
                      <a:round/>
                      <a:headEnd type="none" w="med" len="med"/>
                      <a:tailEnd type="none" w="med" len="med"/>
                    </a:ln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54355207"/>
                  </a:ext>
                </a:extLst>
              </a:tr>
              <a:tr h="501037">
                <a:tc>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OWNER / STAKEHOLDER</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BRAND COMPLIANCE</a:t>
                      </a:r>
                    </a:p>
                  </a:txBody>
                  <a:tcPr marL="5154" marR="5154" marT="5154" marB="0" anchor="ctr">
                    <a:lnL w="19050" cap="flat" cmpd="sng" algn="ctr">
                      <a:solidFill>
                        <a:srgbClr val="E8542C"/>
                      </a:solidFill>
                      <a:prstDash val="solid"/>
                      <a:round/>
                      <a:headEnd type="none" w="med" len="med"/>
                      <a:tailEnd type="none" w="med" len="med"/>
                    </a:lnL>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HLG, </a:t>
                      </a:r>
                      <a:r>
                        <a:rPr lang="en-US" sz="1050" b="0" i="0" u="none" strike="noStrike" kern="1200" cap="none" spc="0" normalizeH="0" baseline="0">
                          <a:ln>
                            <a:noFill/>
                          </a:ln>
                          <a:solidFill>
                            <a:srgbClr val="000000"/>
                          </a:solidFill>
                          <a:effectLst/>
                          <a:uLnTx/>
                          <a:uFillTx/>
                          <a:latin typeface="+mn-lt"/>
                          <a:ea typeface="+mn-ea"/>
                          <a:cs typeface="+mn-cs"/>
                        </a:rPr>
                        <a:t>DEVELOPMENT</a:t>
                      </a:r>
                      <a:r>
                        <a:rPr kumimoji="0" lang="en-US" sz="1050" b="0" i="0" u="none" strike="noStrike" kern="1200" cap="none" spc="0" normalizeH="0" baseline="0">
                          <a:ln>
                            <a:noFill/>
                          </a:ln>
                          <a:solidFill>
                            <a:srgbClr val="000000"/>
                          </a:solidFill>
                          <a:effectLst/>
                          <a:uLnTx/>
                          <a:uFillTx/>
                          <a:latin typeface="+mn-lt"/>
                          <a:ea typeface="+mn-ea"/>
                          <a:cs typeface="+mn-cs"/>
                        </a:rPr>
                        <a:t>, BRAND ALIGNMENT ON BRAND COMPLIANCE REQUIREMENTS</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N/A</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AI-ENFORCED COMPLIANCE AND POPD WAIVER CHECKS (NON-RETROACTIVE)</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39616046"/>
                  </a:ext>
                </a:extLst>
              </a:tr>
              <a:tr h="596441">
                <a:tc>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PEOPLE</a:t>
                      </a:r>
                    </a:p>
                  </a:txBody>
                  <a:tcPr marL="5154" marR="5154" marT="5154"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COLLEAGUE HEARTBEAT </a:t>
                      </a:r>
                    </a:p>
                  </a:txBody>
                  <a:tcPr marL="5154" marR="5154" marT="5154" marB="0" anchor="ctr">
                    <a:lnL w="3175" cap="flat" cmpd="sng" algn="ctr">
                      <a:solidFill>
                        <a:schemeClr val="tx1"/>
                      </a:solidFill>
                      <a:prstDash val="solid"/>
                      <a:round/>
                      <a:headEnd type="none" w="med" len="med"/>
                      <a:tailEnd type="none" w="med" len="med"/>
                    </a:lnL>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ANNUAL COLLEAGUE SATISIFACTION SURVEY</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88%</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+1%</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MAINTAIN 88% THROUGH CHANGE; +1% IN 2027 (GP-WIDE SCORE; REGIONAL CUT TBC)</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extLst>
                  <a:ext uri="{0D108BD9-81ED-4DB2-BD59-A6C34878D82A}">
                    <a16:rowId xmlns:a16="http://schemas.microsoft.com/office/drawing/2014/main" val="733079905"/>
                  </a:ext>
                </a:extLst>
              </a:tr>
              <a:tr h="596441">
                <a:tc rowSpan="3">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SUPPLIER MANAGEMENT</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SUPPLIER CONSOLIDATION  </a:t>
                      </a:r>
                    </a:p>
                  </a:txBody>
                  <a:tcPr marL="5154" marR="5154" marT="5154" marB="0" anchor="ctr">
                    <a:lnL w="19050" cap="flat" cmpd="sng" algn="ctr">
                      <a:solidFill>
                        <a:srgbClr val="E8542C"/>
                      </a:solidFill>
                      <a:prstDash val="solid"/>
                      <a:round/>
                      <a:headEnd type="none" w="med" len="med"/>
                      <a:tailEnd type="none" w="med" len="med"/>
                    </a:lnL>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NUMBER OF SUPPLIERS CONTRACTED UNDER CRF SCHEME</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N/A</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DESIGN-CONSULTANT SRM; AGGREGATOR PARTNERS FOR LONG TAIL</a:t>
                      </a:r>
                    </a:p>
                  </a:txBody>
                  <a:tcPr marL="5154" marR="5154" marT="5154" marB="0" anchor="ctr">
                    <a:lnR w="19050" cap="flat" cmpd="sng" algn="ctr">
                      <a:solidFill>
                        <a:srgbClr val="E8542C"/>
                      </a:solidFill>
                      <a:prstDash val="solid"/>
                      <a:round/>
                      <a:headEnd type="none" w="med" len="med"/>
                      <a:tailEnd type="none" w="med" len="med"/>
                    </a:ln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69663633"/>
                  </a:ext>
                </a:extLst>
              </a:tr>
              <a:tr h="501037">
                <a:tc vMerge="1">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endParaRPr kumimoji="0" lang="en-US" sz="3200" b="0" i="0" u="none" strike="noStrike" kern="1200" cap="none" spc="0" normalizeH="0" baseline="0">
                        <a:ln>
                          <a:noFill/>
                        </a:ln>
                        <a:solidFill>
                          <a:srgbClr val="E8542C"/>
                        </a:solidFill>
                        <a:effectLst/>
                        <a:uLnTx/>
                        <a:uFillTx/>
                        <a:latin typeface="+mn-lt"/>
                        <a:ea typeface="+mn-ea"/>
                        <a:cs typeface="+mn-cs"/>
                      </a:endParaRPr>
                    </a:p>
                  </a:txBody>
                  <a:tcPr marL="5154" marR="5154" marT="5154" marB="0" anchor="ctr">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PRIORITY &amp; GROWTH MARKET PROGRAMME COVERAGE</a:t>
                      </a:r>
                    </a:p>
                  </a:txBody>
                  <a:tcPr marL="5154" marR="5154" marT="5154" marB="0" anchor="ctr">
                    <a:lnL w="19050" cap="flat" cmpd="sng" algn="ctr">
                      <a:solidFill>
                        <a:srgbClr val="E8542C"/>
                      </a:solidFill>
                      <a:prstDash val="solid"/>
                      <a:round/>
                      <a:headEnd type="none" w="med" len="med"/>
                      <a:tailEnd type="none" w="med" len="med"/>
                    </a:lnL>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AMOUNT OF PROGRAMMES IN PLACE VS TOTAL REQUIRED </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N/A</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fontAlgn="ctr">
                        <a:buNone/>
                      </a:pPr>
                      <a:r>
                        <a:rPr kumimoji="0" lang="en-US" sz="1050" b="0" i="0" u="none" strike="noStrike" kern="1200" cap="none" spc="0" normalizeH="0" baseline="0">
                          <a:ln>
                            <a:noFill/>
                          </a:ln>
                          <a:solidFill>
                            <a:srgbClr val="000000"/>
                          </a:solidFill>
                          <a:effectLst/>
                          <a:uLnTx/>
                          <a:uFillTx/>
                          <a:latin typeface="+mn-lt"/>
                          <a:ea typeface="+mn-ea"/>
                          <a:cs typeface="+mn-cs"/>
                        </a:rPr>
                        <a:t>LONG-TAIL OPERATE, F&amp;B NON-STANDARD AND FROZEN SEAFOOD</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05503750"/>
                  </a:ext>
                </a:extLst>
              </a:tr>
              <a:tr h="501037">
                <a:tc vMerge="1">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endParaRPr kumimoji="0" lang="en-US" sz="3200" b="0" i="0" u="none" strike="noStrike" kern="1200" cap="none" spc="0" normalizeH="0" baseline="0">
                        <a:ln>
                          <a:noFill/>
                        </a:ln>
                        <a:solidFill>
                          <a:srgbClr val="E8542C"/>
                        </a:solidFill>
                        <a:effectLst/>
                        <a:uLnTx/>
                        <a:uFillTx/>
                        <a:latin typeface="+mn-lt"/>
                        <a:ea typeface="+mn-ea"/>
                        <a:cs typeface="+mn-cs"/>
                      </a:endParaRPr>
                    </a:p>
                  </a:txBody>
                  <a:tcPr marL="5154" marR="5154" marT="5154" marB="0" anchor="ctr">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SUPPLIER INNOVATION &amp; SUSTAINABILITY</a:t>
                      </a:r>
                    </a:p>
                  </a:txBody>
                  <a:tcPr marL="5154" marR="5154" marT="5154" marB="0" anchor="ctr">
                    <a:lnL w="3175" cap="flat" cmpd="sng" algn="ctr">
                      <a:solidFill>
                        <a:schemeClr val="tx1"/>
                      </a:solidFill>
                      <a:prstDash val="solid"/>
                      <a:round/>
                      <a:headEnd type="none" w="med" len="med"/>
                      <a:tailEnd type="none" w="med" len="med"/>
                    </a:lnL>
                    <a:lnT w="19050" cap="flat" cmpd="sng" algn="ctr">
                      <a:solidFill>
                        <a:srgbClr val="E8542C"/>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DELIVERY OF JTT PROCUREMENT REQUIREMENTS </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≥70% ECOVADIS</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tc>
                  <a:txBody>
                    <a:bodyPr/>
                    <a:lstStyle/>
                    <a:p>
                      <a:pPr algn="ctr" fontAlgn="ctr">
                        <a:buNone/>
                      </a:pPr>
                      <a:r>
                        <a:rPr kumimoji="0" lang="en-US" sz="1050" b="0" i="0" u="none" strike="noStrike" kern="1200" cap="none" spc="0" normalizeH="0" baseline="0">
                          <a:ln>
                            <a:noFill/>
                          </a:ln>
                          <a:solidFill>
                            <a:srgbClr val="000000"/>
                          </a:solidFill>
                          <a:effectLst/>
                          <a:uLnTx/>
                          <a:uFillTx/>
                          <a:latin typeface="+mn-lt"/>
                          <a:ea typeface="+mn-ea"/>
                          <a:cs typeface="+mn-cs"/>
                        </a:rPr>
                        <a:t>GP-WIDE (MAR-26): 75% ECOVADIS PARTICIPATION, 98% RATED GOOD+, 51% WITH A VALID RATING</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extLst>
                  <a:ext uri="{0D108BD9-81ED-4DB2-BD59-A6C34878D82A}">
                    <a16:rowId xmlns:a16="http://schemas.microsoft.com/office/drawing/2014/main" val="240446390"/>
                  </a:ext>
                </a:extLst>
              </a:tr>
            </a:tbl>
          </a:graphicData>
        </a:graphic>
      </p:graphicFrame>
      <p:sp>
        <p:nvSpPr>
          <p:cNvPr id="9" name="Rectangle 8">
            <a:extLst>
              <a:ext uri="{FF2B5EF4-FFF2-40B4-BE49-F238E27FC236}">
                <a16:creationId xmlns:a16="http://schemas.microsoft.com/office/drawing/2014/main" id="{2C74E0A3-C6C9-0681-DAEB-313212942B9D}"/>
              </a:ext>
            </a:extLst>
          </p:cNvPr>
          <p:cNvSpPr/>
          <p:nvPr/>
        </p:nvSpPr>
        <p:spPr>
          <a:xfrm>
            <a:off x="10067924" y="209550"/>
            <a:ext cx="1952623" cy="438150"/>
          </a:xfrm>
          <a:prstGeom prst="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panose="020B0604020202020204"/>
                <a:ea typeface="+mn-ea"/>
                <a:cs typeface="+mn-cs"/>
              </a:rPr>
              <a:t>Denotes direct impact on 5% NUG</a:t>
            </a:r>
          </a:p>
        </p:txBody>
      </p:sp>
      <p:sp>
        <p:nvSpPr>
          <p:cNvPr id="3" name="Rectangle 2">
            <a:extLst>
              <a:ext uri="{FF2B5EF4-FFF2-40B4-BE49-F238E27FC236}">
                <a16:creationId xmlns:a16="http://schemas.microsoft.com/office/drawing/2014/main" id="{58191E3F-1FD4-1FF9-6B7F-F93A80CDDDC0}"/>
              </a:ext>
            </a:extLst>
          </p:cNvPr>
          <p:cNvSpPr/>
          <p:nvPr/>
        </p:nvSpPr>
        <p:spPr>
          <a:xfrm>
            <a:off x="8743308" y="-157132"/>
            <a:ext cx="3554858" cy="36668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For Live tracking, alongside financials</a:t>
            </a:r>
          </a:p>
        </p:txBody>
      </p:sp>
    </p:spTree>
    <p:extLst>
      <p:ext uri="{BB962C8B-B14F-4D97-AF65-F5344CB8AC3E}">
        <p14:creationId xmlns:p14="http://schemas.microsoft.com/office/powerpoint/2010/main" val="372131659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Shape 379"/>
          <p:cNvSpPr/>
          <p:nvPr/>
        </p:nvSpPr>
        <p:spPr>
          <a:xfrm>
            <a:off x="0" y="1256100"/>
            <a:ext cx="12192000" cy="54864"/>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80" name="Title Text"/>
          <p:cNvSpPr txBox="1"/>
          <p:nvPr/>
        </p:nvSpPr>
        <p:spPr>
          <a:xfrm>
            <a:off x="400390" y="320676"/>
            <a:ext cx="10600000" cy="9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600" b="1" i="0" u="none" strike="noStrike" kern="1200" cap="none" spc="0" normalizeH="0" baseline="0" noProof="0">
                <a:ln>
                  <a:noFill/>
                </a:ln>
                <a:solidFill>
                  <a:srgbClr val="262626"/>
                </a:solidFill>
                <a:effectLst/>
                <a:uLnTx/>
                <a:uFillTx/>
                <a:latin typeface="Arial" panose="020B0604020202020204"/>
                <a:ea typeface="+mn-ea"/>
                <a:cs typeface="+mn-cs"/>
              </a:rPr>
              <a:t>FUTURE CAPABILITIES | </a:t>
            </a:r>
            <a:r>
              <a:rPr kumimoji="0" lang="en-GB" sz="2600" b="0" i="0" u="none" strike="noStrike" kern="1200" cap="none" spc="0" normalizeH="0" baseline="0" noProof="0">
                <a:ln>
                  <a:noFill/>
                </a:ln>
                <a:solidFill>
                  <a:srgbClr val="262626"/>
                </a:solidFill>
                <a:effectLst/>
                <a:uLnTx/>
                <a:uFillTx/>
                <a:latin typeface="Arial" panose="020B0604020202020204"/>
                <a:ea typeface="+mn-ea"/>
                <a:cs typeface="+mn-cs"/>
              </a:rPr>
              <a:t>Greater China: what we need to deliver</a:t>
            </a:r>
          </a:p>
        </p:txBody>
      </p:sp>
      <p:sp>
        <p:nvSpPr>
          <p:cNvPr id="340" name="Shape 340"/>
          <p:cNvSpPr/>
          <p:nvPr/>
        </p:nvSpPr>
        <p:spPr>
          <a:xfrm>
            <a:off x="400390" y="152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1" name="Shape 341"/>
          <p:cNvSpPr/>
          <p:nvPr/>
        </p:nvSpPr>
        <p:spPr>
          <a:xfrm>
            <a:off x="400390" y="152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2" name="Shape 342"/>
          <p:cNvSpPr/>
          <p:nvPr/>
        </p:nvSpPr>
        <p:spPr>
          <a:xfrm>
            <a:off x="700390" y="182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43" name="Icon 343"/>
          <p:cNvPicPr>
            <a:picLocks noChangeAspect="1"/>
          </p:cNvPicPr>
          <p:nvPr/>
        </p:nvPicPr>
        <p:blipFill>
          <a:blip r:embed="rId2"/>
          <a:stretch>
            <a:fillRect/>
          </a:stretch>
        </p:blipFill>
        <p:spPr>
          <a:xfrm>
            <a:off x="910390" y="2034500"/>
            <a:ext cx="480000" cy="480000"/>
          </a:xfrm>
          <a:prstGeom prst="rect">
            <a:avLst/>
          </a:prstGeom>
        </p:spPr>
      </p:pic>
      <p:sp>
        <p:nvSpPr>
          <p:cNvPr id="344" name="TextBox 344"/>
          <p:cNvSpPr txBox="1"/>
          <p:nvPr/>
        </p:nvSpPr>
        <p:spPr>
          <a:xfrm>
            <a:off x="1800390" y="177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01</a:t>
            </a:r>
          </a:p>
        </p:txBody>
      </p:sp>
      <p:sp>
        <p:nvSpPr>
          <p:cNvPr id="345" name="TextBox 345"/>
          <p:cNvSpPr txBox="1"/>
          <p:nvPr/>
        </p:nvSpPr>
        <p:spPr>
          <a:xfrm>
            <a:off x="1800390" y="202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Digital &amp; AI platform</a:t>
            </a:r>
          </a:p>
        </p:txBody>
      </p:sp>
      <p:sp>
        <p:nvSpPr>
          <p:cNvPr id="346" name="TextBox 346"/>
          <p:cNvSpPr txBox="1"/>
          <p:nvPr/>
        </p:nvSpPr>
        <p:spPr>
          <a:xfrm>
            <a:off x="1800390" y="2384500"/>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Platform integrated with POPD for non-retroactive waiver checks; AI-led spend classification</a:t>
            </a:r>
          </a:p>
        </p:txBody>
      </p:sp>
      <p:sp>
        <p:nvSpPr>
          <p:cNvPr id="347" name="Shape 347"/>
          <p:cNvSpPr/>
          <p:nvPr/>
        </p:nvSpPr>
        <p:spPr>
          <a:xfrm>
            <a:off x="400390" y="316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8" name="Shape 348"/>
          <p:cNvSpPr/>
          <p:nvPr/>
        </p:nvSpPr>
        <p:spPr>
          <a:xfrm>
            <a:off x="400390" y="316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9" name="Shape 349"/>
          <p:cNvSpPr/>
          <p:nvPr/>
        </p:nvSpPr>
        <p:spPr>
          <a:xfrm>
            <a:off x="700390" y="346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50" name="Icon 350"/>
          <p:cNvPicPr>
            <a:picLocks noChangeAspect="1"/>
          </p:cNvPicPr>
          <p:nvPr/>
        </p:nvPicPr>
        <p:blipFill>
          <a:blip r:embed="rId3"/>
          <a:stretch>
            <a:fillRect/>
          </a:stretch>
        </p:blipFill>
        <p:spPr>
          <a:xfrm>
            <a:off x="910390" y="3674500"/>
            <a:ext cx="480000" cy="480000"/>
          </a:xfrm>
          <a:prstGeom prst="rect">
            <a:avLst/>
          </a:prstGeom>
        </p:spPr>
      </p:pic>
      <p:sp>
        <p:nvSpPr>
          <p:cNvPr id="351" name="TextBox 351"/>
          <p:cNvSpPr txBox="1"/>
          <p:nvPr/>
        </p:nvSpPr>
        <p:spPr>
          <a:xfrm>
            <a:off x="1800390" y="341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02</a:t>
            </a:r>
          </a:p>
        </p:txBody>
      </p:sp>
      <p:sp>
        <p:nvSpPr>
          <p:cNvPr id="352" name="TextBox 352"/>
          <p:cNvSpPr txBox="1"/>
          <p:nvPr/>
        </p:nvSpPr>
        <p:spPr>
          <a:xfrm>
            <a:off x="1800390" y="366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CRM &amp; owner engagement</a:t>
            </a:r>
          </a:p>
        </p:txBody>
      </p:sp>
      <p:sp>
        <p:nvSpPr>
          <p:cNvPr id="353" name="TextBox 353"/>
          <p:cNvSpPr txBox="1"/>
          <p:nvPr/>
        </p:nvSpPr>
        <p:spPr>
          <a:xfrm>
            <a:off x="1800390" y="3948299"/>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POPD–CRM integration, KOM tracking, OHE field resources and the Owner Link programme</a:t>
            </a:r>
          </a:p>
        </p:txBody>
      </p:sp>
      <p:sp>
        <p:nvSpPr>
          <p:cNvPr id="354" name="Shape 354"/>
          <p:cNvSpPr/>
          <p:nvPr/>
        </p:nvSpPr>
        <p:spPr>
          <a:xfrm>
            <a:off x="400390" y="480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55" name="Shape 355"/>
          <p:cNvSpPr/>
          <p:nvPr/>
        </p:nvSpPr>
        <p:spPr>
          <a:xfrm>
            <a:off x="400390" y="480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56" name="Shape 356"/>
          <p:cNvSpPr/>
          <p:nvPr/>
        </p:nvSpPr>
        <p:spPr>
          <a:xfrm>
            <a:off x="700390" y="510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57" name="Icon 357"/>
          <p:cNvPicPr>
            <a:picLocks noChangeAspect="1"/>
          </p:cNvPicPr>
          <p:nvPr/>
        </p:nvPicPr>
        <p:blipFill>
          <a:blip r:embed="rId4"/>
          <a:stretch>
            <a:fillRect/>
          </a:stretch>
        </p:blipFill>
        <p:spPr>
          <a:xfrm>
            <a:off x="910390" y="5314500"/>
            <a:ext cx="480000" cy="480000"/>
          </a:xfrm>
          <a:prstGeom prst="rect">
            <a:avLst/>
          </a:prstGeom>
        </p:spPr>
      </p:pic>
      <p:sp>
        <p:nvSpPr>
          <p:cNvPr id="358" name="TextBox 358"/>
          <p:cNvSpPr txBox="1"/>
          <p:nvPr/>
        </p:nvSpPr>
        <p:spPr>
          <a:xfrm>
            <a:off x="1800390" y="505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03</a:t>
            </a:r>
          </a:p>
        </p:txBody>
      </p:sp>
      <p:sp>
        <p:nvSpPr>
          <p:cNvPr id="359" name="TextBox 359"/>
          <p:cNvSpPr txBox="1"/>
          <p:nvPr/>
        </p:nvSpPr>
        <p:spPr>
          <a:xfrm>
            <a:off x="1800390" y="530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Category &amp; market intelligence</a:t>
            </a:r>
          </a:p>
        </p:txBody>
      </p:sp>
      <p:sp>
        <p:nvSpPr>
          <p:cNvPr id="360" name="TextBox 360"/>
          <p:cNvSpPr txBox="1"/>
          <p:nvPr/>
        </p:nvSpPr>
        <p:spPr>
          <a:xfrm>
            <a:off x="1800390" y="5545965"/>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Continuous market intelligence and price benchmarking for frozen seafood</a:t>
            </a:r>
          </a:p>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Aggregator and distribution solutions for long tail</a:t>
            </a:r>
          </a:p>
        </p:txBody>
      </p:sp>
      <p:sp>
        <p:nvSpPr>
          <p:cNvPr id="361" name="Shape 361"/>
          <p:cNvSpPr/>
          <p:nvPr/>
        </p:nvSpPr>
        <p:spPr>
          <a:xfrm>
            <a:off x="6246000" y="152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2" name="Shape 362"/>
          <p:cNvSpPr/>
          <p:nvPr/>
        </p:nvSpPr>
        <p:spPr>
          <a:xfrm>
            <a:off x="6246000" y="152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3" name="Shape 363"/>
          <p:cNvSpPr/>
          <p:nvPr/>
        </p:nvSpPr>
        <p:spPr>
          <a:xfrm>
            <a:off x="6546000" y="182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64" name="Icon 364"/>
          <p:cNvPicPr>
            <a:picLocks noChangeAspect="1"/>
          </p:cNvPicPr>
          <p:nvPr/>
        </p:nvPicPr>
        <p:blipFill>
          <a:blip r:embed="rId5"/>
          <a:stretch>
            <a:fillRect/>
          </a:stretch>
        </p:blipFill>
        <p:spPr>
          <a:xfrm>
            <a:off x="6756000" y="2034500"/>
            <a:ext cx="480000" cy="480000"/>
          </a:xfrm>
          <a:prstGeom prst="rect">
            <a:avLst/>
          </a:prstGeom>
        </p:spPr>
      </p:pic>
      <p:sp>
        <p:nvSpPr>
          <p:cNvPr id="365" name="TextBox 365"/>
          <p:cNvSpPr txBox="1"/>
          <p:nvPr/>
        </p:nvSpPr>
        <p:spPr>
          <a:xfrm>
            <a:off x="7646000" y="177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04</a:t>
            </a:r>
          </a:p>
        </p:txBody>
      </p:sp>
      <p:sp>
        <p:nvSpPr>
          <p:cNvPr id="366" name="TextBox 366"/>
          <p:cNvSpPr txBox="1"/>
          <p:nvPr/>
        </p:nvSpPr>
        <p:spPr>
          <a:xfrm>
            <a:off x="7646000" y="202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Legal &amp; BRR support</a:t>
            </a:r>
          </a:p>
        </p:txBody>
      </p:sp>
      <p:sp>
        <p:nvSpPr>
          <p:cNvPr id="367" name="TextBox 367"/>
          <p:cNvSpPr txBox="1"/>
          <p:nvPr/>
        </p:nvSpPr>
        <p:spPr>
          <a:xfrm>
            <a:off x="7646000" y="2299831"/>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BRR support for lead-constructor solutions; legal and digital infrastructure for retail</a:t>
            </a:r>
          </a:p>
        </p:txBody>
      </p:sp>
      <p:sp>
        <p:nvSpPr>
          <p:cNvPr id="368" name="Shape 368"/>
          <p:cNvSpPr/>
          <p:nvPr/>
        </p:nvSpPr>
        <p:spPr>
          <a:xfrm>
            <a:off x="6246000" y="316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9" name="Shape 369"/>
          <p:cNvSpPr/>
          <p:nvPr/>
        </p:nvSpPr>
        <p:spPr>
          <a:xfrm>
            <a:off x="6246000" y="316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70" name="Shape 370"/>
          <p:cNvSpPr/>
          <p:nvPr/>
        </p:nvSpPr>
        <p:spPr>
          <a:xfrm>
            <a:off x="6546000" y="346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71" name="Icon 371"/>
          <p:cNvPicPr>
            <a:picLocks noChangeAspect="1"/>
          </p:cNvPicPr>
          <p:nvPr/>
        </p:nvPicPr>
        <p:blipFill>
          <a:blip r:embed="rId6"/>
          <a:stretch>
            <a:fillRect/>
          </a:stretch>
        </p:blipFill>
        <p:spPr>
          <a:xfrm>
            <a:off x="6756000" y="3674500"/>
            <a:ext cx="480000" cy="480000"/>
          </a:xfrm>
          <a:prstGeom prst="rect">
            <a:avLst/>
          </a:prstGeom>
        </p:spPr>
      </p:pic>
      <p:sp>
        <p:nvSpPr>
          <p:cNvPr id="372" name="TextBox 372"/>
          <p:cNvSpPr txBox="1"/>
          <p:nvPr/>
        </p:nvSpPr>
        <p:spPr>
          <a:xfrm>
            <a:off x="7646000" y="341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05</a:t>
            </a:r>
          </a:p>
        </p:txBody>
      </p:sp>
      <p:sp>
        <p:nvSpPr>
          <p:cNvPr id="373" name="TextBox 373"/>
          <p:cNvSpPr txBox="1"/>
          <p:nvPr/>
        </p:nvSpPr>
        <p:spPr>
          <a:xfrm>
            <a:off x="7646000" y="366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Owner marketing &amp; incentives</a:t>
            </a:r>
          </a:p>
        </p:txBody>
      </p:sp>
      <p:sp>
        <p:nvSpPr>
          <p:cNvPr id="374" name="TextBox 374"/>
          <p:cNvSpPr txBox="1"/>
          <p:nvPr/>
        </p:nvSpPr>
        <p:spPr>
          <a:xfrm>
            <a:off x="7646000" y="3990632"/>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Marketing packages and tools that explain programme value</a:t>
            </a:r>
          </a:p>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Owner and hotel incentives to drive participation</a:t>
            </a:r>
          </a:p>
        </p:txBody>
      </p:sp>
      <p:sp>
        <p:nvSpPr>
          <p:cNvPr id="375" name="Shape 375"/>
          <p:cNvSpPr/>
          <p:nvPr/>
        </p:nvSpPr>
        <p:spPr>
          <a:xfrm>
            <a:off x="6246000" y="4804500"/>
            <a:ext cx="5545610" cy="1500000"/>
          </a:xfrm>
          <a:prstGeom prst="rect">
            <a:avLst/>
          </a:prstGeom>
          <a:solidFill>
            <a:srgbClr val="1F4456"/>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76" name="Shape 376"/>
          <p:cNvSpPr/>
          <p:nvPr/>
        </p:nvSpPr>
        <p:spPr>
          <a:xfrm>
            <a:off x="6246000" y="480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77" name="TextBox 377"/>
          <p:cNvSpPr txBox="1"/>
          <p:nvPr/>
        </p:nvSpPr>
        <p:spPr>
          <a:xfrm>
            <a:off x="6706000" y="5104500"/>
            <a:ext cx="4785610" cy="28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all" spc="100" normalizeH="0" baseline="0" noProof="0">
                <a:ln>
                  <a:noFill/>
                </a:ln>
                <a:solidFill>
                  <a:srgbClr val="FDBD50"/>
                </a:solidFill>
                <a:effectLst/>
                <a:uLnTx/>
                <a:uFillTx/>
                <a:latin typeface="Arial" panose="020B0604020202020204"/>
                <a:ea typeface="+mn-ea"/>
                <a:cs typeface="Arial"/>
              </a:rPr>
              <a:t>How we deliver</a:t>
            </a:r>
          </a:p>
        </p:txBody>
      </p:sp>
      <p:sp>
        <p:nvSpPr>
          <p:cNvPr id="378" name="TextBox 378"/>
          <p:cNvSpPr txBox="1"/>
          <p:nvPr/>
        </p:nvSpPr>
        <p:spPr>
          <a:xfrm>
            <a:off x="6706000" y="5424500"/>
            <a:ext cx="4785610" cy="70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500" b="1" i="0" u="none" strike="noStrike" kern="1200" cap="none" spc="0" normalizeH="0" baseline="0" noProof="0">
                <a:ln>
                  <a:noFill/>
                </a:ln>
                <a:solidFill>
                  <a:srgbClr val="FFFFFF"/>
                </a:solidFill>
                <a:effectLst/>
                <a:uLnTx/>
                <a:uFillTx/>
                <a:latin typeface="Arial" panose="020B0604020202020204"/>
                <a:ea typeface="+mn-ea"/>
                <a:cs typeface="Arial"/>
              </a:rPr>
              <a:t>Design-consultant SRM – only GC manages this category; align HLG, owners and suppliers.</a:t>
            </a:r>
          </a:p>
        </p:txBody>
      </p:sp>
      <p:sp>
        <p:nvSpPr>
          <p:cNvPr id="2" name="Rectangle 1">
            <a:extLst>
              <a:ext uri="{FF2B5EF4-FFF2-40B4-BE49-F238E27FC236}">
                <a16:creationId xmlns:a16="http://schemas.microsoft.com/office/drawing/2014/main" id="{67E91838-3B53-F604-1515-4B2BA360DB0C}"/>
              </a:ext>
            </a:extLst>
          </p:cNvPr>
          <p:cNvSpPr/>
          <p:nvPr/>
        </p:nvSpPr>
        <p:spPr>
          <a:xfrm>
            <a:off x="8743308" y="-157132"/>
            <a:ext cx="3554858" cy="36668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Feeds into overarching GP strategy</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Text"/>
          <p:cNvSpPr txBox="1"/>
          <p:nvPr/>
        </p:nvSpPr>
        <p:spPr>
          <a:xfrm>
            <a:off x="521234" y="350000"/>
            <a:ext cx="11150000" cy="7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all" spc="0" normalizeH="0" baseline="0" noProof="0">
                <a:ln>
                  <a:noFill/>
                </a:ln>
                <a:solidFill>
                  <a:srgbClr val="000000"/>
                </a:solidFill>
                <a:effectLst/>
                <a:uLnTx/>
                <a:uFillTx/>
                <a:latin typeface="Arial" panose="020B0604020202020204"/>
                <a:ea typeface="+mn-ea"/>
                <a:cs typeface="+mn-cs"/>
              </a:rPr>
              <a:t>INITIATIVES| </a:t>
            </a:r>
            <a:r>
              <a:rPr kumimoji="0" lang="en-GB" sz="2000" b="0" i="0" u="none" strike="noStrike" kern="1200" cap="all" spc="0" normalizeH="0" baseline="0" noProof="0">
                <a:ln>
                  <a:noFill/>
                </a:ln>
                <a:solidFill>
                  <a:srgbClr val="000000"/>
                </a:solidFill>
                <a:effectLst/>
                <a:uLnTx/>
                <a:uFillTx/>
                <a:latin typeface="Arial" panose="020B0604020202020204"/>
                <a:ea typeface="+mn-ea"/>
                <a:cs typeface="+mn-cs"/>
              </a:rPr>
              <a:t>PROGRAMME CAPTURE forecast </a:t>
            </a:r>
            <a:r>
              <a:rPr kumimoji="0" lang="en-GB" sz="2000" b="0" i="0" u="none" strike="noStrike" kern="1200" cap="none" spc="0" normalizeH="0" baseline="0" noProof="0">
                <a:ln>
                  <a:noFill/>
                </a:ln>
                <a:solidFill>
                  <a:srgbClr val="000000"/>
                </a:solidFill>
                <a:effectLst/>
                <a:uLnTx/>
                <a:uFillTx/>
                <a:latin typeface="Arial" panose="020B0604020202020204"/>
                <a:ea typeface="+mn-ea"/>
                <a:cs typeface="+mn-cs"/>
              </a:rPr>
              <a:t>PHASED TO 2030 | Greater China</a:t>
            </a:r>
          </a:p>
        </p:txBody>
      </p:sp>
      <p:graphicFrame>
        <p:nvGraphicFramePr>
          <p:cNvPr id="20" name="Initiatives Table"/>
          <p:cNvGraphicFramePr>
            <a:graphicFrameLocks noGrp="1"/>
          </p:cNvGraphicFramePr>
          <p:nvPr/>
        </p:nvGraphicFramePr>
        <p:xfrm>
          <a:off x="246342" y="937999"/>
          <a:ext cx="11310658" cy="4683873"/>
        </p:xfrm>
        <a:graphic>
          <a:graphicData uri="http://schemas.openxmlformats.org/drawingml/2006/table">
            <a:tbl>
              <a:tblPr firstRow="1">
                <a:tableStyleId>{5C22544A-7EE6-4342-B048-85BDC9FD1C3A}</a:tableStyleId>
              </a:tblPr>
              <a:tblGrid>
                <a:gridCol w="2297641">
                  <a:extLst>
                    <a:ext uri="{9D8B030D-6E8A-4147-A177-3AD203B41FA5}">
                      <a16:colId xmlns:a16="http://schemas.microsoft.com/office/drawing/2014/main" val="20000"/>
                    </a:ext>
                  </a:extLst>
                </a:gridCol>
                <a:gridCol w="4535561">
                  <a:extLst>
                    <a:ext uri="{9D8B030D-6E8A-4147-A177-3AD203B41FA5}">
                      <a16:colId xmlns:a16="http://schemas.microsoft.com/office/drawing/2014/main" val="20001"/>
                    </a:ext>
                  </a:extLst>
                </a:gridCol>
                <a:gridCol w="1119364">
                  <a:extLst>
                    <a:ext uri="{9D8B030D-6E8A-4147-A177-3AD203B41FA5}">
                      <a16:colId xmlns:a16="http://schemas.microsoft.com/office/drawing/2014/main" val="20002"/>
                    </a:ext>
                  </a:extLst>
                </a:gridCol>
                <a:gridCol w="1119364">
                  <a:extLst>
                    <a:ext uri="{9D8B030D-6E8A-4147-A177-3AD203B41FA5}">
                      <a16:colId xmlns:a16="http://schemas.microsoft.com/office/drawing/2014/main" val="20003"/>
                    </a:ext>
                  </a:extLst>
                </a:gridCol>
                <a:gridCol w="1119364">
                  <a:extLst>
                    <a:ext uri="{9D8B030D-6E8A-4147-A177-3AD203B41FA5}">
                      <a16:colId xmlns:a16="http://schemas.microsoft.com/office/drawing/2014/main" val="20004"/>
                    </a:ext>
                  </a:extLst>
                </a:gridCol>
                <a:gridCol w="1119364">
                  <a:extLst>
                    <a:ext uri="{9D8B030D-6E8A-4147-A177-3AD203B41FA5}">
                      <a16:colId xmlns:a16="http://schemas.microsoft.com/office/drawing/2014/main" val="20005"/>
                    </a:ext>
                  </a:extLst>
                </a:gridCol>
              </a:tblGrid>
              <a:tr h="202855">
                <a:tc>
                  <a:txBody>
                    <a:bodyPr/>
                    <a:lstStyle/>
                    <a:p>
                      <a:pPr marL="0" indent="0" algn="l">
                        <a:lnSpc>
                          <a:spcPct val="90000"/>
                        </a:lnSpc>
                        <a:spcBef>
                          <a:spcPts val="100"/>
                        </a:spcBef>
                        <a:spcAft>
                          <a:spcPts val="100"/>
                        </a:spcAft>
                        <a:buNone/>
                      </a:pPr>
                      <a:r>
                        <a:rPr lang="en-GB" sz="1100" b="1" i="0">
                          <a:solidFill>
                            <a:srgbClr val="FFFFFF"/>
                          </a:solidFill>
                          <a:latin typeface="+mn-lt"/>
                        </a:rPr>
                        <a:t>INITIATIVE</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WHAT CHANGES</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2027</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2028</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2029</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2030</a:t>
                      </a:r>
                    </a:p>
                  </a:txBody>
                  <a:tcPr marL="72000" marR="72000" marT="13716" marB="13716" anchor="ctr">
                    <a:lnB w="6350" cap="flat" cmpd="sng" algn="ctr">
                      <a:solidFill>
                        <a:srgbClr val="C0C7CA"/>
                      </a:solidFill>
                      <a:prstDash val="solid"/>
                    </a:lnB>
                    <a:solidFill>
                      <a:srgbClr val="1F4456"/>
                    </a:solidFill>
                  </a:tcPr>
                </a:tc>
                <a:extLst>
                  <a:ext uri="{0D108BD9-81ED-4DB2-BD59-A6C34878D82A}">
                    <a16:rowId xmlns:a16="http://schemas.microsoft.com/office/drawing/2014/main" val="10000"/>
                  </a:ext>
                </a:extLst>
              </a:tr>
              <a:tr h="343293">
                <a:tc gridSpan="2">
                  <a:txBody>
                    <a:bodyPr/>
                    <a:lstStyle/>
                    <a:p>
                      <a:pPr marL="0" indent="0" algn="l">
                        <a:lnSpc>
                          <a:spcPct val="90000"/>
                        </a:lnSpc>
                        <a:spcBef>
                          <a:spcPts val="100"/>
                        </a:spcBef>
                        <a:spcAft>
                          <a:spcPts val="100"/>
                        </a:spcAft>
                        <a:buNone/>
                      </a:pPr>
                      <a:endParaRPr sz="2000"/>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hMerge="1">
                  <a:txBody>
                    <a:bodyPr/>
                    <a:lstStyle/>
                    <a:p>
                      <a:endParaRPr/>
                    </a:p>
                  </a:txBody>
                  <a:tcPr marL="72000" marR="72000" marT="13716" marB="13716"/>
                </a:tc>
                <a:tc gridSpan="4">
                  <a:txBody>
                    <a:bodyPr/>
                    <a:lstStyle/>
                    <a:p>
                      <a:pPr marL="0" indent="0" algn="ctr">
                        <a:lnSpc>
                          <a:spcPct val="90000"/>
                        </a:lnSpc>
                        <a:spcBef>
                          <a:spcPts val="100"/>
                        </a:spcBef>
                        <a:spcAft>
                          <a:spcPts val="100"/>
                        </a:spcAft>
                        <a:buNone/>
                      </a:pPr>
                      <a:r>
                        <a:rPr lang="en-GB" sz="800" b="0" i="1">
                          <a:solidFill>
                            <a:srgbClr val="688997"/>
                          </a:solidFill>
                          <a:latin typeface="+mn-lt"/>
                        </a:rPr>
                        <a:t>Additional programme spend captured, cumulative — $m and percentage points of addressable spend</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extLst>
                  <a:ext uri="{0D108BD9-81ED-4DB2-BD59-A6C34878D82A}">
                    <a16:rowId xmlns:a16="http://schemas.microsoft.com/office/drawing/2014/main" val="10001"/>
                  </a:ext>
                </a:extLst>
              </a:tr>
              <a:tr h="202855">
                <a:tc gridSpan="6">
                  <a:txBody>
                    <a:bodyPr/>
                    <a:lstStyle/>
                    <a:p>
                      <a:pPr marL="0" indent="0" algn="l">
                        <a:lnSpc>
                          <a:spcPct val="90000"/>
                        </a:lnSpc>
                        <a:spcBef>
                          <a:spcPts val="100"/>
                        </a:spcBef>
                        <a:spcAft>
                          <a:spcPts val="100"/>
                        </a:spcAft>
                        <a:buNone/>
                      </a:pPr>
                      <a:r>
                        <a:rPr lang="en-GB" sz="1100" b="1" i="0">
                          <a:solidFill>
                            <a:srgbClr val="E8542C"/>
                          </a:solidFill>
                          <a:latin typeface="+mn-lt"/>
                        </a:rPr>
                        <a:t>ACCELERATE — build on what we already have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0EDEC"/>
                    </a:solidFill>
                  </a:tcPr>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extLst>
                  <a:ext uri="{0D108BD9-81ED-4DB2-BD59-A6C34878D82A}">
                    <a16:rowId xmlns:a16="http://schemas.microsoft.com/office/drawing/2014/main" val="10002"/>
                  </a:ext>
                </a:extLst>
              </a:tr>
              <a:tr h="452523">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 magna aliqua ut enim ad minim veniam quis nostrud</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extLst>
                  <a:ext uri="{0D108BD9-81ED-4DB2-BD59-A6C34878D82A}">
                    <a16:rowId xmlns:a16="http://schemas.microsoft.com/office/drawing/2014/main" val="10003"/>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4"/>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5"/>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6"/>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 magna aliqua ut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7"/>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8"/>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9"/>
                  </a:ext>
                </a:extLst>
              </a:tr>
              <a:tr h="364388">
                <a:tc gridSpan="2">
                  <a:txBody>
                    <a:bodyPr/>
                    <a:lstStyle/>
                    <a:p>
                      <a:pPr marL="0" indent="0" algn="l">
                        <a:lnSpc>
                          <a:spcPct val="90000"/>
                        </a:lnSpc>
                        <a:spcBef>
                          <a:spcPts val="100"/>
                        </a:spcBef>
                        <a:spcAft>
                          <a:spcPts val="100"/>
                        </a:spcAft>
                        <a:buNone/>
                      </a:pPr>
                      <a:r>
                        <a:rPr lang="en-GB" sz="1050" b="1" i="0">
                          <a:solidFill>
                            <a:srgbClr val="1F4456"/>
                          </a:solidFill>
                          <a:latin typeface="+mn-lt"/>
                        </a:rPr>
                        <a:t>Accelerate subtotal</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hMerge="1">
                  <a:txBody>
                    <a:bodyPr/>
                    <a:lstStyle/>
                    <a:p>
                      <a:endParaRPr/>
                    </a:p>
                  </a:txBody>
                  <a:tcPr marL="72000" marR="72000" marT="13716" marB="13716"/>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extLst>
                  <a:ext uri="{0D108BD9-81ED-4DB2-BD59-A6C34878D82A}">
                    <a16:rowId xmlns:a16="http://schemas.microsoft.com/office/drawing/2014/main" val="10010"/>
                  </a:ext>
                </a:extLst>
              </a:tr>
              <a:tr h="202855">
                <a:tc gridSpan="6">
                  <a:txBody>
                    <a:bodyPr/>
                    <a:lstStyle/>
                    <a:p>
                      <a:pPr marL="0" indent="0" algn="l">
                        <a:lnSpc>
                          <a:spcPct val="90000"/>
                        </a:lnSpc>
                        <a:spcBef>
                          <a:spcPts val="100"/>
                        </a:spcBef>
                        <a:spcAft>
                          <a:spcPts val="100"/>
                        </a:spcAft>
                        <a:buNone/>
                      </a:pPr>
                      <a:r>
                        <a:rPr lang="en-GB" sz="1100" b="1" i="0">
                          <a:solidFill>
                            <a:srgbClr val="E8542C"/>
                          </a:solidFill>
                          <a:latin typeface="+mn-lt"/>
                        </a:rPr>
                        <a:t>STEP-CHANGE — buy scale rather than build it </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0EDEC"/>
                    </a:solidFill>
                  </a:tcPr>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extLst>
                  <a:ext uri="{0D108BD9-81ED-4DB2-BD59-A6C34878D82A}">
                    <a16:rowId xmlns:a16="http://schemas.microsoft.com/office/drawing/2014/main" val="10011"/>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 magna</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extLst>
                  <a:ext uri="{0D108BD9-81ED-4DB2-BD59-A6C34878D82A}">
                    <a16:rowId xmlns:a16="http://schemas.microsoft.com/office/drawing/2014/main" val="10012"/>
                  </a:ext>
                </a:extLst>
              </a:tr>
              <a:tr h="364388">
                <a:tc gridSpan="2">
                  <a:txBody>
                    <a:bodyPr/>
                    <a:lstStyle/>
                    <a:p>
                      <a:pPr marL="0" indent="0" algn="l">
                        <a:lnSpc>
                          <a:spcPct val="90000"/>
                        </a:lnSpc>
                        <a:spcBef>
                          <a:spcPts val="100"/>
                        </a:spcBef>
                        <a:spcAft>
                          <a:spcPts val="100"/>
                        </a:spcAft>
                        <a:buNone/>
                      </a:pPr>
                      <a:r>
                        <a:rPr lang="en-GB" sz="1050" b="1" i="0">
                          <a:solidFill>
                            <a:srgbClr val="E8542C"/>
                          </a:solidFill>
                          <a:latin typeface="+mn-lt"/>
                        </a:rPr>
                        <a:t>Total additional capture from initiatives</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hMerge="1">
                  <a:txBody>
                    <a:bodyPr/>
                    <a:lstStyle/>
                    <a:p>
                      <a:endParaRPr/>
                    </a:p>
                  </a:txBody>
                  <a:tcPr marL="72000" marR="72000" marT="13716" marB="13716"/>
                </a:tc>
                <a:tc>
                  <a:txBody>
                    <a:bodyPr/>
                    <a:lstStyle/>
                    <a:p>
                      <a:pPr marL="0" indent="0" algn="ctr">
                        <a:lnSpc>
                          <a:spcPct val="90000"/>
                        </a:lnSpc>
                        <a:spcBef>
                          <a:spcPts val="100"/>
                        </a:spcBef>
                        <a:spcAft>
                          <a:spcPts val="100"/>
                        </a:spcAft>
                        <a:buNone/>
                      </a:pPr>
                      <a:r>
                        <a:rPr lang="en-GB" sz="1050" b="1" i="0">
                          <a:solidFill>
                            <a:srgbClr val="E8542C"/>
                          </a:solidFill>
                          <a:latin typeface="+mn-lt"/>
                        </a:rPr>
                        <a:t>$XXm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a:txBody>
                    <a:bodyPr/>
                    <a:lstStyle/>
                    <a:p>
                      <a:pPr marL="0" indent="0" algn="ctr">
                        <a:lnSpc>
                          <a:spcPct val="90000"/>
                        </a:lnSpc>
                        <a:spcBef>
                          <a:spcPts val="100"/>
                        </a:spcBef>
                        <a:spcAft>
                          <a:spcPts val="100"/>
                        </a:spcAft>
                        <a:buNone/>
                      </a:pPr>
                      <a:r>
                        <a:rPr lang="en-GB" sz="1050" b="1" i="0">
                          <a:solidFill>
                            <a:srgbClr val="E8542C"/>
                          </a:solidFill>
                          <a:latin typeface="+mn-lt"/>
                        </a:rPr>
                        <a:t>$XXXm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a:txBody>
                    <a:bodyPr/>
                    <a:lstStyle/>
                    <a:p>
                      <a:pPr marL="0" indent="0" algn="ctr">
                        <a:lnSpc>
                          <a:spcPct val="90000"/>
                        </a:lnSpc>
                        <a:spcBef>
                          <a:spcPts val="100"/>
                        </a:spcBef>
                        <a:spcAft>
                          <a:spcPts val="100"/>
                        </a:spcAft>
                        <a:buNone/>
                      </a:pPr>
                      <a:r>
                        <a:rPr lang="en-GB" sz="1050" b="1" i="0">
                          <a:solidFill>
                            <a:srgbClr val="E8542C"/>
                          </a:solidFill>
                          <a:latin typeface="+mn-lt"/>
                        </a:rPr>
                        <a:t>$XXXm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a:txBody>
                    <a:bodyPr/>
                    <a:lstStyle/>
                    <a:p>
                      <a:pPr marL="0" indent="0" algn="ctr">
                        <a:lnSpc>
                          <a:spcPct val="90000"/>
                        </a:lnSpc>
                        <a:spcBef>
                          <a:spcPts val="100"/>
                        </a:spcBef>
                        <a:spcAft>
                          <a:spcPts val="100"/>
                        </a:spcAft>
                        <a:buNone/>
                      </a:pPr>
                      <a:r>
                        <a:rPr lang="en-GB" sz="1050" b="1" i="0">
                          <a:solidFill>
                            <a:srgbClr val="E8542C"/>
                          </a:solidFill>
                          <a:latin typeface="+mn-lt"/>
                        </a:rPr>
                        <a:t>$XXXm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extLst>
                  <a:ext uri="{0D108BD9-81ED-4DB2-BD59-A6C34878D82A}">
                    <a16:rowId xmlns:a16="http://schemas.microsoft.com/office/drawing/2014/main" val="10013"/>
                  </a:ext>
                </a:extLst>
              </a:tr>
            </a:tbl>
          </a:graphicData>
        </a:graphic>
      </p:graphicFrame>
      <p:sp>
        <p:nvSpPr>
          <p:cNvPr id="21" name="Footnote"/>
          <p:cNvSpPr txBox="1"/>
          <p:nvPr/>
        </p:nvSpPr>
        <p:spPr>
          <a:xfrm>
            <a:off x="246342" y="5858497"/>
            <a:ext cx="11869457" cy="62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1F4456"/>
                </a:solidFill>
                <a:effectLst/>
                <a:uLnTx/>
                <a:uFillTx/>
                <a:latin typeface="Arial" panose="020B0604020202020204"/>
                <a:ea typeface="+mn-ea"/>
                <a:cs typeface="+mn-c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500" b="1" i="0" u="none" strike="noStrike" kern="1200" cap="none" spc="0" normalizeH="0" baseline="0" noProof="0">
              <a:ln>
                <a:noFill/>
              </a:ln>
              <a:solidFill>
                <a:srgbClr val="1F4456"/>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1" u="none" strike="noStrike" kern="1200" cap="none" spc="0" normalizeH="0" baseline="0" noProof="0">
                <a:ln>
                  <a:noFill/>
                </a:ln>
                <a:solidFill>
                  <a:srgbClr val="688997"/>
                </a:solidFill>
                <a:effectLst/>
                <a:uLnTx/>
                <a:uFillTx/>
                <a:latin typeface="Arial" panose="020B0604020202020204"/>
                <a:ea typeface="+mn-ea"/>
                <a:cs typeface="+mn-cs"/>
              </a:rPr>
              <a:t>Phasing and ranges are directional stakes in the ground for discussion, not modelled forecasts. They assume the capability investments on the preceding pages are funded from 2027, and are not fully additive where initiatives overlap.</a:t>
            </a:r>
          </a:p>
        </p:txBody>
      </p:sp>
      <p:sp>
        <p:nvSpPr>
          <p:cNvPr id="2" name="Oval 1">
            <a:extLst>
              <a:ext uri="{FF2B5EF4-FFF2-40B4-BE49-F238E27FC236}">
                <a16:creationId xmlns:a16="http://schemas.microsoft.com/office/drawing/2014/main" id="{4EFA9002-0492-E423-7266-231CF31CD998}"/>
              </a:ext>
            </a:extLst>
          </p:cNvPr>
          <p:cNvSpPr/>
          <p:nvPr/>
        </p:nvSpPr>
        <p:spPr>
          <a:xfrm>
            <a:off x="10568119" y="4844598"/>
            <a:ext cx="907524" cy="385011"/>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Oval 2">
            <a:extLst>
              <a:ext uri="{FF2B5EF4-FFF2-40B4-BE49-F238E27FC236}">
                <a16:creationId xmlns:a16="http://schemas.microsoft.com/office/drawing/2014/main" id="{9CC1D85A-B78E-CA6E-8764-1CBEC91E8583}"/>
              </a:ext>
            </a:extLst>
          </p:cNvPr>
          <p:cNvSpPr/>
          <p:nvPr/>
        </p:nvSpPr>
        <p:spPr>
          <a:xfrm>
            <a:off x="10568119" y="4315873"/>
            <a:ext cx="907524" cy="385011"/>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Rectangle 3">
            <a:extLst>
              <a:ext uri="{FF2B5EF4-FFF2-40B4-BE49-F238E27FC236}">
                <a16:creationId xmlns:a16="http://schemas.microsoft.com/office/drawing/2014/main" id="{EA01E261-DD05-4ADD-0509-B8281B1D6DA2}"/>
              </a:ext>
            </a:extLst>
          </p:cNvPr>
          <p:cNvSpPr/>
          <p:nvPr/>
        </p:nvSpPr>
        <p:spPr>
          <a:xfrm>
            <a:off x="8743308" y="-157132"/>
            <a:ext cx="3554858" cy="36668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Appendix detail on budget &amp; Planning</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32687&quot;&gt;&lt;version val=&quot;38764&quot;/&gt;&lt;CPresentation id=&quot;1&quot;&gt;&lt;m_precDefaultOrdinal&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Ordinal&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yearfmt&gt;&lt;begin val=&quot;0&quot;/&gt;&lt;end val=&quot;4&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BkWoumVocuRRwQAeUoAICw"/>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XpWnXy2.bhR0sDNX3UHuBA"/>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Prkch6DattC_cdN12wF0dw"/>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MPXO246fOaz5XdywVB7e0A"/>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8xK8Xp7x18IYGxKAvwHloQ"/>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Dgusqc8D__JXEjkVHOb1fQ"/>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UznZvKXBj79.q3KXoLe4EA"/>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tIDL86Mo67MPnHzMCTZDUA"/>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74PfrNcjr8IgxOH2z1qing"/>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SqOYOIZKen7FsDk6HDjlWw"/>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FqFHM45z6oDqRBJWd6cjdA"/>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j6V1hkQNDQfUmVnGy1Y80Q"/>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ApR1_F1MJS4i6VO0fh_T2A"/>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dkoB2s1QP7RQoXELbcVN6Q"/>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HABgqzZapkVhkMap6bHR4w"/>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YsoN_wmYGkNrt2Aa25gJhg"/>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jj9.qhc.7cz4wYtxHuCWTw"/>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i2w7rTd2j.n4wN2J8XrfNw"/>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UOtxqWI_TkPBP7ubJO6IfA"/>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R_JAcC1Ewwd4l0gojSVTwQ"/>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4XjhL7AdP5jdEKo4h3zG7w"/>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NrvwD4vACZD8H.gLHEDiHQ"/>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KBlomOJTrNBnMvWSePWnwQ"/>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WNHgaMCxj.hp25ktm6BHqg"/>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liJMRjGmM6ynEAgQVyGEjg"/>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bqXOpeSJ5u83wrR11QpTYQ"/>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R2498aECGsVFdN8DlIjc_Q"/>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78Jx2yvbF59dwI6f0lx1ig"/>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09yC0LzQ6pWjJDK1XR.7Rw"/>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jfUX9ciZRsaRwIo4KlIvw"/>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4A0mFy9pbFpK4KlqkSmq0g"/>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TbxlLpMvRUYq_axr_NzxGA"/>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b3j88WfY7YXPJpWltkX.IA"/>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Fbt.ZElnXIz7KS_H_r2Stg"/>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waKAi6bct88W5AG05OmCtQ"/>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LdCFrReq3RqLaxwIrLCTXg"/>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tz.7adaG8tThXBhWkhRasg"/>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4nBmR.jxChP7YRLv9MzkFw"/>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MknWYd2noXu10XWkn4Dlvw"/>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2Sy2rtTqNURZm73Ybq.Wyw"/>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UQ7DTzuM4uFENXVIB0Uz3Q"/>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tl0FXDnuFjTtpztB1MSY1g"/>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UiuuHVYSd7cTt.nMb9sYbQ"/>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NTCtmrJGRnbNDkdIQrds9A"/>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7MHcnv4HkKdA0Lr4kWcLTQ"/>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gTb2znpaJkh35_Pl1yJdwQ"/>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h4xP98Pu8r_MrJ4xVIbqdw"/>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tYFfQR5XfXVVQQCn1Wr4rg"/>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_gZibCVXfEZZoBzcy5T0Pw"/>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UO90GtyOQbGaOQORnH907Q"/>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ZU.19dlXgyJp5yAkxre_5g"/>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tgQKfaedq3vqoKXQebLiN_g"/>
</p:tagLst>
</file>

<file path=ppt/tags/tag2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tBkWoumVocuRRwQAeUoAICw"/>
</p:tagLst>
</file>

<file path=ppt/tags/tag268.xml><?xml version="1.0" encoding="utf-8"?>
<p:tagLst xmlns:a="http://schemas.openxmlformats.org/drawingml/2006/main" xmlns:r="http://schemas.openxmlformats.org/officeDocument/2006/relationships" xmlns:p="http://schemas.openxmlformats.org/presentationml/2006/main">
  <p:tag name="THINKCELLSHAPEDONOTDELETE" val="tXpWnXy2.bhR0sDNX3UHuBA"/>
</p:tagLst>
</file>

<file path=ppt/tags/tag269.xml><?xml version="1.0" encoding="utf-8"?>
<p:tagLst xmlns:a="http://schemas.openxmlformats.org/drawingml/2006/main" xmlns:r="http://schemas.openxmlformats.org/officeDocument/2006/relationships" xmlns:p="http://schemas.openxmlformats.org/presentationml/2006/main">
  <p:tag name="THINKCELLSHAPEDONOTDELETE" val="tPrkch6DattC_cdN12wF0dw"/>
</p:tagLst>
</file>

<file path=ppt/tags/tag270.xml><?xml version="1.0" encoding="utf-8"?>
<p:tagLst xmlns:a="http://schemas.openxmlformats.org/drawingml/2006/main" xmlns:r="http://schemas.openxmlformats.org/officeDocument/2006/relationships" xmlns:p="http://schemas.openxmlformats.org/presentationml/2006/main">
  <p:tag name="THINKCELLSHAPEDONOTDELETE" val="tMPXO246fOaz5XdywVB7e0A"/>
</p:tagLst>
</file>

<file path=ppt/tags/tag271.xml><?xml version="1.0" encoding="utf-8"?>
<p:tagLst xmlns:a="http://schemas.openxmlformats.org/drawingml/2006/main" xmlns:r="http://schemas.openxmlformats.org/officeDocument/2006/relationships" xmlns:p="http://schemas.openxmlformats.org/presentationml/2006/main">
  <p:tag name="THINKCELLSHAPEDONOTDELETE" val="t8xK8Xp7x18IYGxKAvwHloQ"/>
</p:tagLst>
</file>

<file path=ppt/tags/tag272.xml><?xml version="1.0" encoding="utf-8"?>
<p:tagLst xmlns:a="http://schemas.openxmlformats.org/drawingml/2006/main" xmlns:r="http://schemas.openxmlformats.org/officeDocument/2006/relationships" xmlns:p="http://schemas.openxmlformats.org/presentationml/2006/main">
  <p:tag name="THINKCELLSHAPEDONOTDELETE" val="tDgusqc8D__JXEjkVHOb1fQ"/>
</p:tagLst>
</file>

<file path=ppt/tags/tag273.xml><?xml version="1.0" encoding="utf-8"?>
<p:tagLst xmlns:a="http://schemas.openxmlformats.org/drawingml/2006/main" xmlns:r="http://schemas.openxmlformats.org/officeDocument/2006/relationships" xmlns:p="http://schemas.openxmlformats.org/presentationml/2006/main">
  <p:tag name="THINKCELLSHAPEDONOTDELETE" val="tUznZvKXBj79.q3KXoLe4EA"/>
</p:tagLst>
</file>

<file path=ppt/tags/tag274.xml><?xml version="1.0" encoding="utf-8"?>
<p:tagLst xmlns:a="http://schemas.openxmlformats.org/drawingml/2006/main" xmlns:r="http://schemas.openxmlformats.org/officeDocument/2006/relationships" xmlns:p="http://schemas.openxmlformats.org/presentationml/2006/main">
  <p:tag name="THINKCELLSHAPEDONOTDELETE" val="ttIDL86Mo67MPnHzMCTZDUA"/>
</p:tagLst>
</file>

<file path=ppt/tags/tag275.xml><?xml version="1.0" encoding="utf-8"?>
<p:tagLst xmlns:a="http://schemas.openxmlformats.org/drawingml/2006/main" xmlns:r="http://schemas.openxmlformats.org/officeDocument/2006/relationships" xmlns:p="http://schemas.openxmlformats.org/presentationml/2006/main">
  <p:tag name="THINKCELLSHAPEDONOTDELETE" val="t74PfrNcjr8IgxOH2z1qing"/>
</p:tagLst>
</file>

<file path=ppt/tags/tag276.xml><?xml version="1.0" encoding="utf-8"?>
<p:tagLst xmlns:a="http://schemas.openxmlformats.org/drawingml/2006/main" xmlns:r="http://schemas.openxmlformats.org/officeDocument/2006/relationships" xmlns:p="http://schemas.openxmlformats.org/presentationml/2006/main">
  <p:tag name="THINKCELLSHAPEDONOTDELETE" val="tSqOYOIZKen7FsDk6HDjlWw"/>
</p:tagLst>
</file>

<file path=ppt/tags/tag277.xml><?xml version="1.0" encoding="utf-8"?>
<p:tagLst xmlns:a="http://schemas.openxmlformats.org/drawingml/2006/main" xmlns:r="http://schemas.openxmlformats.org/officeDocument/2006/relationships" xmlns:p="http://schemas.openxmlformats.org/presentationml/2006/main">
  <p:tag name="THINKCELLSHAPEDONOTDELETE" val="tFqFHM45z6oDqRBJWd6cjdA"/>
</p:tagLst>
</file>

<file path=ppt/tags/tag278.xml><?xml version="1.0" encoding="utf-8"?>
<p:tagLst xmlns:a="http://schemas.openxmlformats.org/drawingml/2006/main" xmlns:r="http://schemas.openxmlformats.org/officeDocument/2006/relationships" xmlns:p="http://schemas.openxmlformats.org/presentationml/2006/main">
  <p:tag name="THINKCELLSHAPEDONOTDELETE" val="tj6V1hkQNDQfUmVnGy1Y80Q"/>
</p:tagLst>
</file>

<file path=ppt/tags/tag279.xml><?xml version="1.0" encoding="utf-8"?>
<p:tagLst xmlns:a="http://schemas.openxmlformats.org/drawingml/2006/main" xmlns:r="http://schemas.openxmlformats.org/officeDocument/2006/relationships" xmlns:p="http://schemas.openxmlformats.org/presentationml/2006/main">
  <p:tag name="THINKCELLSHAPEDONOTDELETE" val="tApR1_F1MJS4i6VO0fh_T2A"/>
</p:tagLst>
</file>

<file path=ppt/tags/tag2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3.xml><?xml version="1.0" encoding="utf-8"?>
<p:tagLst xmlns:a="http://schemas.openxmlformats.org/drawingml/2006/main" xmlns:r="http://schemas.openxmlformats.org/officeDocument/2006/relationships" xmlns:p="http://schemas.openxmlformats.org/presentationml/2006/main">
  <p:tag name="THINKCELLSHAPEDONOTDELETE" val="tdkoB2s1QP7RQoXELbcVN6Q"/>
</p:tagLst>
</file>

<file path=ppt/tags/tag284.xml><?xml version="1.0" encoding="utf-8"?>
<p:tagLst xmlns:a="http://schemas.openxmlformats.org/drawingml/2006/main" xmlns:r="http://schemas.openxmlformats.org/officeDocument/2006/relationships" xmlns:p="http://schemas.openxmlformats.org/presentationml/2006/main">
  <p:tag name="THINKCELLSHAPEDONOTDELETE" val="tHABgqzZapkVhkMap6bHR4w"/>
</p:tagLst>
</file>

<file path=ppt/tags/tag285.xml><?xml version="1.0" encoding="utf-8"?>
<p:tagLst xmlns:a="http://schemas.openxmlformats.org/drawingml/2006/main" xmlns:r="http://schemas.openxmlformats.org/officeDocument/2006/relationships" xmlns:p="http://schemas.openxmlformats.org/presentationml/2006/main">
  <p:tag name="THINKCELLSHAPEDONOTDELETE" val="tYsoN_wmYGkNrt2Aa25gJhg"/>
</p:tagLst>
</file>

<file path=ppt/tags/tag286.xml><?xml version="1.0" encoding="utf-8"?>
<p:tagLst xmlns:a="http://schemas.openxmlformats.org/drawingml/2006/main" xmlns:r="http://schemas.openxmlformats.org/officeDocument/2006/relationships" xmlns:p="http://schemas.openxmlformats.org/presentationml/2006/main">
  <p:tag name="THINKCELLSHAPEDONOTDELETE" val="tjj9.qhc.7cz4wYtxHuCWTw"/>
</p:tagLst>
</file>

<file path=ppt/tags/tag287.xml><?xml version="1.0" encoding="utf-8"?>
<p:tagLst xmlns:a="http://schemas.openxmlformats.org/drawingml/2006/main" xmlns:r="http://schemas.openxmlformats.org/officeDocument/2006/relationships" xmlns:p="http://schemas.openxmlformats.org/presentationml/2006/main">
  <p:tag name="THINKCELLSHAPEDONOTDELETE" val="ti2w7rTd2j.n4wN2J8XrfNw"/>
</p:tagLst>
</file>

<file path=ppt/tags/tag288.xml><?xml version="1.0" encoding="utf-8"?>
<p:tagLst xmlns:a="http://schemas.openxmlformats.org/drawingml/2006/main" xmlns:r="http://schemas.openxmlformats.org/officeDocument/2006/relationships" xmlns:p="http://schemas.openxmlformats.org/presentationml/2006/main">
  <p:tag name="THINKCELLSHAPEDONOTDELETE" val="tUOtxqWI_TkPBP7ubJO6IfA"/>
</p:tagLst>
</file>

<file path=ppt/tags/tag289.xml><?xml version="1.0" encoding="utf-8"?>
<p:tagLst xmlns:a="http://schemas.openxmlformats.org/drawingml/2006/main" xmlns:r="http://schemas.openxmlformats.org/officeDocument/2006/relationships" xmlns:p="http://schemas.openxmlformats.org/presentationml/2006/main">
  <p:tag name="THINKCELLSHAPEDONOTDELETE" val="tR_JAcC1Ewwd4l0gojSVTwQ"/>
</p:tagLst>
</file>

<file path=ppt/tags/tag290.xml><?xml version="1.0" encoding="utf-8"?>
<p:tagLst xmlns:a="http://schemas.openxmlformats.org/drawingml/2006/main" xmlns:r="http://schemas.openxmlformats.org/officeDocument/2006/relationships" xmlns:p="http://schemas.openxmlformats.org/presentationml/2006/main">
  <p:tag name="THINKCELLSHAPEDONOTDELETE" val="t4XjhL7AdP5jdEKo4h3zG7w"/>
</p:tagLst>
</file>

<file path=ppt/tags/tag291.xml><?xml version="1.0" encoding="utf-8"?>
<p:tagLst xmlns:a="http://schemas.openxmlformats.org/drawingml/2006/main" xmlns:r="http://schemas.openxmlformats.org/officeDocument/2006/relationships" xmlns:p="http://schemas.openxmlformats.org/presentationml/2006/main">
  <p:tag name="THINKCELLSHAPEDONOTDELETE" val="tNrvwD4vACZD8H.gLHEDiHQ"/>
</p:tagLst>
</file>

<file path=ppt/tags/tag292.xml><?xml version="1.0" encoding="utf-8"?>
<p:tagLst xmlns:a="http://schemas.openxmlformats.org/drawingml/2006/main" xmlns:r="http://schemas.openxmlformats.org/officeDocument/2006/relationships" xmlns:p="http://schemas.openxmlformats.org/presentationml/2006/main">
  <p:tag name="THINKCELLSHAPEDONOTDELETE" val="tKBlomOJTrNBnMvWSePWnwQ"/>
</p:tagLst>
</file>

<file path=ppt/tags/tag293.xml><?xml version="1.0" encoding="utf-8"?>
<p:tagLst xmlns:a="http://schemas.openxmlformats.org/drawingml/2006/main" xmlns:r="http://schemas.openxmlformats.org/officeDocument/2006/relationships" xmlns:p="http://schemas.openxmlformats.org/presentationml/2006/main">
  <p:tag name="THINKCELLSHAPEDONOTDELETE" val="tWNHgaMCxj.hp25ktm6BHqg"/>
</p:tagLst>
</file>

<file path=ppt/tags/tag294.xml><?xml version="1.0" encoding="utf-8"?>
<p:tagLst xmlns:a="http://schemas.openxmlformats.org/drawingml/2006/main" xmlns:r="http://schemas.openxmlformats.org/officeDocument/2006/relationships" xmlns:p="http://schemas.openxmlformats.org/presentationml/2006/main">
  <p:tag name="THINKCELLSHAPEDONOTDELETE" val="tliJMRjGmM6ynEAgQVyGEjg"/>
</p:tagLst>
</file>

<file path=ppt/tags/tag295.xml><?xml version="1.0" encoding="utf-8"?>
<p:tagLst xmlns:a="http://schemas.openxmlformats.org/drawingml/2006/main" xmlns:r="http://schemas.openxmlformats.org/officeDocument/2006/relationships" xmlns:p="http://schemas.openxmlformats.org/presentationml/2006/main">
  <p:tag name="THINKCELLSHAPEDONOTDELETE" val="tbqXOpeSJ5u83wrR11QpTYQ"/>
</p:tagLst>
</file>

<file path=ppt/tags/tag296.xml><?xml version="1.0" encoding="utf-8"?>
<p:tagLst xmlns:a="http://schemas.openxmlformats.org/drawingml/2006/main" xmlns:r="http://schemas.openxmlformats.org/officeDocument/2006/relationships" xmlns:p="http://schemas.openxmlformats.org/presentationml/2006/main">
  <p:tag name="THINKCELLSHAPEDONOTDELETE" val="tR2498aECGsVFdN8DlIjc_Q"/>
</p:tagLst>
</file>

<file path=ppt/tags/tag297.xml><?xml version="1.0" encoding="utf-8"?>
<p:tagLst xmlns:a="http://schemas.openxmlformats.org/drawingml/2006/main" xmlns:r="http://schemas.openxmlformats.org/officeDocument/2006/relationships" xmlns:p="http://schemas.openxmlformats.org/presentationml/2006/main">
  <p:tag name="THINKCELLSHAPEDONOTDELETE" val="t78Jx2yvbF59dwI6f0lx1ig"/>
</p:tagLst>
</file>

<file path=ppt/tags/tag298.xml><?xml version="1.0" encoding="utf-8"?>
<p:tagLst xmlns:a="http://schemas.openxmlformats.org/drawingml/2006/main" xmlns:r="http://schemas.openxmlformats.org/officeDocument/2006/relationships" xmlns:p="http://schemas.openxmlformats.org/presentationml/2006/main">
  <p:tag name="THINKCELLSHAPEDONOTDELETE" val="t09yC0LzQ6pWjJDK1XR.7Rw"/>
</p:tagLst>
</file>

<file path=ppt/tags/tag299.xml><?xml version="1.0" encoding="utf-8"?>
<p:tagLst xmlns:a="http://schemas.openxmlformats.org/drawingml/2006/main" xmlns:r="http://schemas.openxmlformats.org/officeDocument/2006/relationships" xmlns:p="http://schemas.openxmlformats.org/presentationml/2006/main">
  <p:tag name="THINKCELLSHAPEDONOTDELETE" val="t.jfUX9ciZRsaRwIo4KlIvw"/>
</p:tagLst>
</file>

<file path=ppt/tags/tag300.xml><?xml version="1.0" encoding="utf-8"?>
<p:tagLst xmlns:a="http://schemas.openxmlformats.org/drawingml/2006/main" xmlns:r="http://schemas.openxmlformats.org/officeDocument/2006/relationships" xmlns:p="http://schemas.openxmlformats.org/presentationml/2006/main">
  <p:tag name="THINKCELLSHAPEDONOTDELETE" val="t4A0mFy9pbFpK4KlqkSmq0g"/>
</p:tagLst>
</file>

<file path=ppt/tags/tag301.xml><?xml version="1.0" encoding="utf-8"?>
<p:tagLst xmlns:a="http://schemas.openxmlformats.org/drawingml/2006/main" xmlns:r="http://schemas.openxmlformats.org/officeDocument/2006/relationships" xmlns:p="http://schemas.openxmlformats.org/presentationml/2006/main">
  <p:tag name="THINKCELLSHAPEDONOTDELETE" val="tTbxlLpMvRUYq_axr_NzxGA"/>
</p:tagLst>
</file>

<file path=ppt/tags/tag302.xml><?xml version="1.0" encoding="utf-8"?>
<p:tagLst xmlns:a="http://schemas.openxmlformats.org/drawingml/2006/main" xmlns:r="http://schemas.openxmlformats.org/officeDocument/2006/relationships" xmlns:p="http://schemas.openxmlformats.org/presentationml/2006/main">
  <p:tag name="THINKCELLSHAPEDONOTDELETE" val="tb3j88WfY7YXPJpWltkX.IA"/>
</p:tagLst>
</file>

<file path=ppt/tags/tag303.xml><?xml version="1.0" encoding="utf-8"?>
<p:tagLst xmlns:a="http://schemas.openxmlformats.org/drawingml/2006/main" xmlns:r="http://schemas.openxmlformats.org/officeDocument/2006/relationships" xmlns:p="http://schemas.openxmlformats.org/presentationml/2006/main">
  <p:tag name="THINKCELLSHAPEDONOTDELETE" val="tFbt.ZElnXIz7KS_H_r2Stg"/>
</p:tagLst>
</file>

<file path=ppt/tags/tag304.xml><?xml version="1.0" encoding="utf-8"?>
<p:tagLst xmlns:a="http://schemas.openxmlformats.org/drawingml/2006/main" xmlns:r="http://schemas.openxmlformats.org/officeDocument/2006/relationships" xmlns:p="http://schemas.openxmlformats.org/presentationml/2006/main">
  <p:tag name="THINKCELLSHAPEDONOTDELETE" val="twaKAi6bct88W5AG05OmCtQ"/>
</p:tagLst>
</file>

<file path=ppt/tags/tag305.xml><?xml version="1.0" encoding="utf-8"?>
<p:tagLst xmlns:a="http://schemas.openxmlformats.org/drawingml/2006/main" xmlns:r="http://schemas.openxmlformats.org/officeDocument/2006/relationships" xmlns:p="http://schemas.openxmlformats.org/presentationml/2006/main">
  <p:tag name="THINKCELLSHAPEDONOTDELETE" val="tLdCFrReq3RqLaxwIrLCTXg"/>
</p:tagLst>
</file>

<file path=ppt/tags/tag306.xml><?xml version="1.0" encoding="utf-8"?>
<p:tagLst xmlns:a="http://schemas.openxmlformats.org/drawingml/2006/main" xmlns:r="http://schemas.openxmlformats.org/officeDocument/2006/relationships" xmlns:p="http://schemas.openxmlformats.org/presentationml/2006/main">
  <p:tag name="THINKCELLSHAPEDONOTDELETE" val="ttz.7adaG8tThXBhWkhRasg"/>
</p:tagLst>
</file>

<file path=ppt/tags/tag307.xml><?xml version="1.0" encoding="utf-8"?>
<p:tagLst xmlns:a="http://schemas.openxmlformats.org/drawingml/2006/main" xmlns:r="http://schemas.openxmlformats.org/officeDocument/2006/relationships" xmlns:p="http://schemas.openxmlformats.org/presentationml/2006/main">
  <p:tag name="THINKCELLSHAPEDONOTDELETE" val="t4nBmR.jxChP7YRLv9MzkFw"/>
</p:tagLst>
</file>

<file path=ppt/tags/tag308.xml><?xml version="1.0" encoding="utf-8"?>
<p:tagLst xmlns:a="http://schemas.openxmlformats.org/drawingml/2006/main" xmlns:r="http://schemas.openxmlformats.org/officeDocument/2006/relationships" xmlns:p="http://schemas.openxmlformats.org/presentationml/2006/main">
  <p:tag name="THINKCELLSHAPEDONOTDELETE" val="tMknWYd2noXu10XWkn4Dlvw"/>
</p:tagLst>
</file>

<file path=ppt/tags/tag309.xml><?xml version="1.0" encoding="utf-8"?>
<p:tagLst xmlns:a="http://schemas.openxmlformats.org/drawingml/2006/main" xmlns:r="http://schemas.openxmlformats.org/officeDocument/2006/relationships" xmlns:p="http://schemas.openxmlformats.org/presentationml/2006/main">
  <p:tag name="THINKCELLSHAPEDONOTDELETE" val="t2Sy2rtTqNURZm73Ybq.Wyw"/>
</p:tagLst>
</file>

<file path=ppt/tags/tag310.xml><?xml version="1.0" encoding="utf-8"?>
<p:tagLst xmlns:a="http://schemas.openxmlformats.org/drawingml/2006/main" xmlns:r="http://schemas.openxmlformats.org/officeDocument/2006/relationships" xmlns:p="http://schemas.openxmlformats.org/presentationml/2006/main">
  <p:tag name="THINKCELLSHAPEDONOTDELETE" val="tUQ7DTzuM4uFENXVIB0Uz3Q"/>
</p:tagLst>
</file>

<file path=ppt/tags/tag311.xml><?xml version="1.0" encoding="utf-8"?>
<p:tagLst xmlns:a="http://schemas.openxmlformats.org/drawingml/2006/main" xmlns:r="http://schemas.openxmlformats.org/officeDocument/2006/relationships" xmlns:p="http://schemas.openxmlformats.org/presentationml/2006/main">
  <p:tag name="THINKCELLSHAPEDONOTDELETE" val="ttl0FXDnuFjTtpztB1MSY1g"/>
</p:tagLst>
</file>

<file path=ppt/tags/tag312.xml><?xml version="1.0" encoding="utf-8"?>
<p:tagLst xmlns:a="http://schemas.openxmlformats.org/drawingml/2006/main" xmlns:r="http://schemas.openxmlformats.org/officeDocument/2006/relationships" xmlns:p="http://schemas.openxmlformats.org/presentationml/2006/main">
  <p:tag name="THINKCELLSHAPEDONOTDELETE" val="tUiuuHVYSd7cTt.nMb9sYbQ"/>
</p:tagLst>
</file>

<file path=ppt/tags/tag313.xml><?xml version="1.0" encoding="utf-8"?>
<p:tagLst xmlns:a="http://schemas.openxmlformats.org/drawingml/2006/main" xmlns:r="http://schemas.openxmlformats.org/officeDocument/2006/relationships" xmlns:p="http://schemas.openxmlformats.org/presentationml/2006/main">
  <p:tag name="THINKCELLSHAPEDONOTDELETE" val="tNTCtmrJGRnbNDkdIQrds9A"/>
</p:tagLst>
</file>

<file path=ppt/tags/tag314.xml><?xml version="1.0" encoding="utf-8"?>
<p:tagLst xmlns:a="http://schemas.openxmlformats.org/drawingml/2006/main" xmlns:r="http://schemas.openxmlformats.org/officeDocument/2006/relationships" xmlns:p="http://schemas.openxmlformats.org/presentationml/2006/main">
  <p:tag name="THINKCELLSHAPEDONOTDELETE" val="t7MHcnv4HkKdA0Lr4kWcLTQ"/>
</p:tagLst>
</file>

<file path=ppt/tags/tag315.xml><?xml version="1.0" encoding="utf-8"?>
<p:tagLst xmlns:a="http://schemas.openxmlformats.org/drawingml/2006/main" xmlns:r="http://schemas.openxmlformats.org/officeDocument/2006/relationships" xmlns:p="http://schemas.openxmlformats.org/presentationml/2006/main">
  <p:tag name="THINKCELLSHAPEDONOTDELETE" val="tgTb2znpaJkh35_Pl1yJdwQ"/>
</p:tagLst>
</file>

<file path=ppt/tags/tag316.xml><?xml version="1.0" encoding="utf-8"?>
<p:tagLst xmlns:a="http://schemas.openxmlformats.org/drawingml/2006/main" xmlns:r="http://schemas.openxmlformats.org/officeDocument/2006/relationships" xmlns:p="http://schemas.openxmlformats.org/presentationml/2006/main">
  <p:tag name="THINKCELLSHAPEDONOTDELETE" val="th4xP98Pu8r_MrJ4xVIbqdw"/>
</p:tagLst>
</file>

<file path=ppt/tags/tag317.xml><?xml version="1.0" encoding="utf-8"?>
<p:tagLst xmlns:a="http://schemas.openxmlformats.org/drawingml/2006/main" xmlns:r="http://schemas.openxmlformats.org/officeDocument/2006/relationships" xmlns:p="http://schemas.openxmlformats.org/presentationml/2006/main">
  <p:tag name="THINKCELLSHAPEDONOTDELETE" val="ttYFfQR5XfXVVQQCn1Wr4rg"/>
</p:tagLst>
</file>

<file path=ppt/tags/tag318.xml><?xml version="1.0" encoding="utf-8"?>
<p:tagLst xmlns:a="http://schemas.openxmlformats.org/drawingml/2006/main" xmlns:r="http://schemas.openxmlformats.org/officeDocument/2006/relationships" xmlns:p="http://schemas.openxmlformats.org/presentationml/2006/main">
  <p:tag name="THINKCELLSHAPEDONOTDELETE" val="t_gZibCVXfEZZoBzcy5T0Pw"/>
</p:tagLst>
</file>

<file path=ppt/tags/tag319.xml><?xml version="1.0" encoding="utf-8"?>
<p:tagLst xmlns:a="http://schemas.openxmlformats.org/drawingml/2006/main" xmlns:r="http://schemas.openxmlformats.org/officeDocument/2006/relationships" xmlns:p="http://schemas.openxmlformats.org/presentationml/2006/main">
  <p:tag name="THINKCELLSHAPEDONOTDELETE" val="tUO90GtyOQbGaOQORnH907Q"/>
</p:tagLst>
</file>

<file path=ppt/tags/tag320.xml><?xml version="1.0" encoding="utf-8"?>
<p:tagLst xmlns:a="http://schemas.openxmlformats.org/drawingml/2006/main" xmlns:r="http://schemas.openxmlformats.org/officeDocument/2006/relationships" xmlns:p="http://schemas.openxmlformats.org/presentationml/2006/main">
  <p:tag name="THINKCELLSHAPEDONOTDELETE" val="tZU.19dlXgyJp5yAkxre_5g"/>
</p:tagLst>
</file>

<file path=ppt/tags/tag321.xml><?xml version="1.0" encoding="utf-8"?>
<p:tagLst xmlns:a="http://schemas.openxmlformats.org/drawingml/2006/main" xmlns:r="http://schemas.openxmlformats.org/officeDocument/2006/relationships" xmlns:p="http://schemas.openxmlformats.org/presentationml/2006/main">
  <p:tag name="THINKCELLSHAPEDONOTDELETE" val="tgQKfaedq3vqoKXQebLiN_g"/>
</p:tagLst>
</file>

<file path=ppt/tags/tag3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5.xml><?xml version="1.0" encoding="utf-8"?>
<p:tagLst xmlns:a="http://schemas.openxmlformats.org/drawingml/2006/main" xmlns:r="http://schemas.openxmlformats.org/officeDocument/2006/relationships" xmlns:p="http://schemas.openxmlformats.org/presentationml/2006/main">
  <p:tag name="THINKCELLSHAPEDONOTDELETE" val="tBkWoumVocuRRwQAeUoAICw"/>
</p:tagLst>
</file>

<file path=ppt/tags/tag326.xml><?xml version="1.0" encoding="utf-8"?>
<p:tagLst xmlns:a="http://schemas.openxmlformats.org/drawingml/2006/main" xmlns:r="http://schemas.openxmlformats.org/officeDocument/2006/relationships" xmlns:p="http://schemas.openxmlformats.org/presentationml/2006/main">
  <p:tag name="THINKCELLSHAPEDONOTDELETE" val="tXpWnXy2.bhR0sDNX3UHuBA"/>
</p:tagLst>
</file>

<file path=ppt/tags/tag327.xml><?xml version="1.0" encoding="utf-8"?>
<p:tagLst xmlns:a="http://schemas.openxmlformats.org/drawingml/2006/main" xmlns:r="http://schemas.openxmlformats.org/officeDocument/2006/relationships" xmlns:p="http://schemas.openxmlformats.org/presentationml/2006/main">
  <p:tag name="THINKCELLSHAPEDONOTDELETE" val="tPrkch6DattC_cdN12wF0dw"/>
</p:tagLst>
</file>

<file path=ppt/tags/tag328.xml><?xml version="1.0" encoding="utf-8"?>
<p:tagLst xmlns:a="http://schemas.openxmlformats.org/drawingml/2006/main" xmlns:r="http://schemas.openxmlformats.org/officeDocument/2006/relationships" xmlns:p="http://schemas.openxmlformats.org/presentationml/2006/main">
  <p:tag name="THINKCELLSHAPEDONOTDELETE" val="tMPXO246fOaz5XdywVB7e0A"/>
</p:tagLst>
</file>

<file path=ppt/tags/tag329.xml><?xml version="1.0" encoding="utf-8"?>
<p:tagLst xmlns:a="http://schemas.openxmlformats.org/drawingml/2006/main" xmlns:r="http://schemas.openxmlformats.org/officeDocument/2006/relationships" xmlns:p="http://schemas.openxmlformats.org/presentationml/2006/main">
  <p:tag name="THINKCELLSHAPEDONOTDELETE" val="t8xK8Xp7x18IYGxKAvwHloQ"/>
</p:tagLst>
</file>

<file path=ppt/tags/tag330.xml><?xml version="1.0" encoding="utf-8"?>
<p:tagLst xmlns:a="http://schemas.openxmlformats.org/drawingml/2006/main" xmlns:r="http://schemas.openxmlformats.org/officeDocument/2006/relationships" xmlns:p="http://schemas.openxmlformats.org/presentationml/2006/main">
  <p:tag name="THINKCELLSHAPEDONOTDELETE" val="tDgusqc8D__JXEjkVHOb1fQ"/>
</p:tagLst>
</file>

<file path=ppt/tags/tag331.xml><?xml version="1.0" encoding="utf-8"?>
<p:tagLst xmlns:a="http://schemas.openxmlformats.org/drawingml/2006/main" xmlns:r="http://schemas.openxmlformats.org/officeDocument/2006/relationships" xmlns:p="http://schemas.openxmlformats.org/presentationml/2006/main">
  <p:tag name="THINKCELLSHAPEDONOTDELETE" val="tUznZvKXBj79.q3KXoLe4EA"/>
</p:tagLst>
</file>

<file path=ppt/tags/tag332.xml><?xml version="1.0" encoding="utf-8"?>
<p:tagLst xmlns:a="http://schemas.openxmlformats.org/drawingml/2006/main" xmlns:r="http://schemas.openxmlformats.org/officeDocument/2006/relationships" xmlns:p="http://schemas.openxmlformats.org/presentationml/2006/main">
  <p:tag name="THINKCELLSHAPEDONOTDELETE" val="ttIDL86Mo67MPnHzMCTZDUA"/>
</p:tagLst>
</file>

<file path=ppt/tags/tag333.xml><?xml version="1.0" encoding="utf-8"?>
<p:tagLst xmlns:a="http://schemas.openxmlformats.org/drawingml/2006/main" xmlns:r="http://schemas.openxmlformats.org/officeDocument/2006/relationships" xmlns:p="http://schemas.openxmlformats.org/presentationml/2006/main">
  <p:tag name="THINKCELLSHAPEDONOTDELETE" val="t74PfrNcjr8IgxOH2z1qing"/>
</p:tagLst>
</file>

<file path=ppt/tags/tag334.xml><?xml version="1.0" encoding="utf-8"?>
<p:tagLst xmlns:a="http://schemas.openxmlformats.org/drawingml/2006/main" xmlns:r="http://schemas.openxmlformats.org/officeDocument/2006/relationships" xmlns:p="http://schemas.openxmlformats.org/presentationml/2006/main">
  <p:tag name="THINKCELLSHAPEDONOTDELETE" val="tSqOYOIZKen7FsDk6HDjlWw"/>
</p:tagLst>
</file>

<file path=ppt/tags/tag335.xml><?xml version="1.0" encoding="utf-8"?>
<p:tagLst xmlns:a="http://schemas.openxmlformats.org/drawingml/2006/main" xmlns:r="http://schemas.openxmlformats.org/officeDocument/2006/relationships" xmlns:p="http://schemas.openxmlformats.org/presentationml/2006/main">
  <p:tag name="THINKCELLSHAPEDONOTDELETE" val="tFqFHM45z6oDqRBJWd6cjdA"/>
</p:tagLst>
</file>

<file path=ppt/tags/tag336.xml><?xml version="1.0" encoding="utf-8"?>
<p:tagLst xmlns:a="http://schemas.openxmlformats.org/drawingml/2006/main" xmlns:r="http://schemas.openxmlformats.org/officeDocument/2006/relationships" xmlns:p="http://schemas.openxmlformats.org/presentationml/2006/main">
  <p:tag name="THINKCELLSHAPEDONOTDELETE" val="tj6V1hkQNDQfUmVnGy1Y80Q"/>
</p:tagLst>
</file>

<file path=ppt/tags/tag337.xml><?xml version="1.0" encoding="utf-8"?>
<p:tagLst xmlns:a="http://schemas.openxmlformats.org/drawingml/2006/main" xmlns:r="http://schemas.openxmlformats.org/officeDocument/2006/relationships" xmlns:p="http://schemas.openxmlformats.org/presentationml/2006/main">
  <p:tag name="THINKCELLSHAPEDONOTDELETE" val="tApR1_F1MJS4i6VO0fh_T2A"/>
</p:tagLst>
</file>

<file path=ppt/tags/tag3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1.xml><?xml version="1.0" encoding="utf-8"?>
<p:tagLst xmlns:a="http://schemas.openxmlformats.org/drawingml/2006/main" xmlns:r="http://schemas.openxmlformats.org/officeDocument/2006/relationships" xmlns:p="http://schemas.openxmlformats.org/presentationml/2006/main">
  <p:tag name="THINKCELLSHAPEDONOTDELETE" val="tdkoB2s1QP7RQoXELbcVN6Q"/>
</p:tagLst>
</file>

<file path=ppt/tags/tag342.xml><?xml version="1.0" encoding="utf-8"?>
<p:tagLst xmlns:a="http://schemas.openxmlformats.org/drawingml/2006/main" xmlns:r="http://schemas.openxmlformats.org/officeDocument/2006/relationships" xmlns:p="http://schemas.openxmlformats.org/presentationml/2006/main">
  <p:tag name="THINKCELLSHAPEDONOTDELETE" val="tHABgqzZapkVhkMap6bHR4w"/>
</p:tagLst>
</file>

<file path=ppt/tags/tag343.xml><?xml version="1.0" encoding="utf-8"?>
<p:tagLst xmlns:a="http://schemas.openxmlformats.org/drawingml/2006/main" xmlns:r="http://schemas.openxmlformats.org/officeDocument/2006/relationships" xmlns:p="http://schemas.openxmlformats.org/presentationml/2006/main">
  <p:tag name="THINKCELLSHAPEDONOTDELETE" val="tYsoN_wmYGkNrt2Aa25gJhg"/>
</p:tagLst>
</file>

<file path=ppt/tags/tag344.xml><?xml version="1.0" encoding="utf-8"?>
<p:tagLst xmlns:a="http://schemas.openxmlformats.org/drawingml/2006/main" xmlns:r="http://schemas.openxmlformats.org/officeDocument/2006/relationships" xmlns:p="http://schemas.openxmlformats.org/presentationml/2006/main">
  <p:tag name="THINKCELLSHAPEDONOTDELETE" val="tjj9.qhc.7cz4wYtxHuCWTw"/>
</p:tagLst>
</file>

<file path=ppt/tags/tag345.xml><?xml version="1.0" encoding="utf-8"?>
<p:tagLst xmlns:a="http://schemas.openxmlformats.org/drawingml/2006/main" xmlns:r="http://schemas.openxmlformats.org/officeDocument/2006/relationships" xmlns:p="http://schemas.openxmlformats.org/presentationml/2006/main">
  <p:tag name="THINKCELLSHAPEDONOTDELETE" val="ti2w7rTd2j.n4wN2J8XrfNw"/>
</p:tagLst>
</file>

<file path=ppt/tags/tag346.xml><?xml version="1.0" encoding="utf-8"?>
<p:tagLst xmlns:a="http://schemas.openxmlformats.org/drawingml/2006/main" xmlns:r="http://schemas.openxmlformats.org/officeDocument/2006/relationships" xmlns:p="http://schemas.openxmlformats.org/presentationml/2006/main">
  <p:tag name="THINKCELLSHAPEDONOTDELETE" val="tUOtxqWI_TkPBP7ubJO6IfA"/>
</p:tagLst>
</file>

<file path=ppt/tags/tag347.xml><?xml version="1.0" encoding="utf-8"?>
<p:tagLst xmlns:a="http://schemas.openxmlformats.org/drawingml/2006/main" xmlns:r="http://schemas.openxmlformats.org/officeDocument/2006/relationships" xmlns:p="http://schemas.openxmlformats.org/presentationml/2006/main">
  <p:tag name="THINKCELLSHAPEDONOTDELETE" val="tR_JAcC1Ewwd4l0gojSVTwQ"/>
</p:tagLst>
</file>

<file path=ppt/tags/tag348.xml><?xml version="1.0" encoding="utf-8"?>
<p:tagLst xmlns:a="http://schemas.openxmlformats.org/drawingml/2006/main" xmlns:r="http://schemas.openxmlformats.org/officeDocument/2006/relationships" xmlns:p="http://schemas.openxmlformats.org/presentationml/2006/main">
  <p:tag name="THINKCELLSHAPEDONOTDELETE" val="t4XjhL7AdP5jdEKo4h3zG7w"/>
</p:tagLst>
</file>

<file path=ppt/tags/tag349.xml><?xml version="1.0" encoding="utf-8"?>
<p:tagLst xmlns:a="http://schemas.openxmlformats.org/drawingml/2006/main" xmlns:r="http://schemas.openxmlformats.org/officeDocument/2006/relationships" xmlns:p="http://schemas.openxmlformats.org/presentationml/2006/main">
  <p:tag name="THINKCELLSHAPEDONOTDELETE" val="tNrvwD4vACZD8H.gLHEDiHQ"/>
</p:tagLst>
</file>

<file path=ppt/tags/tag350.xml><?xml version="1.0" encoding="utf-8"?>
<p:tagLst xmlns:a="http://schemas.openxmlformats.org/drawingml/2006/main" xmlns:r="http://schemas.openxmlformats.org/officeDocument/2006/relationships" xmlns:p="http://schemas.openxmlformats.org/presentationml/2006/main">
  <p:tag name="THINKCELLSHAPEDONOTDELETE" val="tKBlomOJTrNBnMvWSePWnwQ"/>
</p:tagLst>
</file>

<file path=ppt/tags/tag351.xml><?xml version="1.0" encoding="utf-8"?>
<p:tagLst xmlns:a="http://schemas.openxmlformats.org/drawingml/2006/main" xmlns:r="http://schemas.openxmlformats.org/officeDocument/2006/relationships" xmlns:p="http://schemas.openxmlformats.org/presentationml/2006/main">
  <p:tag name="THINKCELLSHAPEDONOTDELETE" val="tWNHgaMCxj.hp25ktm6BHqg"/>
</p:tagLst>
</file>

<file path=ppt/tags/tag352.xml><?xml version="1.0" encoding="utf-8"?>
<p:tagLst xmlns:a="http://schemas.openxmlformats.org/drawingml/2006/main" xmlns:r="http://schemas.openxmlformats.org/officeDocument/2006/relationships" xmlns:p="http://schemas.openxmlformats.org/presentationml/2006/main">
  <p:tag name="THINKCELLSHAPEDONOTDELETE" val="tliJMRjGmM6ynEAgQVyGEjg"/>
</p:tagLst>
</file>

<file path=ppt/tags/tag353.xml><?xml version="1.0" encoding="utf-8"?>
<p:tagLst xmlns:a="http://schemas.openxmlformats.org/drawingml/2006/main" xmlns:r="http://schemas.openxmlformats.org/officeDocument/2006/relationships" xmlns:p="http://schemas.openxmlformats.org/presentationml/2006/main">
  <p:tag name="THINKCELLSHAPEDONOTDELETE" val="tbqXOpeSJ5u83wrR11QpTYQ"/>
</p:tagLst>
</file>

<file path=ppt/tags/tag354.xml><?xml version="1.0" encoding="utf-8"?>
<p:tagLst xmlns:a="http://schemas.openxmlformats.org/drawingml/2006/main" xmlns:r="http://schemas.openxmlformats.org/officeDocument/2006/relationships" xmlns:p="http://schemas.openxmlformats.org/presentationml/2006/main">
  <p:tag name="THINKCELLSHAPEDONOTDELETE" val="tR2498aECGsVFdN8DlIjc_Q"/>
</p:tagLst>
</file>

<file path=ppt/tags/tag355.xml><?xml version="1.0" encoding="utf-8"?>
<p:tagLst xmlns:a="http://schemas.openxmlformats.org/drawingml/2006/main" xmlns:r="http://schemas.openxmlformats.org/officeDocument/2006/relationships" xmlns:p="http://schemas.openxmlformats.org/presentationml/2006/main">
  <p:tag name="THINKCELLSHAPEDONOTDELETE" val="t78Jx2yvbF59dwI6f0lx1ig"/>
</p:tagLst>
</file>

<file path=ppt/tags/tag356.xml><?xml version="1.0" encoding="utf-8"?>
<p:tagLst xmlns:a="http://schemas.openxmlformats.org/drawingml/2006/main" xmlns:r="http://schemas.openxmlformats.org/officeDocument/2006/relationships" xmlns:p="http://schemas.openxmlformats.org/presentationml/2006/main">
  <p:tag name="THINKCELLSHAPEDONOTDELETE" val="t09yC0LzQ6pWjJDK1XR.7Rw"/>
</p:tagLst>
</file>

<file path=ppt/tags/tag357.xml><?xml version="1.0" encoding="utf-8"?>
<p:tagLst xmlns:a="http://schemas.openxmlformats.org/drawingml/2006/main" xmlns:r="http://schemas.openxmlformats.org/officeDocument/2006/relationships" xmlns:p="http://schemas.openxmlformats.org/presentationml/2006/main">
  <p:tag name="THINKCELLSHAPEDONOTDELETE" val="t.jfUX9ciZRsaRwIo4KlIvw"/>
</p:tagLst>
</file>

<file path=ppt/tags/tag358.xml><?xml version="1.0" encoding="utf-8"?>
<p:tagLst xmlns:a="http://schemas.openxmlformats.org/drawingml/2006/main" xmlns:r="http://schemas.openxmlformats.org/officeDocument/2006/relationships" xmlns:p="http://schemas.openxmlformats.org/presentationml/2006/main">
  <p:tag name="THINKCELLSHAPEDONOTDELETE" val="t4A0mFy9pbFpK4KlqkSmq0g"/>
</p:tagLst>
</file>

<file path=ppt/tags/tag359.xml><?xml version="1.0" encoding="utf-8"?>
<p:tagLst xmlns:a="http://schemas.openxmlformats.org/drawingml/2006/main" xmlns:r="http://schemas.openxmlformats.org/officeDocument/2006/relationships" xmlns:p="http://schemas.openxmlformats.org/presentationml/2006/main">
  <p:tag name="THINKCELLSHAPEDONOTDELETE" val="tTbxlLpMvRUYq_axr_NzxGA"/>
</p:tagLst>
</file>

<file path=ppt/tags/tag360.xml><?xml version="1.0" encoding="utf-8"?>
<p:tagLst xmlns:a="http://schemas.openxmlformats.org/drawingml/2006/main" xmlns:r="http://schemas.openxmlformats.org/officeDocument/2006/relationships" xmlns:p="http://schemas.openxmlformats.org/presentationml/2006/main">
  <p:tag name="THINKCELLSHAPEDONOTDELETE" val="tb3j88WfY7YXPJpWltkX.IA"/>
</p:tagLst>
</file>

<file path=ppt/tags/tag361.xml><?xml version="1.0" encoding="utf-8"?>
<p:tagLst xmlns:a="http://schemas.openxmlformats.org/drawingml/2006/main" xmlns:r="http://schemas.openxmlformats.org/officeDocument/2006/relationships" xmlns:p="http://schemas.openxmlformats.org/presentationml/2006/main">
  <p:tag name="THINKCELLSHAPEDONOTDELETE" val="tFbt.ZElnXIz7KS_H_r2Stg"/>
</p:tagLst>
</file>

<file path=ppt/tags/tag362.xml><?xml version="1.0" encoding="utf-8"?>
<p:tagLst xmlns:a="http://schemas.openxmlformats.org/drawingml/2006/main" xmlns:r="http://schemas.openxmlformats.org/officeDocument/2006/relationships" xmlns:p="http://schemas.openxmlformats.org/presentationml/2006/main">
  <p:tag name="THINKCELLSHAPEDONOTDELETE" val="twaKAi6bct88W5AG05OmCtQ"/>
</p:tagLst>
</file>

<file path=ppt/tags/tag363.xml><?xml version="1.0" encoding="utf-8"?>
<p:tagLst xmlns:a="http://schemas.openxmlformats.org/drawingml/2006/main" xmlns:r="http://schemas.openxmlformats.org/officeDocument/2006/relationships" xmlns:p="http://schemas.openxmlformats.org/presentationml/2006/main">
  <p:tag name="THINKCELLSHAPEDONOTDELETE" val="tLdCFrReq3RqLaxwIrLCTXg"/>
</p:tagLst>
</file>

<file path=ppt/tags/tag364.xml><?xml version="1.0" encoding="utf-8"?>
<p:tagLst xmlns:a="http://schemas.openxmlformats.org/drawingml/2006/main" xmlns:r="http://schemas.openxmlformats.org/officeDocument/2006/relationships" xmlns:p="http://schemas.openxmlformats.org/presentationml/2006/main">
  <p:tag name="THINKCELLSHAPEDONOTDELETE" val="ttz.7adaG8tThXBhWkhRasg"/>
</p:tagLst>
</file>

<file path=ppt/tags/tag365.xml><?xml version="1.0" encoding="utf-8"?>
<p:tagLst xmlns:a="http://schemas.openxmlformats.org/drawingml/2006/main" xmlns:r="http://schemas.openxmlformats.org/officeDocument/2006/relationships" xmlns:p="http://schemas.openxmlformats.org/presentationml/2006/main">
  <p:tag name="THINKCELLSHAPEDONOTDELETE" val="t4nBmR.jxChP7YRLv9MzkFw"/>
</p:tagLst>
</file>

<file path=ppt/tags/tag366.xml><?xml version="1.0" encoding="utf-8"?>
<p:tagLst xmlns:a="http://schemas.openxmlformats.org/drawingml/2006/main" xmlns:r="http://schemas.openxmlformats.org/officeDocument/2006/relationships" xmlns:p="http://schemas.openxmlformats.org/presentationml/2006/main">
  <p:tag name="THINKCELLSHAPEDONOTDELETE" val="tMknWYd2noXu10XWkn4Dlvw"/>
</p:tagLst>
</file>

<file path=ppt/tags/tag367.xml><?xml version="1.0" encoding="utf-8"?>
<p:tagLst xmlns:a="http://schemas.openxmlformats.org/drawingml/2006/main" xmlns:r="http://schemas.openxmlformats.org/officeDocument/2006/relationships" xmlns:p="http://schemas.openxmlformats.org/presentationml/2006/main">
  <p:tag name="THINKCELLSHAPEDONOTDELETE" val="t2Sy2rtTqNURZm73Ybq.Wyw"/>
</p:tagLst>
</file>

<file path=ppt/tags/tag368.xml><?xml version="1.0" encoding="utf-8"?>
<p:tagLst xmlns:a="http://schemas.openxmlformats.org/drawingml/2006/main" xmlns:r="http://schemas.openxmlformats.org/officeDocument/2006/relationships" xmlns:p="http://schemas.openxmlformats.org/presentationml/2006/main">
  <p:tag name="THINKCELLSHAPEDONOTDELETE" val="tUQ7DTzuM4uFENXVIB0Uz3Q"/>
</p:tagLst>
</file>

<file path=ppt/tags/tag369.xml><?xml version="1.0" encoding="utf-8"?>
<p:tagLst xmlns:a="http://schemas.openxmlformats.org/drawingml/2006/main" xmlns:r="http://schemas.openxmlformats.org/officeDocument/2006/relationships" xmlns:p="http://schemas.openxmlformats.org/presentationml/2006/main">
  <p:tag name="THINKCELLSHAPEDONOTDELETE" val="ttl0FXDnuFjTtpztB1MSY1g"/>
</p:tagLst>
</file>

<file path=ppt/tags/tag370.xml><?xml version="1.0" encoding="utf-8"?>
<p:tagLst xmlns:a="http://schemas.openxmlformats.org/drawingml/2006/main" xmlns:r="http://schemas.openxmlformats.org/officeDocument/2006/relationships" xmlns:p="http://schemas.openxmlformats.org/presentationml/2006/main">
  <p:tag name="THINKCELLSHAPEDONOTDELETE" val="tUiuuHVYSd7cTt.nMb9sYbQ"/>
</p:tagLst>
</file>

<file path=ppt/tags/tag371.xml><?xml version="1.0" encoding="utf-8"?>
<p:tagLst xmlns:a="http://schemas.openxmlformats.org/drawingml/2006/main" xmlns:r="http://schemas.openxmlformats.org/officeDocument/2006/relationships" xmlns:p="http://schemas.openxmlformats.org/presentationml/2006/main">
  <p:tag name="THINKCELLSHAPEDONOTDELETE" val="tNTCtmrJGRnbNDkdIQrds9A"/>
</p:tagLst>
</file>

<file path=ppt/tags/tag372.xml><?xml version="1.0" encoding="utf-8"?>
<p:tagLst xmlns:a="http://schemas.openxmlformats.org/drawingml/2006/main" xmlns:r="http://schemas.openxmlformats.org/officeDocument/2006/relationships" xmlns:p="http://schemas.openxmlformats.org/presentationml/2006/main">
  <p:tag name="THINKCELLSHAPEDONOTDELETE" val="t7MHcnv4HkKdA0Lr4kWcLTQ"/>
</p:tagLst>
</file>

<file path=ppt/tags/tag373.xml><?xml version="1.0" encoding="utf-8"?>
<p:tagLst xmlns:a="http://schemas.openxmlformats.org/drawingml/2006/main" xmlns:r="http://schemas.openxmlformats.org/officeDocument/2006/relationships" xmlns:p="http://schemas.openxmlformats.org/presentationml/2006/main">
  <p:tag name="THINKCELLSHAPEDONOTDELETE" val="tgTb2znpaJkh35_Pl1yJdwQ"/>
</p:tagLst>
</file>

<file path=ppt/tags/tag374.xml><?xml version="1.0" encoding="utf-8"?>
<p:tagLst xmlns:a="http://schemas.openxmlformats.org/drawingml/2006/main" xmlns:r="http://schemas.openxmlformats.org/officeDocument/2006/relationships" xmlns:p="http://schemas.openxmlformats.org/presentationml/2006/main">
  <p:tag name="THINKCELLSHAPEDONOTDELETE" val="th4xP98Pu8r_MrJ4xVIbqdw"/>
</p:tagLst>
</file>

<file path=ppt/tags/tag375.xml><?xml version="1.0" encoding="utf-8"?>
<p:tagLst xmlns:a="http://schemas.openxmlformats.org/drawingml/2006/main" xmlns:r="http://schemas.openxmlformats.org/officeDocument/2006/relationships" xmlns:p="http://schemas.openxmlformats.org/presentationml/2006/main">
  <p:tag name="THINKCELLSHAPEDONOTDELETE" val="ttYFfQR5XfXVVQQCn1Wr4rg"/>
</p:tagLst>
</file>

<file path=ppt/tags/tag376.xml><?xml version="1.0" encoding="utf-8"?>
<p:tagLst xmlns:a="http://schemas.openxmlformats.org/drawingml/2006/main" xmlns:r="http://schemas.openxmlformats.org/officeDocument/2006/relationships" xmlns:p="http://schemas.openxmlformats.org/presentationml/2006/main">
  <p:tag name="THINKCELLSHAPEDONOTDELETE" val="t_gZibCVXfEZZoBzcy5T0Pw"/>
</p:tagLst>
</file>

<file path=ppt/tags/tag377.xml><?xml version="1.0" encoding="utf-8"?>
<p:tagLst xmlns:a="http://schemas.openxmlformats.org/drawingml/2006/main" xmlns:r="http://schemas.openxmlformats.org/officeDocument/2006/relationships" xmlns:p="http://schemas.openxmlformats.org/presentationml/2006/main">
  <p:tag name="THINKCELLSHAPEDONOTDELETE" val="tUO90GtyOQbGaOQORnH907Q"/>
</p:tagLst>
</file>

<file path=ppt/tags/tag378.xml><?xml version="1.0" encoding="utf-8"?>
<p:tagLst xmlns:a="http://schemas.openxmlformats.org/drawingml/2006/main" xmlns:r="http://schemas.openxmlformats.org/officeDocument/2006/relationships" xmlns:p="http://schemas.openxmlformats.org/presentationml/2006/main">
  <p:tag name="THINKCELLSHAPEDONOTDELETE" val="tZU.19dlXgyJp5yAkxre_5g"/>
</p:tagLst>
</file>

<file path=ppt/tags/tag379.xml><?xml version="1.0" encoding="utf-8"?>
<p:tagLst xmlns:a="http://schemas.openxmlformats.org/drawingml/2006/main" xmlns:r="http://schemas.openxmlformats.org/officeDocument/2006/relationships" xmlns:p="http://schemas.openxmlformats.org/presentationml/2006/main">
  <p:tag name="THINKCELLSHAPEDONOTDELETE" val="tgQKfaedq3vqoKXQebLiN_g"/>
</p:tagLst>
</file>

<file path=ppt/tags/tag3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IHG Procurement">
      <a:dk1>
        <a:srgbClr val="000000"/>
      </a:dk1>
      <a:lt1>
        <a:srgbClr val="FFFFFF"/>
      </a:lt1>
      <a:dk2>
        <a:srgbClr val="1F4456"/>
      </a:dk2>
      <a:lt2>
        <a:srgbClr val="F0EDEC"/>
      </a:lt2>
      <a:accent1>
        <a:srgbClr val="E8542C"/>
      </a:accent1>
      <a:accent2>
        <a:srgbClr val="688997"/>
      </a:accent2>
      <a:accent3>
        <a:srgbClr val="C0C7CA"/>
      </a:accent3>
      <a:accent4>
        <a:srgbClr val="228891"/>
      </a:accent4>
      <a:accent5>
        <a:srgbClr val="FDBD50"/>
      </a:accent5>
      <a:accent6>
        <a:srgbClr val="37649D"/>
      </a:accent6>
      <a:hlink>
        <a:srgbClr val="448790"/>
      </a:hlink>
      <a:folHlink>
        <a:srgbClr val="6F89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Office Theme">
  <a:themeElements>
    <a:clrScheme name="IHG Procurement">
      <a:dk1>
        <a:srgbClr val="000000"/>
      </a:dk1>
      <a:lt1>
        <a:srgbClr val="FFFFFF"/>
      </a:lt1>
      <a:dk2>
        <a:srgbClr val="1F4456"/>
      </a:dk2>
      <a:lt2>
        <a:srgbClr val="F0EDEC"/>
      </a:lt2>
      <a:accent1>
        <a:srgbClr val="E8542C"/>
      </a:accent1>
      <a:accent2>
        <a:srgbClr val="688997"/>
      </a:accent2>
      <a:accent3>
        <a:srgbClr val="C0C7CA"/>
      </a:accent3>
      <a:accent4>
        <a:srgbClr val="228891"/>
      </a:accent4>
      <a:accent5>
        <a:srgbClr val="FDBD50"/>
      </a:accent5>
      <a:accent6>
        <a:srgbClr val="37649D"/>
      </a:accent6>
      <a:hlink>
        <a:srgbClr val="448790"/>
      </a:hlink>
      <a:folHlink>
        <a:srgbClr val="6F89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3_Office Theme">
  <a:themeElements>
    <a:clrScheme name="c2c7ca">
      <a:dk1>
        <a:srgbClr val="262626"/>
      </a:dk1>
      <a:lt1>
        <a:srgbClr val="FFFFFF"/>
      </a:lt1>
      <a:dk2>
        <a:srgbClr val="1F4456"/>
      </a:dk2>
      <a:lt2>
        <a:srgbClr val="F0EEED"/>
      </a:lt2>
      <a:accent1>
        <a:srgbClr val="E8542C"/>
      </a:accent1>
      <a:accent2>
        <a:srgbClr val="C2C7CA"/>
      </a:accent2>
      <a:accent3>
        <a:srgbClr val="448790"/>
      </a:accent3>
      <a:accent4>
        <a:srgbClr val="F3C064"/>
      </a:accent4>
      <a:accent5>
        <a:srgbClr val="416399"/>
      </a:accent5>
      <a:accent6>
        <a:srgbClr val="44546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7_Office Theme">
  <a:themeElements>
    <a:clrScheme name="IHG">
      <a:dk1>
        <a:srgbClr val="262626"/>
      </a:dk1>
      <a:lt1>
        <a:srgbClr val="FFFFFF"/>
      </a:lt1>
      <a:dk2>
        <a:srgbClr val="1F4456"/>
      </a:dk2>
      <a:lt2>
        <a:srgbClr val="F0EEED"/>
      </a:lt2>
      <a:accent1>
        <a:srgbClr val="E8542C"/>
      </a:accent1>
      <a:accent2>
        <a:srgbClr val="C2C7CA"/>
      </a:accent2>
      <a:accent3>
        <a:srgbClr val="448790"/>
      </a:accent3>
      <a:accent4>
        <a:srgbClr val="F3C064"/>
      </a:accent4>
      <a:accent5>
        <a:srgbClr val="416399"/>
      </a:accent5>
      <a:accent6>
        <a:srgbClr val="44546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Theme">
  <a:themeElements>
    <a:clrScheme name="IHG Procurement">
      <a:dk1>
        <a:srgbClr val="000000"/>
      </a:dk1>
      <a:lt1>
        <a:srgbClr val="FFFFFF"/>
      </a:lt1>
      <a:dk2>
        <a:srgbClr val="1F4456"/>
      </a:dk2>
      <a:lt2>
        <a:srgbClr val="F0EDEC"/>
      </a:lt2>
      <a:accent1>
        <a:srgbClr val="E8542C"/>
      </a:accent1>
      <a:accent2>
        <a:srgbClr val="688997"/>
      </a:accent2>
      <a:accent3>
        <a:srgbClr val="C0C7CA"/>
      </a:accent3>
      <a:accent4>
        <a:srgbClr val="228891"/>
      </a:accent4>
      <a:accent5>
        <a:srgbClr val="FDBD50"/>
      </a:accent5>
      <a:accent6>
        <a:srgbClr val="37649D"/>
      </a:accent6>
      <a:hlink>
        <a:srgbClr val="448790"/>
      </a:hlink>
      <a:folHlink>
        <a:srgbClr val="6F89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8_Office Theme">
  <a:themeElements>
    <a:clrScheme name="IHG">
      <a:dk1>
        <a:srgbClr val="262626"/>
      </a:dk1>
      <a:lt1>
        <a:srgbClr val="FFFFFF"/>
      </a:lt1>
      <a:dk2>
        <a:srgbClr val="1F4456"/>
      </a:dk2>
      <a:lt2>
        <a:srgbClr val="F0EEED"/>
      </a:lt2>
      <a:accent1>
        <a:srgbClr val="E8542C"/>
      </a:accent1>
      <a:accent2>
        <a:srgbClr val="C2C7CA"/>
      </a:accent2>
      <a:accent3>
        <a:srgbClr val="448790"/>
      </a:accent3>
      <a:accent4>
        <a:srgbClr val="F3C064"/>
      </a:accent4>
      <a:accent5>
        <a:srgbClr val="416399"/>
      </a:accent5>
      <a:accent6>
        <a:srgbClr val="44546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ank" id="{25E55350-D830-42B5-BA3D-DEEC88FBBA1E}" vid="{B4A49D03-2F0E-44B4-8AB9-E2E0C60A1257}"/>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1EF47911103EC40BF25C753BD1EBE79" ma:contentTypeVersion="18" ma:contentTypeDescription="Create a new document." ma:contentTypeScope="" ma:versionID="a6e8b7c65e59194d4716cc53e335be21">
  <xsd:schema xmlns:xsd="http://www.w3.org/2001/XMLSchema" xmlns:xs="http://www.w3.org/2001/XMLSchema" xmlns:p="http://schemas.microsoft.com/office/2006/metadata/properties" xmlns:ns2="acfab750-c371-479f-8aaf-4e71d100b67e" xmlns:ns3="a5a50e5d-35a6-44a5-a921-eb058e1fa01f" targetNamespace="http://schemas.microsoft.com/office/2006/metadata/properties" ma:root="true" ma:fieldsID="da3680506da499c9bb6d4d8fa54ba60f" ns2:_="" ns3:_="">
    <xsd:import namespace="acfab750-c371-479f-8aaf-4e71d100b67e"/>
    <xsd:import namespace="a5a50e5d-35a6-44a5-a921-eb058e1fa01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MediaServiceObjectDetectorVersions" minOccurs="0"/>
                <xsd:element ref="ns2:MediaServiceSearchProperties" minOccurs="0"/>
                <xsd:element ref="ns2:MediaServiceBillingMetadata"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fab750-c371-479f-8aaf-4e71d100b67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BillingMetadata" ma:index="22" nillable="true" ma:displayName="MediaServiceBillingMetadata" ma:hidden="true" ma:internalName="MediaServiceBillingMetadata" ma:readOnly="true">
      <xsd:simpleType>
        <xsd:restriction base="dms:Note"/>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2ca3f799-1a95-413a-9635-5642501b3711"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a5a50e5d-35a6-44a5-a921-eb058e1fa01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ad9f2fe4-c41c-4a20-a256-a3ab772ad62a}" ma:internalName="TaxCatchAll" ma:showField="CatchAllData" ma:web="a5a50e5d-35a6-44a5-a921-eb058e1fa01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cfab750-c371-479f-8aaf-4e71d100b67e">
      <Terms xmlns="http://schemas.microsoft.com/office/infopath/2007/PartnerControls"/>
    </lcf76f155ced4ddcb4097134ff3c332f>
    <TaxCatchAll xmlns="a5a50e5d-35a6-44a5-a921-eb058e1fa01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642D41D-E5C5-407F-A469-6406D449C4D4}">
  <ds:schemaRefs>
    <ds:schemaRef ds:uri="a5a50e5d-35a6-44a5-a921-eb058e1fa01f"/>
    <ds:schemaRef ds:uri="acfab750-c371-479f-8aaf-4e71d100b67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182D7B7-37B4-43B3-BE4B-A88A1F6B4413}">
  <ds:schemaRefs>
    <ds:schemaRef ds:uri="954bed9b-2924-45ac-a6b0-5795e03e4ac5"/>
    <ds:schemaRef ds:uri="a5a50e5d-35a6-44a5-a921-eb058e1fa01f"/>
    <ds:schemaRef ds:uri="acfab750-c371-479f-8aaf-4e71d100b67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4B705CB-1E29-4F71-AA66-74A16465553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12239</Words>
  <Application>Microsoft Office PowerPoint</Application>
  <PresentationFormat>Widescreen</PresentationFormat>
  <Paragraphs>1908</Paragraphs>
  <Slides>56</Slides>
  <Notes>33</Notes>
  <HiddenSlides>2</HiddenSlides>
  <MMClips>0</MMClips>
  <ScaleCrop>false</ScaleCrop>
  <HeadingPairs>
    <vt:vector size="8" baseType="variant">
      <vt:variant>
        <vt:lpstr>Fonts Used</vt:lpstr>
      </vt:variant>
      <vt:variant>
        <vt:i4>10</vt:i4>
      </vt:variant>
      <vt:variant>
        <vt:lpstr>Theme</vt:lpstr>
      </vt:variant>
      <vt:variant>
        <vt:i4>6</vt:i4>
      </vt:variant>
      <vt:variant>
        <vt:lpstr>Embedded OLE Servers</vt:lpstr>
      </vt:variant>
      <vt:variant>
        <vt:i4>1</vt:i4>
      </vt:variant>
      <vt:variant>
        <vt:lpstr>Slide Titles</vt:lpstr>
      </vt:variant>
      <vt:variant>
        <vt:i4>56</vt:i4>
      </vt:variant>
    </vt:vector>
  </HeadingPairs>
  <TitlesOfParts>
    <vt:vector size="73" baseType="lpstr">
      <vt:lpstr>Aptos</vt:lpstr>
      <vt:lpstr>Aptos Narrow</vt:lpstr>
      <vt:lpstr>Arial</vt:lpstr>
      <vt:lpstr>Arial,Sans-Serif</vt:lpstr>
      <vt:lpstr>Calibri</vt:lpstr>
      <vt:lpstr>Graphik Semibold</vt:lpstr>
      <vt:lpstr>Graphik Wide Medium</vt:lpstr>
      <vt:lpstr>Graphik Wide Regular</vt:lpstr>
      <vt:lpstr>Segoe Sans</vt:lpstr>
      <vt:lpstr>Trebuchet MS</vt:lpstr>
      <vt:lpstr>1_Office Theme</vt:lpstr>
      <vt:lpstr>2_Office Theme</vt:lpstr>
      <vt:lpstr>3_Office Theme</vt:lpstr>
      <vt:lpstr>7_Office Theme</vt:lpstr>
      <vt:lpstr>4_Office Theme</vt:lpstr>
      <vt:lpstr>8_Office Theme</vt:lpstr>
      <vt:lpstr>thinkcell Slide</vt:lpstr>
      <vt:lpstr>IHG Procurement Strategy &amp; 2027 Priorities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2027-2030 BU Planning | Next Steps</vt:lpstr>
      <vt:lpstr>PowerPoint Presentation</vt:lpstr>
      <vt:lpstr>GP Regional Planning Template</vt:lpstr>
      <vt:lpstr>PowerPoint Presentation</vt:lpstr>
      <vt:lpstr>PowerPoint Presentation</vt:lpstr>
      <vt:lpstr>PowerPoint Presentation</vt:lpstr>
      <vt:lpstr>PowerPoint Presentation</vt:lpstr>
      <vt:lpstr>2027 - 2030 Budgeting | [ ]</vt:lpstr>
      <vt:lpstr>PowerPoint Presentation</vt:lpstr>
      <vt:lpstr>PowerPoint Presentation</vt:lpstr>
      <vt:lpstr>PowerPoint Presentation</vt:lpstr>
      <vt:lpstr>APPENDIX</vt:lpstr>
      <vt:lpstr>Optimizing the Managed Estate</vt:lpstr>
      <vt:lpstr>PowerPoint Presentation</vt:lpstr>
      <vt:lpstr>PowerPoint Presentation</vt:lpstr>
      <vt:lpstr>Building our Commercial Engine</vt:lpstr>
      <vt:lpstr>PowerPoint Presentation</vt:lpstr>
      <vt:lpstr>PowerPoint Presentation</vt:lpstr>
      <vt:lpstr>Scaling with Partners</vt:lpstr>
      <vt:lpstr>PowerPoint Presentation</vt:lpstr>
      <vt:lpstr>Procurement-as-a-Service (PaaS)</vt:lpstr>
      <vt:lpstr>PowerPoint Presentation</vt:lpstr>
      <vt:lpstr>PowerPoint Presentation</vt:lpstr>
      <vt:lpstr>ESM as a Comercial Lever</vt:lpstr>
      <vt:lpstr>PowerPoint Presentation</vt:lpstr>
      <vt:lpstr>PowerPoint Presentation</vt:lpstr>
      <vt:lpstr>APPENDIX</vt:lpstr>
      <vt:lpstr>PowerPoint Presentation</vt:lpstr>
      <vt:lpstr>PowerPoint Presentation</vt:lpstr>
      <vt:lpstr>PowerPoint Presentation</vt:lpstr>
      <vt:lpstr>PowerPoint Presentation</vt:lpstr>
      <vt:lpstr>PowerPoint Presentation</vt:lpstr>
      <vt:lpstr>APPENDIX</vt:lpstr>
      <vt:lpstr>Greater China</vt:lpstr>
      <vt:lpstr>PowerPoint Presentation</vt:lpstr>
      <vt:lpstr>PowerPoint Presentation</vt:lpstr>
      <vt:lpstr>EMEAA</vt:lpstr>
      <vt:lpstr>PowerPoint Presentation</vt:lpstr>
      <vt:lpstr>PowerPoint Presentation</vt:lpstr>
      <vt:lpstr>AMER</vt:lpstr>
      <vt:lpstr>PowerPoint Presentation</vt:lpstr>
      <vt:lpstr>PowerPoint Presentation</vt:lpstr>
      <vt:lpstr>Digital Priorities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Sakamaki, Robert</dc:creator>
  <cp:lastModifiedBy>Hamnett, Tom</cp:lastModifiedBy>
  <cp:revision>1</cp:revision>
  <dcterms:created xsi:type="dcterms:W3CDTF">2026-09-11T15:43:14Z</dcterms:created>
  <dcterms:modified xsi:type="dcterms:W3CDTF">2026-09-25T16:47:56Z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0x01010061EF47911103EC40BF25C753BD1EBE79</vt:lpwstr>
  </property>
</Properties>
</file>